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f3d20c6604535" /><Relationship Type="http://schemas.openxmlformats.org/officeDocument/2006/relationships/extended-properties" Target="/docProps/app.xml" Id="R5d40d6172a7a403c" /><Relationship Type="http://schemas.openxmlformats.org/officeDocument/2006/relationships/officeDocument" Target="/ppt/presentation.xml" Id="R3ca5ad8a544a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95dec089d3478a"/>
  </p:sldMasterIdLst>
  <p:notesMasterIdLst>
    <p:notesMasterId xmlns:r="http://schemas.openxmlformats.org/officeDocument/2006/relationships" r:id="R3d0f90cf04944445"/>
  </p:notesMasterIdLst>
  <p:sldIdLst>
    <p:sldId xmlns:r="http://schemas.openxmlformats.org/officeDocument/2006/relationships" id="256" r:id="R0cabc323becc41fb"/>
    <p:sldId xmlns:r="http://schemas.openxmlformats.org/officeDocument/2006/relationships" id="257" r:id="R9fa6c670fbd44883"/>
    <p:sldId xmlns:r="http://schemas.openxmlformats.org/officeDocument/2006/relationships" id="258" r:id="Re6729a97d126406a"/>
    <p:sldId xmlns:r="http://schemas.openxmlformats.org/officeDocument/2006/relationships" id="259" r:id="R7c1493217e174774"/>
    <p:sldId xmlns:r="http://schemas.openxmlformats.org/officeDocument/2006/relationships" id="260" r:id="Re64478c1c39b4445"/>
    <p:sldId xmlns:r="http://schemas.openxmlformats.org/officeDocument/2006/relationships" id="261" r:id="R2132406a2e32471c"/>
    <p:sldId xmlns:r="http://schemas.openxmlformats.org/officeDocument/2006/relationships" id="262" r:id="R05152127807a4f07"/>
    <p:sldId xmlns:r="http://schemas.openxmlformats.org/officeDocument/2006/relationships" id="263" r:id="R986813111b5949c0"/>
    <p:sldId xmlns:r="http://schemas.openxmlformats.org/officeDocument/2006/relationships" id="264" r:id="R7b036597d7d84cae"/>
    <p:sldId xmlns:r="http://schemas.openxmlformats.org/officeDocument/2006/relationships" id="265" r:id="R5bfcfd82fd9147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2d1b46cb024915" /><Relationship Type="http://schemas.openxmlformats.org/officeDocument/2006/relationships/slideMaster" Target="/ppt/slideMasters/slideMaster1.xml" Id="Re995dec089d3478a" /><Relationship Type="http://schemas.openxmlformats.org/officeDocument/2006/relationships/notesMaster" Target="/ppt/notesMasters/notesMaster1.xml" Id="R3d0f90cf04944445" /><Relationship Type="http://schemas.openxmlformats.org/officeDocument/2006/relationships/presProps" Target="/ppt/presProps.xml" Id="R74cd07eb8d0043a5" /><Relationship Type="http://schemas.openxmlformats.org/officeDocument/2006/relationships/tableStyles" Target="/ppt/tableStyles.xml" Id="Rfd0fadfc192a4a3a" /><Relationship Type="http://schemas.openxmlformats.org/officeDocument/2006/relationships/slide" Target="/ppt/slides/slide1.xml" Id="R0cabc323becc41fb" /><Relationship Type="http://schemas.openxmlformats.org/officeDocument/2006/relationships/slide" Target="/ppt/slides/slide2.xml" Id="R9fa6c670fbd44883" /><Relationship Type="http://schemas.openxmlformats.org/officeDocument/2006/relationships/slide" Target="/ppt/slides/slide3.xml" Id="Re6729a97d126406a" /><Relationship Type="http://schemas.openxmlformats.org/officeDocument/2006/relationships/slide" Target="/ppt/slides/slide4.xml" Id="R7c1493217e174774" /><Relationship Type="http://schemas.openxmlformats.org/officeDocument/2006/relationships/slide" Target="/ppt/slides/slide5.xml" Id="Re64478c1c39b4445" /><Relationship Type="http://schemas.openxmlformats.org/officeDocument/2006/relationships/slide" Target="/ppt/slides/slide6.xml" Id="R2132406a2e32471c" /><Relationship Type="http://schemas.openxmlformats.org/officeDocument/2006/relationships/slide" Target="/ppt/slides/slide7.xml" Id="R05152127807a4f07" /><Relationship Type="http://schemas.openxmlformats.org/officeDocument/2006/relationships/slide" Target="/ppt/slides/slide8.xml" Id="R986813111b5949c0" /><Relationship Type="http://schemas.openxmlformats.org/officeDocument/2006/relationships/slide" Target="/ppt/slides/slide9.xml" Id="R7b036597d7d84cae" /><Relationship Type="http://schemas.openxmlformats.org/officeDocument/2006/relationships/slide" Target="/ppt/slides/slide10.xml" Id="R5bfcfd82fd91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533f0d6bf4f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0b8acbae14fc8" /><Relationship Type="http://schemas.openxmlformats.org/officeDocument/2006/relationships/notesMaster" Target="/ppt/notesMasters/notesMaster1.xml" Id="R4a8d45dadded47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c0397095843ac" /><Relationship Type="http://schemas.openxmlformats.org/officeDocument/2006/relationships/notesMaster" Target="/ppt/notesMasters/notesMaster1.xml" Id="Redcbfb972aba4f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61a3249ad6488c" /><Relationship Type="http://schemas.openxmlformats.org/officeDocument/2006/relationships/notesMaster" Target="/ppt/notesMasters/notesMaster1.xml" Id="Rae4a25b5691f46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20f6427bbd470c" /><Relationship Type="http://schemas.openxmlformats.org/officeDocument/2006/relationships/notesMaster" Target="/ppt/notesMasters/notesMaster1.xml" Id="Rc4b176c171fa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a8615956246ab" /><Relationship Type="http://schemas.openxmlformats.org/officeDocument/2006/relationships/notesMaster" Target="/ppt/notesMasters/notesMaster1.xml" Id="R894ab09c8adf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97b22ba728477b" /><Relationship Type="http://schemas.openxmlformats.org/officeDocument/2006/relationships/notesMaster" Target="/ppt/notesMasters/notesMaster1.xml" Id="Rf3f4d10364374e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97ab8df4314eca" /><Relationship Type="http://schemas.openxmlformats.org/officeDocument/2006/relationships/notesMaster" Target="/ppt/notesMasters/notesMaster1.xml" Id="Rc6acd16be40f4c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5a570b98f149e7" /><Relationship Type="http://schemas.openxmlformats.org/officeDocument/2006/relationships/notesMaster" Target="/ppt/notesMasters/notesMaster1.xml" Id="R7c9ad68ef71d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72dbe1ce0b409a" /><Relationship Type="http://schemas.openxmlformats.org/officeDocument/2006/relationships/notesMaster" Target="/ppt/notesMasters/notesMaster1.xml" Id="R6d8f8b70348b42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985faee6e14865" /><Relationship Type="http://schemas.openxmlformats.org/officeDocument/2006/relationships/notesMaster" Target="/ppt/notesMasters/notesMaster1.xml" Id="R772018822dca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họa AI mang tính ý tưởng, không phải ảnh người tham gia. Nguồn: README.md; need-statement.md. Nội dung mô phỏng, chưa tích hợp MyVinmec. Codex hỗ trợ soạn nội dung và thiết kế. Người làm bài kiểm tra bản cuối.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01-phong-van/P1.md, P2.md, P3.md. Hai phỏng vấn ngày 17/10/2026, mỗi buổi 60–90 phút, có đồng ý dùng ẩn danh. Ghi chép chủ yếu diễn giải. Phương pháp theo lựa chọn người làm bài là 2 phỏng vấn + 1 tự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và mã bằng chứng giữ trong 02-journey-map/journey-map.md, P1/P2/P3. Tổng hợp tình huống, không phải một người gặp toàn bộ điểm đau. P1 có điều phối hỗ trợ; P2 nhớ phòng đầu; P3 biết nơi quay lại. Không gán thang cảm xúc hoặc thời gian giả.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03-need-statement/need-statement.md. Problem–population–outcome, không đưa giải pháp vào need statement. Hiệu quả giảm hỏi/chờ/di chuyển chưa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CUH Directions - mobile app (https://www.cuh.nhs.uk/visiting-our-hospitals/cuh-directions-mobile-app/); Mayo Clinic Scheduling an appointment online (https://www.mayoclinic.org/scheduling-an-appointment-online/vid-20521112); Registration (https://www.mayoclinic.org/billing-insurance/before-arrival/registration). Đọc 18/10/2026. Chưa chứng minh hiệu quả tại Vinmec.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05-prototype/simulation-spec.md, prompts.md, test-report.md. 110 tests đạt theo báo cáo; UI mới chưa chạy lại E2E; 24 eval NOT_LIVE. Phòng/tầng/bản đồ dựng. Sẵn sàng là tự khai báo, bác sĩ chủ động gọi. Hai mode không trộn trong lượt. Chưa thử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họa AI mang tính ý tưởng, không phải ảnh buổi thử thực tế. Trang giữ chỗ. Nhiệm vụ dự kiến từ prototype-test-guide.md. Không có log thử, tỷ lệ hoàn thành, thời gian hay quote thực.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Trang chờ bằng chứng. Chỉ điền quan sát, thay đổi và kiểm tra lại khi đã thử thật. QA/code review không thay thử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06-rui-ro-dao-duc/risk-register.md. Chưa có quy trình Vinmec phê duyệt. Fallback hành chính chưa bảo đảm xử lý khẩn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07-coach-plan/coach-plan.md. Kế hoạch dự kiến, chưa phải hoạt động coach đã thực hiện. Nhóm 5–10 bạn chia cặp luân phiên vai; check-in 10 phút/ngày. Codex hỗ trợ tổng hợp, code và soạn bài; Canva hỗ trợ thiết kế; người làm bài chịu trách nhiệm.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844ab25784c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6b34bfe5845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5f452011b4c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270ddf28647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39881499f42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4ca727515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ADC10B-A2EC-4B91-BD80-DA42F04C5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C42511-BF4F-4567-BD89-A1B10179FE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BA7C93-D1A2-4FB4-858C-7CC8B2446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D706EC-4373-446B-87E7-AEFFD014A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636750-48C8-4127-B147-9ED7EB12F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B035DF-ECBE-4EA9-8BA5-41DB978E5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7480EB-0F9E-4D9E-B80D-7AFB21608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BEFEE9-C90F-4F35-9A5C-2325433984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2A7E7C-592F-488F-A094-37E18BAFA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647C62-04BF-4AA8-B69F-C00B4F4A2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ddd66abc3f4f62" /><Relationship Type="http://schemas.openxmlformats.org/officeDocument/2006/relationships/slideLayout" Target="/ppt/slideLayouts/slideLayout1.xml" Id="R685ea88868644a0c" /><Relationship Type="http://schemas.openxmlformats.org/officeDocument/2006/relationships/slideLayout" Target="/ppt/slideLayouts/slideLayout2.xml" Id="R0944024359a44287" /><Relationship Type="http://schemas.openxmlformats.org/officeDocument/2006/relationships/slideLayout" Target="/ppt/slideLayouts/slideLayout3.xml" Id="R82d5da4e43814daa" /><Relationship Type="http://schemas.openxmlformats.org/officeDocument/2006/relationships/slideLayout" Target="/ppt/slideLayouts/slideLayout4.xml" Id="R23f06f4f21034d8c" /><Relationship Type="http://schemas.openxmlformats.org/officeDocument/2006/relationships/slideLayout" Target="/ppt/slideLayouts/slideLayout5.xml" Id="R33e01b7c543f4b0d" /><Relationship Type="http://schemas.openxmlformats.org/officeDocument/2006/relationships/slideLayout" Target="/ppt/slideLayouts/slideLayout6.xml" Id="Rcd0b0b1353ba4f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5ea88868644a0c"/>
    <p:sldLayoutId xmlns:r="http://schemas.openxmlformats.org/officeDocument/2006/relationships" id="2147483650" r:id="R0944024359a44287"/>
    <p:sldLayoutId xmlns:r="http://schemas.openxmlformats.org/officeDocument/2006/relationships" id="2147483651" r:id="R82d5da4e43814daa"/>
    <p:sldLayoutId xmlns:r="http://schemas.openxmlformats.org/officeDocument/2006/relationships" id="2147483652" r:id="R23f06f4f21034d8c"/>
    <p:sldLayoutId xmlns:r="http://schemas.openxmlformats.org/officeDocument/2006/relationships" id="2147483653" r:id="R33e01b7c543f4b0d"/>
    <p:sldLayoutId xmlns:r="http://schemas.openxmlformats.org/officeDocument/2006/relationships" id="2147483654" r:id="Rcd0b0b1353ba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553da18a54974" /><Relationship Type="http://schemas.openxmlformats.org/officeDocument/2006/relationships/image" Target="/ppt/media/image.png" Id="R30b61fba632547bb" /><Relationship Type="http://schemas.openxmlformats.org/officeDocument/2006/relationships/notesSlide" Target="/ppt/notesSlides/notesSlide1.xml" Id="Rab932e984fca46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5d15085f84bc1" /><Relationship Type="http://schemas.openxmlformats.org/officeDocument/2006/relationships/image" Target="/ppt/media/image2.png" Id="R03fe12bfa3d548b9" /><Relationship Type="http://schemas.openxmlformats.org/officeDocument/2006/relationships/image" Target="/ppt/media/image.svg" Id="R2a2aec0217784850" /><Relationship Type="http://schemas.openxmlformats.org/officeDocument/2006/relationships/image" Target="/ppt/media/image3.png" Id="Rc6f0aec45ebf4313" /><Relationship Type="http://schemas.openxmlformats.org/officeDocument/2006/relationships/image" Target="/ppt/media/image2.svg" Id="R9de481771fde44a6" /><Relationship Type="http://schemas.openxmlformats.org/officeDocument/2006/relationships/notesSlide" Target="/ppt/notesSlides/notesSlide2.xml" Id="R1603fc7352e344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da759ec634841" /><Relationship Type="http://schemas.openxmlformats.org/officeDocument/2006/relationships/image" Target="/ppt/media/image4.png" Id="R9d8ff799f8464b7d" /><Relationship Type="http://schemas.openxmlformats.org/officeDocument/2006/relationships/image" Target="/ppt/media/image3.svg" Id="R08ee428be2904b73" /><Relationship Type="http://schemas.openxmlformats.org/officeDocument/2006/relationships/image" Target="/ppt/media/image5.png" Id="Ra2abe4569bd248d2" /><Relationship Type="http://schemas.openxmlformats.org/officeDocument/2006/relationships/image" Target="/ppt/media/image4.svg" Id="R36cf085f6e784516" /><Relationship Type="http://schemas.openxmlformats.org/officeDocument/2006/relationships/image" Target="/ppt/media/image6.png" Id="R5188dfe875d142f1" /><Relationship Type="http://schemas.openxmlformats.org/officeDocument/2006/relationships/image" Target="/ppt/media/image5.svg" Id="R984d1c25e64a4bc5" /><Relationship Type="http://schemas.openxmlformats.org/officeDocument/2006/relationships/image" Target="/ppt/media/image7.png" Id="Ra0700e142a274928" /><Relationship Type="http://schemas.openxmlformats.org/officeDocument/2006/relationships/image" Target="/ppt/media/image6.svg" Id="R4832840bb4ab43a2" /><Relationship Type="http://schemas.openxmlformats.org/officeDocument/2006/relationships/image" Target="/ppt/media/image8.png" Id="Rea11bc7541754cb6" /><Relationship Type="http://schemas.openxmlformats.org/officeDocument/2006/relationships/image" Target="/ppt/media/image7.svg" Id="Ra19a8f409830475e" /><Relationship Type="http://schemas.openxmlformats.org/officeDocument/2006/relationships/notesSlide" Target="/ppt/notesSlides/notesSlide3.xml" Id="R8c89682001dd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ecb43ef30435a" /><Relationship Type="http://schemas.openxmlformats.org/officeDocument/2006/relationships/image" Target="/ppt/media/image9.png" Id="R8090a155de074612" /><Relationship Type="http://schemas.openxmlformats.org/officeDocument/2006/relationships/image" Target="/ppt/media/image8.svg" Id="Rf16703bbc84444d4" /><Relationship Type="http://schemas.openxmlformats.org/officeDocument/2006/relationships/image" Target="/ppt/media/image10.png" Id="R8b06b0883d4a4aaf" /><Relationship Type="http://schemas.openxmlformats.org/officeDocument/2006/relationships/image" Target="/ppt/media/image9.svg" Id="Rc7b7d259d7234030" /><Relationship Type="http://schemas.openxmlformats.org/officeDocument/2006/relationships/image" Target="/ppt/media/image11.png" Id="R87e554da9ac3464a" /><Relationship Type="http://schemas.openxmlformats.org/officeDocument/2006/relationships/image" Target="/ppt/media/image10.svg" Id="R445e8c25548f48c5" /><Relationship Type="http://schemas.openxmlformats.org/officeDocument/2006/relationships/image" Target="/ppt/media/image12.png" Id="R60e6c7e36f9b4afa" /><Relationship Type="http://schemas.openxmlformats.org/officeDocument/2006/relationships/image" Target="/ppt/media/image11.svg" Id="R909fe57ca5c34cef" /><Relationship Type="http://schemas.openxmlformats.org/officeDocument/2006/relationships/notesSlide" Target="/ppt/notesSlides/notesSlide4.xml" Id="R3eaa864a9b6b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dbdc8d80c4fee" /><Relationship Type="http://schemas.openxmlformats.org/officeDocument/2006/relationships/image" Target="/ppt/media/image13.png" Id="R5da2af59f3c741e2" /><Relationship Type="http://schemas.openxmlformats.org/officeDocument/2006/relationships/image" Target="/ppt/media/image12.svg" Id="R1c0208d8b9b24ae9" /><Relationship Type="http://schemas.openxmlformats.org/officeDocument/2006/relationships/notesSlide" Target="/ppt/notesSlides/notesSlide5.xml" Id="R02dfbab88dfc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336f8dfce41d1" /><Relationship Type="http://schemas.openxmlformats.org/officeDocument/2006/relationships/image" Target="/ppt/media/image14.png" Id="Rf918c73a9329427d" /><Relationship Type="http://schemas.openxmlformats.org/officeDocument/2006/relationships/image" Target="/ppt/media/image13.svg" Id="R3f7e76a77a924f26" /><Relationship Type="http://schemas.openxmlformats.org/officeDocument/2006/relationships/image" Target="/ppt/media/image15.png" Id="R03f56ecf016647f2" /><Relationship Type="http://schemas.openxmlformats.org/officeDocument/2006/relationships/image" Target="/ppt/media/image14.svg" Id="Rf5ed8e1328b84b43" /><Relationship Type="http://schemas.openxmlformats.org/officeDocument/2006/relationships/image" Target="/ppt/media/image16.png" Id="Rf1c69a425cc148ad" /><Relationship Type="http://schemas.openxmlformats.org/officeDocument/2006/relationships/image" Target="/ppt/media/image15.svg" Id="R56674db71fb94886" /><Relationship Type="http://schemas.openxmlformats.org/officeDocument/2006/relationships/image" Target="/ppt/media/image17.png" Id="R62db8a1c7f48486a" /><Relationship Type="http://schemas.openxmlformats.org/officeDocument/2006/relationships/image" Target="/ppt/media/image16.svg" Id="R91052f3fdfce40ff" /><Relationship Type="http://schemas.openxmlformats.org/officeDocument/2006/relationships/image" Target="/ppt/media/image18.png" Id="Rb589b2de719b4da9" /><Relationship Type="http://schemas.openxmlformats.org/officeDocument/2006/relationships/image" Target="/ppt/media/image17.svg" Id="R04a60b1df4424e8a" /><Relationship Type="http://schemas.openxmlformats.org/officeDocument/2006/relationships/image" Target="/ppt/media/image19.png" Id="R7bbd309ed7f54473" /><Relationship Type="http://schemas.openxmlformats.org/officeDocument/2006/relationships/image" Target="/ppt/media/image18.svg" Id="R8ffd7e87ece94c9a" /><Relationship Type="http://schemas.openxmlformats.org/officeDocument/2006/relationships/notesSlide" Target="/ppt/notesSlides/notesSlide6.xml" Id="R64f58e8825da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a9ef22bfc4b24" /><Relationship Type="http://schemas.openxmlformats.org/officeDocument/2006/relationships/image" Target="/ppt/media/image20.png" Id="Rbd923449748b4b7a" /><Relationship Type="http://schemas.openxmlformats.org/officeDocument/2006/relationships/notesSlide" Target="/ppt/notesSlides/notesSlide7.xml" Id="Rb6648731605c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9d22ec3ec4a00" /><Relationship Type="http://schemas.openxmlformats.org/officeDocument/2006/relationships/image" Target="/ppt/media/image21.png" Id="Re3d09cf8ac2741c1" /><Relationship Type="http://schemas.openxmlformats.org/officeDocument/2006/relationships/image" Target="/ppt/media/image19.svg" Id="Rde12b7394bb34498" /><Relationship Type="http://schemas.openxmlformats.org/officeDocument/2006/relationships/notesSlide" Target="/ppt/notesSlides/notesSlide8.xml" Id="Rc1417461b08644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a8ad06ced4d9d" /><Relationship Type="http://schemas.openxmlformats.org/officeDocument/2006/relationships/image" Target="/ppt/media/image22.png" Id="Rde91a08ce63c4beb" /><Relationship Type="http://schemas.openxmlformats.org/officeDocument/2006/relationships/image" Target="/ppt/media/image20.svg" Id="Ra52db004c4734932" /><Relationship Type="http://schemas.openxmlformats.org/officeDocument/2006/relationships/image" Target="/ppt/media/image23.png" Id="R13d3bc79e1eb4f2b" /><Relationship Type="http://schemas.openxmlformats.org/officeDocument/2006/relationships/image" Target="/ppt/media/image21.svg" Id="Rfb1d1822a778493c" /><Relationship Type="http://schemas.openxmlformats.org/officeDocument/2006/relationships/image" Target="/ppt/media/image24.png" Id="Rca59a0ddadf84f78" /><Relationship Type="http://schemas.openxmlformats.org/officeDocument/2006/relationships/image" Target="/ppt/media/image22.svg" Id="R38a6926c5d904e24" /><Relationship Type="http://schemas.openxmlformats.org/officeDocument/2006/relationships/image" Target="/ppt/media/image25.png" Id="Rff9c11a86aec44f9" /><Relationship Type="http://schemas.openxmlformats.org/officeDocument/2006/relationships/image" Target="/ppt/media/image23.svg" Id="R7d024ee923c04d11" /><Relationship Type="http://schemas.openxmlformats.org/officeDocument/2006/relationships/notesSlide" Target="/ppt/notesSlides/notesSlide9.xml" Id="R08e01cac1ccb41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528d49fe74a87" /><Relationship Type="http://schemas.openxmlformats.org/officeDocument/2006/relationships/image" Target="/ppt/media/image26.png" Id="R3eddd79baa8a4579" /><Relationship Type="http://schemas.openxmlformats.org/officeDocument/2006/relationships/image" Target="/ppt/media/image24.svg" Id="R81d6f47dc0414c65" /><Relationship Type="http://schemas.openxmlformats.org/officeDocument/2006/relationships/notesSlide" Target="/ppt/notesSlides/notesSlide10.xml" Id="R32b0846ca7ed46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iagram-1">
            <a:extLst xmlns:a="http://schemas.openxmlformats.org/drawingml/2006/main">
              <a:ext uri="{FF2B5EF4-FFF2-40B4-BE49-F238E27FC236}">
                <a16:creationId xmlns:a16="http://schemas.microsoft.com/office/drawing/2014/main" id="{BF226613-D91E-4858-8A29-8AA96ADB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EXPLORATION SPRINT 2026</a:t>
            </a:r>
          </a:p>
        </p:txBody>
      </p:sp>
      <p:sp>
        <p:nvSpPr>
          <p:cNvPr id="2" name="diagram-2">
            <a:extLst xmlns:a="http://schemas.openxmlformats.org/drawingml/2006/main">
              <a:ext uri="{FF2B5EF4-FFF2-40B4-BE49-F238E27FC236}">
                <a16:creationId xmlns:a16="http://schemas.microsoft.com/office/drawing/2014/main" id="{74E9DFD0-5BED-43BF-9847-6AE5426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6953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lần</a:t>
            </a:r>
          </a:p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 khám</a:t>
            </a:r>
          </a:p>
        </p:txBody>
      </p:sp>
      <p:sp>
        <p:nvSpPr>
          <p:cNvPr id="3" name="diagram-3">
            <a:extLst xmlns:a="http://schemas.openxmlformats.org/drawingml/2006/main">
              <a:ext uri="{FF2B5EF4-FFF2-40B4-BE49-F238E27FC236}">
                <a16:creationId xmlns:a16="http://schemas.microsoft.com/office/drawing/2014/main" id="{5748F9EE-81C7-479B-80E5-4BB44E1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Hướng dẫn chuyển bước</a:t>
            </a:r>
          </a:p>
          <a:p xmlns:a="http://schemas.openxmlformats.org/drawingml/2006/main">
            <a:pPr algn="l">
              <a:defRPr sz="2400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trong lượt khám ngoại trú</a:t>
            </a:r>
          </a:p>
        </p:txBody>
      </p:sp>
      <p:sp>
        <p:nvSpPr>
          <p:cNvPr id="4" name="diagram-4">
            <a:extLst xmlns:a="http://schemas.openxmlformats.org/drawingml/2006/main">
              <a:ext uri="{FF2B5EF4-FFF2-40B4-BE49-F238E27FC236}">
                <a16:creationId xmlns:a16="http://schemas.microsoft.com/office/drawing/2014/main" id="{BCE5CB29-D72D-4919-BCE4-9C40702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Việc gì tiếp?</a:t>
            </a:r>
          </a:p>
          <a:p xmlns:a="http://schemas.openxmlformats.org/drawingml/2006/main">
            <a: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Tới đâu?</a:t>
            </a:r>
          </a:p>
          <a:p xmlns:a="http://schemas.openxmlformats.org/drawingml/2006/main">
            <a:pPr algn="l">
              <a:defRPr sz="2325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Khi nào?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83A1-D204-4DE3-BB2F-3010053873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61fba632547bb"/>
          <a:stretch xmlns:a="http://schemas.openxmlformats.org/drawingml/2006/main"/>
        </p:blipFill>
        <p:spPr>
          <a:xfrm xmlns:a="http://schemas.openxmlformats.org/drawingml/2006/main">
            <a:off x="8167688" y="2905125"/>
            <a:ext cx="2619375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diagram-5">
            <a:extLst xmlns:a="http://schemas.openxmlformats.org/drawingml/2006/main">
              <a:ext uri="{FF2B5EF4-FFF2-40B4-BE49-F238E27FC236}">
                <a16:creationId xmlns:a16="http://schemas.microsoft.com/office/drawing/2014/main" id="{ED72037D-DAB4-48EC-A996-B3EDEDE0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07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Vinmec · Bản đang hoàn thiện · 19/10/2026</a:t>
            </a:r>
          </a:p>
        </p:txBody>
      </p:sp>
      <p:sp>
        <p:nvSpPr>
          <p:cNvPr id="7" name="diagram-6">
            <a:extLst xmlns:a="http://schemas.openxmlformats.org/drawingml/2006/main">
              <a:ext uri="{FF2B5EF4-FFF2-40B4-BE49-F238E27FC236}">
                <a16:creationId xmlns:a16="http://schemas.microsoft.com/office/drawing/2014/main" id="{12377B85-7FC2-43D5-8FB4-89F4B81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00775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7745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7">
            <a:extLst xmlns:a="http://schemas.openxmlformats.org/drawingml/2006/main">
              <a:ext uri="{FF2B5EF4-FFF2-40B4-BE49-F238E27FC236}">
                <a16:creationId xmlns:a16="http://schemas.microsoft.com/office/drawing/2014/main" id="{F62FB017-A2BB-4CFC-BD35-80AA9551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Nghiên cứu trải nghiệm</a:t>
            </a:r>
          </a:p>
        </p:txBody>
      </p:sp>
      <p:sp>
        <p:nvSpPr>
          <p:cNvPr id="2" name="diagram-8">
            <a:extLst xmlns:a="http://schemas.openxmlformats.org/drawingml/2006/main">
              <a:ext uri="{FF2B5EF4-FFF2-40B4-BE49-F238E27FC236}">
                <a16:creationId xmlns:a16="http://schemas.microsoft.com/office/drawing/2014/main" id="{68D04336-9180-4BB4-83AE-9756747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cuộc phỏng vấn và một trải nghiệm tự thuật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CD55D-014B-43E0-8B19-33576A016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12bfa3d548b9">
            <a:extLst>
              <a:ext uri="{96DAC541-7B7A-43D3-8B79-37D633B846F1}">
                <asvg:svgBlip xmlns:asvg="http://schemas.microsoft.com/office/drawing/2016/SVG/main" r:embed="R2a2aec02177848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2333625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15301-4BB3-4FD3-9447-D9C3454F2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0aec45ebf4313">
            <a:extLst>
              <a:ext uri="{96DAC541-7B7A-43D3-8B79-37D633B846F1}">
                <asvg:svgBlip xmlns:asvg="http://schemas.microsoft.com/office/drawing/2016/SVG/main" r:embed="R9de481771fde44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0" y="2333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diagram-9">
            <a:extLst xmlns:a="http://schemas.openxmlformats.org/drawingml/2006/main">
              <a:ext uri="{FF2B5EF4-FFF2-40B4-BE49-F238E27FC236}">
                <a16:creationId xmlns:a16="http://schemas.microsoft.com/office/drawing/2014/main" id="{98D1FB1A-8DCF-4E9A-B117-9998233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03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diagram-10">
            <a:extLst xmlns:a="http://schemas.openxmlformats.org/drawingml/2006/main">
              <a:ext uri="{FF2B5EF4-FFF2-40B4-BE49-F238E27FC236}">
                <a16:creationId xmlns:a16="http://schemas.microsoft.com/office/drawing/2014/main" id="{87E4426D-4CED-481C-916D-A7048411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Cuộc phỏng vấn</a:t>
            </a:r>
          </a:p>
        </p:txBody>
      </p:sp>
      <p:sp>
        <p:nvSpPr>
          <p:cNvPr id="7" name="diagram-11">
            <a:extLst xmlns:a="http://schemas.openxmlformats.org/drawingml/2006/main">
              <a:ext uri="{FF2B5EF4-FFF2-40B4-BE49-F238E27FC236}">
                <a16:creationId xmlns:a16="http://schemas.microsoft.com/office/drawing/2014/main" id="{2B9D329E-BB4E-4925-91E9-166AFDA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Trải nghiệm được người tham gia kể lại</a:t>
            </a:r>
          </a:p>
        </p:txBody>
      </p:sp>
      <p:sp>
        <p:nvSpPr>
          <p:cNvPr id="8" name="diagram-12">
            <a:extLst xmlns:a="http://schemas.openxmlformats.org/drawingml/2006/main">
              <a:ext uri="{FF2B5EF4-FFF2-40B4-BE49-F238E27FC236}">
                <a16:creationId xmlns:a16="http://schemas.microsoft.com/office/drawing/2014/main" id="{5500A6E2-BBBE-4F27-8E13-B5E222B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03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diagram-13">
            <a:extLst xmlns:a="http://schemas.openxmlformats.org/drawingml/2006/main">
              <a:ext uri="{FF2B5EF4-FFF2-40B4-BE49-F238E27FC236}">
                <a16:creationId xmlns:a16="http://schemas.microsoft.com/office/drawing/2014/main" id="{5FC1F905-F348-41DD-8681-CF743D34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Trải nghiệm tự thuật</a:t>
            </a:r>
          </a:p>
        </p:txBody>
      </p:sp>
      <p:sp>
        <p:nvSpPr>
          <p:cNvPr id="10" name="diagram-14">
            <a:extLst xmlns:a="http://schemas.openxmlformats.org/drawingml/2006/main">
              <a:ext uri="{FF2B5EF4-FFF2-40B4-BE49-F238E27FC236}">
                <a16:creationId xmlns:a16="http://schemas.microsoft.com/office/drawing/2014/main" id="{BA6AFEE6-D609-4D8A-B2B7-C37F97A9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Góc nhìn của người làm bài</a:t>
            </a:r>
          </a:p>
        </p:txBody>
      </p:sp>
      <p:sp>
        <p:nvSpPr>
          <p:cNvPr id="11" name="diagram-15">
            <a:extLst xmlns:a="http://schemas.openxmlformats.org/drawingml/2006/main">
              <a:ext uri="{FF2B5EF4-FFF2-40B4-BE49-F238E27FC236}">
                <a16:creationId xmlns:a16="http://schemas.microsoft.com/office/drawing/2014/main" id="{7ADD0C11-EC27-484B-B752-2424234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6">
            <a:extLst xmlns:a="http://schemas.openxmlformats.org/drawingml/2006/main">
              <a:ext uri="{FF2B5EF4-FFF2-40B4-BE49-F238E27FC236}">
                <a16:creationId xmlns:a16="http://schemas.microsoft.com/office/drawing/2014/main" id="{8E94D6AE-C2AE-4706-9075-91693D5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Tổng hợp hành vi, cảm nhận và điểm vướng để xác định nhu cầu.</a:t>
            </a:r>
          </a:p>
        </p:txBody>
      </p:sp>
      <p:sp>
        <p:nvSpPr>
          <p:cNvPr id="13" name="diagram-17">
            <a:extLst xmlns:a="http://schemas.openxmlformats.org/drawingml/2006/main">
              <a:ext uri="{FF2B5EF4-FFF2-40B4-BE49-F238E27FC236}">
                <a16:creationId xmlns:a16="http://schemas.microsoft.com/office/drawing/2014/main" id="{783DB686-7CB2-40B3-BB4A-F26BAAC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liệu ẩn danh; ghi chép diễn giải; mẫu nghiên cứu còn nhỏ.</a:t>
            </a:r>
          </a:p>
        </p:txBody>
      </p:sp>
      <p:sp>
        <p:nvSpPr>
          <p:cNvPr id="14" name="diagram-18">
            <a:extLst xmlns:a="http://schemas.openxmlformats.org/drawingml/2006/main">
              <a:ext uri="{FF2B5EF4-FFF2-40B4-BE49-F238E27FC236}">
                <a16:creationId xmlns:a16="http://schemas.microsoft.com/office/drawing/2014/main" id="{D02AC9F9-7C5F-421C-A004-B3EA4DD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8758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diagram-19">
            <a:extLst xmlns:a="http://schemas.openxmlformats.org/drawingml/2006/main">
              <a:ext uri="{FF2B5EF4-FFF2-40B4-BE49-F238E27FC236}">
                <a16:creationId xmlns:a16="http://schemas.microsoft.com/office/drawing/2014/main" id="{6182C4E4-E68B-4C47-BBC0-6B114219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Điểm đau nằm ở các lần chuyển bước</a:t>
            </a:r>
          </a:p>
        </p:txBody>
      </p:sp>
      <p:sp>
        <p:nvSpPr>
          <p:cNvPr id="2" name="diagram-20">
            <a:extLst xmlns:a="http://schemas.openxmlformats.org/drawingml/2006/main">
              <a:ext uri="{FF2B5EF4-FFF2-40B4-BE49-F238E27FC236}">
                <a16:creationId xmlns:a16="http://schemas.microsoft.com/office/drawing/2014/main" id="{98E7FB47-82E1-4C4B-A280-F9FBDD9B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Dòng việc tiếp tục, nhưng thông tin để quyết định có thể bị đứt đoạn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8316E-E5BC-4FBA-ACB5-255F48DA0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ff799f8464b7d">
            <a:extLst>
              <a:ext uri="{96DAC541-7B7A-43D3-8B79-37D633B846F1}">
                <asvg:svgBlip xmlns:asvg="http://schemas.microsoft.com/office/drawing/2016/SVG/main" r:embed="R08ee428be2904b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590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7F14-A2D1-4022-A8BD-A192D0E524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be4569bd248d2">
            <a:extLst>
              <a:ext uri="{96DAC541-7B7A-43D3-8B79-37D633B846F1}">
                <asvg:svgBlip xmlns:asvg="http://schemas.microsoft.com/office/drawing/2016/SVG/main" r:embed="R36cf085f6e7845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09975" y="2590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97039-7274-42CF-910A-C19A44EA4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8dfe875d142f1">
            <a:extLst>
              <a:ext uri="{96DAC541-7B7A-43D3-8B79-37D633B846F1}">
                <asvg:svgBlip xmlns:asvg="http://schemas.microsoft.com/office/drawing/2016/SVG/main" r:embed="R984d1c25e64a4b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43600" y="2590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76863-A3E9-427A-BC49-123B79628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0e142a274928">
            <a:extLst>
              <a:ext uri="{96DAC541-7B7A-43D3-8B79-37D633B846F1}">
                <asvg:svgBlip xmlns:asvg="http://schemas.microsoft.com/office/drawing/2016/SVG/main" r:embed="R4832840bb4ab43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77225" y="2590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F5FAA-2DE8-4B82-94DA-DB5581400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1bc7541754cb6">
            <a:extLst>
              <a:ext uri="{96DAC541-7B7A-43D3-8B79-37D633B846F1}">
                <asvg:svgBlip xmlns:asvg="http://schemas.microsoft.com/office/drawing/2016/SVG/main" r:embed="Ra19a8f40983047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10850" y="2590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diagram-21">
            <a:extLst xmlns:a="http://schemas.openxmlformats.org/drawingml/2006/main">
              <a:ext uri="{FF2B5EF4-FFF2-40B4-BE49-F238E27FC236}">
                <a16:creationId xmlns:a16="http://schemas.microsoft.com/office/drawing/2014/main" id="{666E0BC0-7B96-4021-B251-3812A08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9" name="diagram-22">
            <a:extLst xmlns:a="http://schemas.openxmlformats.org/drawingml/2006/main">
              <a:ext uri="{FF2B5EF4-FFF2-40B4-BE49-F238E27FC236}">
                <a16:creationId xmlns:a16="http://schemas.microsoft.com/office/drawing/2014/main" id="{BF657A17-A08B-40F1-B812-4BD98A3D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Rời phòng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10" name="diagram-23">
            <a:extLst xmlns:a="http://schemas.openxmlformats.org/drawingml/2006/main">
              <a:ext uri="{FF2B5EF4-FFF2-40B4-BE49-F238E27FC236}">
                <a16:creationId xmlns:a16="http://schemas.microsoft.com/office/drawing/2014/main" id="{88DD5607-AF27-4001-A9A7-CFA9F6DA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1" name="diagram-24">
            <a:extLst xmlns:a="http://schemas.openxmlformats.org/drawingml/2006/main">
              <a:ext uri="{FF2B5EF4-FFF2-40B4-BE49-F238E27FC236}">
                <a16:creationId xmlns:a16="http://schemas.microsoft.com/office/drawing/2014/main" id="{8CC389A0-E59F-47ED-B06E-D6B8AFD3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Tìm điểm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diagram-25">
            <a:extLst xmlns:a="http://schemas.openxmlformats.org/drawingml/2006/main">
              <a:ext uri="{FF2B5EF4-FFF2-40B4-BE49-F238E27FC236}">
                <a16:creationId xmlns:a16="http://schemas.microsoft.com/office/drawing/2014/main" id="{A7C8EC5F-25C1-432B-9FE3-37BF20C1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3" name="diagram-26">
            <a:extLst xmlns:a="http://schemas.openxmlformats.org/drawingml/2006/main">
              <a:ext uri="{FF2B5EF4-FFF2-40B4-BE49-F238E27FC236}">
                <a16:creationId xmlns:a16="http://schemas.microsoft.com/office/drawing/2014/main" id="{52BDC653-ADFD-4C83-9F65-3F877D6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Thực hiện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14" name="diagram-27">
            <a:extLst xmlns:a="http://schemas.openxmlformats.org/drawingml/2006/main">
              <a:ext uri="{FF2B5EF4-FFF2-40B4-BE49-F238E27FC236}">
                <a16:creationId xmlns:a16="http://schemas.microsoft.com/office/drawing/2014/main" id="{D07C7C12-816A-49CD-9927-E645EB17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5" name="diagram-28">
            <a:extLst xmlns:a="http://schemas.openxmlformats.org/drawingml/2006/main">
              <a:ext uri="{FF2B5EF4-FFF2-40B4-BE49-F238E27FC236}">
                <a16:creationId xmlns:a16="http://schemas.microsoft.com/office/drawing/2014/main" id="{14F85AC7-C4F4-45B0-A22C-9E9B2060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 và nhận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6" name="diagram-29">
            <a:extLst xmlns:a="http://schemas.openxmlformats.org/drawingml/2006/main">
              <a:ext uri="{FF2B5EF4-FFF2-40B4-BE49-F238E27FC236}">
                <a16:creationId xmlns:a16="http://schemas.microsoft.com/office/drawing/2014/main" id="{192ACB00-E15F-412E-99B7-8217BAA5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7" name="diagram-30">
            <a:extLst xmlns:a="http://schemas.openxmlformats.org/drawingml/2006/main">
              <a:ext uri="{FF2B5EF4-FFF2-40B4-BE49-F238E27FC236}">
                <a16:creationId xmlns:a16="http://schemas.microsoft.com/office/drawing/2014/main" id="{7F0C8952-C789-426C-9707-6E41A47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Quay lại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bác sĩ</a:t>
            </a:r>
          </a:p>
        </p:txBody>
      </p:sp>
      <p:sp>
        <p:nvSpPr>
          <p:cNvPr id="18" name="diagram-31">
            <a:extLst xmlns:a="http://schemas.openxmlformats.org/drawingml/2006/main">
              <a:ext uri="{FF2B5EF4-FFF2-40B4-BE49-F238E27FC236}">
                <a16:creationId xmlns:a16="http://schemas.microsoft.com/office/drawing/2014/main" id="{E61226D9-26FE-4FF3-9B77-7D10F37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agram-32">
            <a:extLst xmlns:a="http://schemas.openxmlformats.org/drawingml/2006/main">
              <a:ext uri="{FF2B5EF4-FFF2-40B4-BE49-F238E27FC236}">
                <a16:creationId xmlns:a16="http://schemas.microsoft.com/office/drawing/2014/main" id="{0C067486-E4DB-4FDE-9B51-1DE238E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agram-33">
            <a:extLst xmlns:a="http://schemas.openxmlformats.org/drawingml/2006/main">
              <a:ext uri="{FF2B5EF4-FFF2-40B4-BE49-F238E27FC236}">
                <a16:creationId xmlns:a16="http://schemas.microsoft.com/office/drawing/2014/main" id="{6E7D4469-34D8-48FD-B93E-45E437F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34">
            <a:extLst xmlns:a="http://schemas.openxmlformats.org/drawingml/2006/main">
              <a:ext uri="{FF2B5EF4-FFF2-40B4-BE49-F238E27FC236}">
                <a16:creationId xmlns:a16="http://schemas.microsoft.com/office/drawing/2014/main" id="{96C8659C-935C-46E1-9C75-6D5E949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diagram-35">
            <a:extLst xmlns:a="http://schemas.openxmlformats.org/drawingml/2006/main">
              <a:ext uri="{FF2B5EF4-FFF2-40B4-BE49-F238E27FC236}">
                <a16:creationId xmlns:a16="http://schemas.microsoft.com/office/drawing/2014/main" id="{09676A3D-3E38-4789-9D1C-EC97858C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619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agram-36">
            <a:extLst xmlns:a="http://schemas.openxmlformats.org/drawingml/2006/main">
              <a:ext uri="{FF2B5EF4-FFF2-40B4-BE49-F238E27FC236}">
                <a16:creationId xmlns:a16="http://schemas.microsoft.com/office/drawing/2014/main" id="{350C387E-2041-4E6E-AF1E-03C67CA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agram-37">
            <a:extLst xmlns:a="http://schemas.openxmlformats.org/drawingml/2006/main">
              <a:ext uri="{FF2B5EF4-FFF2-40B4-BE49-F238E27FC236}">
                <a16:creationId xmlns:a16="http://schemas.microsoft.com/office/drawing/2014/main" id="{DF8F981E-9706-4A4E-BA34-62A6AB3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38">
            <a:extLst xmlns:a="http://schemas.openxmlformats.org/drawingml/2006/main">
              <a:ext uri="{FF2B5EF4-FFF2-40B4-BE49-F238E27FC236}">
                <a16:creationId xmlns:a16="http://schemas.microsoft.com/office/drawing/2014/main" id="{C659A4F4-7549-473D-9183-A4A15CD6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agram-39">
            <a:extLst xmlns:a="http://schemas.openxmlformats.org/drawingml/2006/main">
              <a:ext uri="{FF2B5EF4-FFF2-40B4-BE49-F238E27FC236}">
                <a16:creationId xmlns:a16="http://schemas.microsoft.com/office/drawing/2014/main" id="{E8AE0B24-4855-4345-94AB-B768E26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7" name="diagram-40">
            <a:extLst xmlns:a="http://schemas.openxmlformats.org/drawingml/2006/main">
              <a:ext uri="{FF2B5EF4-FFF2-40B4-BE49-F238E27FC236}">
                <a16:creationId xmlns:a16="http://schemas.microsoft.com/office/drawing/2014/main" id="{32FB0A58-49BE-4FCD-A66B-EDAA4A3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iagram-41">
            <a:extLst xmlns:a="http://schemas.openxmlformats.org/drawingml/2006/main">
              <a:ext uri="{FF2B5EF4-FFF2-40B4-BE49-F238E27FC236}">
                <a16:creationId xmlns:a16="http://schemas.microsoft.com/office/drawing/2014/main" id="{E3102A5B-7FA6-4C86-836F-FD5D830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agram-42">
            <a:extLst xmlns:a="http://schemas.openxmlformats.org/drawingml/2006/main">
              <a:ext uri="{FF2B5EF4-FFF2-40B4-BE49-F238E27FC236}">
                <a16:creationId xmlns:a16="http://schemas.microsoft.com/office/drawing/2014/main" id="{C18FFE79-AFF1-44F2-B897-60C0A7D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agram-43">
            <a:extLst xmlns:a="http://schemas.openxmlformats.org/drawingml/2006/main">
              <a:ext uri="{FF2B5EF4-FFF2-40B4-BE49-F238E27FC236}">
                <a16:creationId xmlns:a16="http://schemas.microsoft.com/office/drawing/2014/main" id="{DCBD9ECE-3EE8-4326-A475-BFB60FA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1" name="diagram-44">
            <a:extLst xmlns:a="http://schemas.openxmlformats.org/drawingml/2006/main">
              <a:ext uri="{FF2B5EF4-FFF2-40B4-BE49-F238E27FC236}">
                <a16:creationId xmlns:a16="http://schemas.microsoft.com/office/drawing/2014/main" id="{7C7FE5BF-D735-4DDD-9C86-786AF1DA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bước tiếp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và nơi cần đến</a:t>
            </a:r>
          </a:p>
        </p:txBody>
      </p:sp>
      <p:sp>
        <p:nvSpPr>
          <p:cNvPr id="32" name="diagram-45">
            <a:extLst xmlns:a="http://schemas.openxmlformats.org/drawingml/2006/main">
              <a:ext uri="{FF2B5EF4-FFF2-40B4-BE49-F238E27FC236}">
                <a16:creationId xmlns:a16="http://schemas.microsoft.com/office/drawing/2014/main" id="{5711150F-3265-4CD7-A6D4-900F88EF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Khó biết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diễn tiến</a:t>
            </a:r>
          </a:p>
        </p:txBody>
      </p:sp>
      <p:sp>
        <p:nvSpPr>
          <p:cNvPr id="33" name="diagram-46">
            <a:extLst xmlns:a="http://schemas.openxmlformats.org/drawingml/2006/main">
              <a:ext uri="{FF2B5EF4-FFF2-40B4-BE49-F238E27FC236}">
                <a16:creationId xmlns:a16="http://schemas.microsoft.com/office/drawing/2014/main" id="{A072F8AF-7ABA-4ACE-BE73-69057822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lúc nào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có thể quay lại</a:t>
            </a:r>
          </a:p>
        </p:txBody>
      </p:sp>
      <p:sp>
        <p:nvSpPr>
          <p:cNvPr id="34" name="diagram-47">
            <a:extLst xmlns:a="http://schemas.openxmlformats.org/drawingml/2006/main">
              <a:ext uri="{FF2B5EF4-FFF2-40B4-BE49-F238E27FC236}">
                <a16:creationId xmlns:a16="http://schemas.microsoft.com/office/drawing/2014/main" id="{5F18971B-EDE0-4420-A867-362F26B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938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agram-48">
            <a:extLst xmlns:a="http://schemas.openxmlformats.org/drawingml/2006/main">
              <a:ext uri="{FF2B5EF4-FFF2-40B4-BE49-F238E27FC236}">
                <a16:creationId xmlns:a16="http://schemas.microsoft.com/office/drawing/2014/main" id="{17E3A086-AB77-45F9-8CFC-474D69E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Tìm giấy hoặc hỏi nhân viên để nối lại thông tin</a:t>
            </a:r>
          </a:p>
        </p:txBody>
      </p:sp>
      <p:sp>
        <p:nvSpPr>
          <p:cNvPr id="36" name="diagram-49">
            <a:extLst xmlns:a="http://schemas.openxmlformats.org/drawingml/2006/main">
              <a:ext uri="{FF2B5EF4-FFF2-40B4-BE49-F238E27FC236}">
                <a16:creationId xmlns:a16="http://schemas.microsoft.com/office/drawing/2014/main" id="{77195D66-BB7E-4485-AFEE-DBFA93A1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  Điểm đứt mạch thông tin</a:t>
            </a:r>
          </a:p>
        </p:txBody>
      </p:sp>
      <p:sp>
        <p:nvSpPr>
          <p:cNvPr id="37" name="diagram-50">
            <a:extLst xmlns:a="http://schemas.openxmlformats.org/drawingml/2006/main">
              <a:ext uri="{FF2B5EF4-FFF2-40B4-BE49-F238E27FC236}">
                <a16:creationId xmlns:a16="http://schemas.microsoft.com/office/drawing/2014/main" id="{4205510B-9982-41A1-B67F-13BA891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Sơ đồ tổng hợp các tình huống nghiên cứu, không phải hành trình của một người.</a:t>
            </a:r>
          </a:p>
        </p:txBody>
      </p:sp>
      <p:sp>
        <p:nvSpPr>
          <p:cNvPr id="38" name="diagram-51">
            <a:extLst xmlns:a="http://schemas.openxmlformats.org/drawingml/2006/main">
              <a:ext uri="{FF2B5EF4-FFF2-40B4-BE49-F238E27FC236}">
                <a16:creationId xmlns:a16="http://schemas.microsoft.com/office/drawing/2014/main" id="{D3023A26-B18D-490B-9EBA-005CD59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3866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F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52">
            <a:extLst xmlns:a="http://schemas.openxmlformats.org/drawingml/2006/main">
              <a:ext uri="{FF2B5EF4-FFF2-40B4-BE49-F238E27FC236}">
                <a16:creationId xmlns:a16="http://schemas.microsoft.com/office/drawing/2014/main" id="{081091F1-3BD3-4BDE-BAA9-12322864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Nhu cầu trọng tâm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7D05A-5683-47DC-8182-6576513D0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0a155de074612">
            <a:extLst>
              <a:ext uri="{96DAC541-7B7A-43D3-8B79-37D633B846F1}">
                <asvg:svgBlip xmlns:asvg="http://schemas.microsoft.com/office/drawing/2016/SVG/main" r:embed="Rf16703bbc84444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0" y="428625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37F4-3F4A-4AA9-9BAF-E437F7CD3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6b0883d4a4aaf">
            <a:extLst>
              <a:ext uri="{96DAC541-7B7A-43D3-8B79-37D633B846F1}">
                <asvg:svgBlip xmlns:asvg="http://schemas.microsoft.com/office/drawing/2016/SVG/main" r:embed="Rc7b7d259d72340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343852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78069-CE57-4E92-9E8A-08B4CAFDB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554da9ac3464a">
            <a:extLst>
              <a:ext uri="{96DAC541-7B7A-43D3-8B79-37D633B846F1}">
                <asvg:svgBlip xmlns:asvg="http://schemas.microsoft.com/office/drawing/2016/SVG/main" r:embed="R445e8c25548f48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0" y="343852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3591C-DD94-4753-A8B9-995A5C6EF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6c7e36f9b4afa">
            <a:extLst>
              <a:ext uri="{96DAC541-7B7A-43D3-8B79-37D633B846F1}">
                <asvg:svgBlip xmlns:asvg="http://schemas.microsoft.com/office/drawing/2016/SVG/main" r:embed="R909fe57ca5c3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4385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" name="diagram-53">
            <a:extLst xmlns:a="http://schemas.openxmlformats.org/drawingml/2006/main">
              <a:ext uri="{FF2B5EF4-FFF2-40B4-BE49-F238E27FC236}">
                <a16:creationId xmlns:a16="http://schemas.microsoft.com/office/drawing/2014/main" id="{A7A6C817-0A5D-4971-B874-4794767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Biết đúng bước tiếp theo,</a:t>
            </a:r>
          </a:p>
          <a:p xmlns:a="http://schemas.openxmlformats.org/drawingml/2006/main">
            <a:pPr algn="l">
              <a:defRPr sz="36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đúng nơi và đúng thời điểm.</a:t>
            </a:r>
          </a:p>
        </p:txBody>
      </p:sp>
      <p:sp>
        <p:nvSpPr>
          <p:cNvPr id="7" name="diagram-54">
            <a:extLst xmlns:a="http://schemas.openxmlformats.org/drawingml/2006/main">
              <a:ext uri="{FF2B5EF4-FFF2-40B4-BE49-F238E27FC236}">
                <a16:creationId xmlns:a16="http://schemas.microsoft.com/office/drawing/2014/main" id="{3907D865-BAA7-4FDB-8F2F-28E586B5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CHO AI</a:t>
            </a:r>
          </a:p>
        </p:txBody>
      </p:sp>
      <p:sp>
        <p:nvSpPr>
          <p:cNvPr id="8" name="diagram-55">
            <a:extLst xmlns:a="http://schemas.openxmlformats.org/drawingml/2006/main">
              <a:ext uri="{FF2B5EF4-FFF2-40B4-BE49-F238E27FC236}">
                <a16:creationId xmlns:a16="http://schemas.microsoft.com/office/drawing/2014/main" id="{120E31AE-C1DB-40E8-BE26-9F302B9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Người khám ngoại trú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qua nhiều điểm dịch vụ</a:t>
            </a:r>
          </a:p>
        </p:txBody>
      </p:sp>
      <p:sp>
        <p:nvSpPr>
          <p:cNvPr id="9" name="diagram-56">
            <a:extLst xmlns:a="http://schemas.openxmlformats.org/drawingml/2006/main">
              <a:ext uri="{FF2B5EF4-FFF2-40B4-BE49-F238E27FC236}">
                <a16:creationId xmlns:a16="http://schemas.microsoft.com/office/drawing/2014/main" id="{86926421-620A-4C5B-9810-E8865830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VẤN ĐỀ</a:t>
            </a:r>
          </a:p>
        </p:txBody>
      </p:sp>
      <p:sp>
        <p:nvSpPr>
          <p:cNvPr id="10" name="diagram-57">
            <a:extLst xmlns:a="http://schemas.openxmlformats.org/drawingml/2006/main">
              <a:ext uri="{FF2B5EF4-FFF2-40B4-BE49-F238E27FC236}">
                <a16:creationId xmlns:a16="http://schemas.microsoft.com/office/drawing/2014/main" id="{8C208B28-42F3-4FA2-BFB5-07C51FE1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291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Thông tin chuyển bước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chưa liền mạch</a:t>
            </a:r>
          </a:p>
        </p:txBody>
      </p:sp>
      <p:sp>
        <p:nvSpPr>
          <p:cNvPr id="11" name="diagram-58">
            <a:extLst xmlns:a="http://schemas.openxmlformats.org/drawingml/2006/main">
              <a:ext uri="{FF2B5EF4-FFF2-40B4-BE49-F238E27FC236}">
                <a16:creationId xmlns:a16="http://schemas.microsoft.com/office/drawing/2014/main" id="{739DA904-A6B4-40E5-9B27-1E1A232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MONG MUỐN</a:t>
            </a:r>
          </a:p>
        </p:txBody>
      </p:sp>
      <p:sp>
        <p:nvSpPr>
          <p:cNvPr id="12" name="diagram-59">
            <a:extLst xmlns:a="http://schemas.openxmlformats.org/drawingml/2006/main">
              <a:ext uri="{FF2B5EF4-FFF2-40B4-BE49-F238E27FC236}">
                <a16:creationId xmlns:a16="http://schemas.microsoft.com/office/drawing/2014/main" id="{DCC235FD-E816-4B20-B3B7-D5497F3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Giảm hỏi lại, chờ và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 chuyển không cần thiết</a:t>
            </a:r>
          </a:p>
        </p:txBody>
      </p:sp>
      <p:sp>
        <p:nvSpPr>
          <p:cNvPr id="13" name="diagram-60">
            <a:extLst xmlns:a="http://schemas.openxmlformats.org/drawingml/2006/main">
              <a:ext uri="{FF2B5EF4-FFF2-40B4-BE49-F238E27FC236}">
                <a16:creationId xmlns:a16="http://schemas.microsoft.com/office/drawing/2014/main" id="{FC3A4C4B-B0B9-4858-BE2F-1E8FE35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 thuyết thiết kế; cần kiểm chứng hiệu quả với người dùng.</a:t>
            </a:r>
          </a:p>
        </p:txBody>
      </p:sp>
      <p:sp>
        <p:nvSpPr>
          <p:cNvPr id="14" name="diagram-61">
            <a:extLst xmlns:a="http://schemas.openxmlformats.org/drawingml/2006/main">
              <a:ext uri="{FF2B5EF4-FFF2-40B4-BE49-F238E27FC236}">
                <a16:creationId xmlns:a16="http://schemas.microsoft.com/office/drawing/2014/main" id="{ED3814C2-C8B0-47E2-957D-3FB23A6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508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62">
            <a:extLst xmlns:a="http://schemas.openxmlformats.org/drawingml/2006/main">
              <a:ext uri="{FF2B5EF4-FFF2-40B4-BE49-F238E27FC236}">
                <a16:creationId xmlns:a16="http://schemas.microsoft.com/office/drawing/2014/main" id="{1891703F-CF56-400A-A64B-CFFCADD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 thực hành quốc tế tham khảo</a:t>
            </a:r>
          </a:p>
        </p:txBody>
      </p:sp>
      <p:sp>
        <p:nvSpPr>
          <p:cNvPr id="2" name="diagram-63">
            <a:extLst xmlns:a="http://schemas.openxmlformats.org/drawingml/2006/main">
              <a:ext uri="{FF2B5EF4-FFF2-40B4-BE49-F238E27FC236}">
                <a16:creationId xmlns:a16="http://schemas.microsoft.com/office/drawing/2014/main" id="{8E24125F-0377-4363-9868-8B70C36C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Bài học áp dụng cho hướng dẫn chuyển bước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E2497-0AF7-42AD-9834-9D164B5A1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2af59f3c741e2">
            <a:extLst>
              <a:ext uri="{96DAC541-7B7A-43D3-8B79-37D633B846F1}">
                <asvg:svgBlip xmlns:asvg="http://schemas.microsoft.com/office/drawing/2016/SVG/main" r:embed="R1c0208d8b9b24a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4572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diagram-64">
            <a:extLst xmlns:a="http://schemas.openxmlformats.org/drawingml/2006/main">
              <a:ext uri="{FF2B5EF4-FFF2-40B4-BE49-F238E27FC236}">
                <a16:creationId xmlns:a16="http://schemas.microsoft.com/office/drawing/2014/main" id="{419C762C-C4CC-48F7-A458-86669277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CUH Directions</a:t>
            </a:r>
          </a:p>
        </p:txBody>
      </p:sp>
      <p:sp>
        <p:nvSpPr>
          <p:cNvPr id="5" name="diagram-65">
            <a:extLst xmlns:a="http://schemas.openxmlformats.org/drawingml/2006/main">
              <a:ext uri="{FF2B5EF4-FFF2-40B4-BE49-F238E27FC236}">
                <a16:creationId xmlns:a16="http://schemas.microsoft.com/office/drawing/2014/main" id="{3949581D-00E5-4C8F-8932-BEDF22F6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Anh</a:t>
            </a:r>
          </a:p>
        </p:txBody>
      </p:sp>
      <p:sp>
        <p:nvSpPr>
          <p:cNvPr id="6" name="diagram-66">
            <a:extLst xmlns:a="http://schemas.openxmlformats.org/drawingml/2006/main">
              <a:ext uri="{FF2B5EF4-FFF2-40B4-BE49-F238E27FC236}">
                <a16:creationId xmlns:a16="http://schemas.microsoft.com/office/drawing/2014/main" id="{5C9CCF40-F243-4BFC-AD93-631B2CD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85975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Chỉ dẫn theo chặng, dùng mốc dễ nhận ra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và xác nhận điểm xuất phát.</a:t>
            </a:r>
          </a:p>
        </p:txBody>
      </p:sp>
      <p:sp>
        <p:nvSpPr>
          <p:cNvPr id="7" name="diagram-67">
            <a:extLst xmlns:a="http://schemas.openxmlformats.org/drawingml/2006/main">
              <a:ext uri="{FF2B5EF4-FFF2-40B4-BE49-F238E27FC236}">
                <a16:creationId xmlns:a16="http://schemas.microsoft.com/office/drawing/2014/main" id="{C1E40EA9-878F-4F1A-8347-E3AA208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68">
            <a:extLst xmlns:a="http://schemas.openxmlformats.org/drawingml/2006/main">
              <a:ext uri="{FF2B5EF4-FFF2-40B4-BE49-F238E27FC236}">
                <a16:creationId xmlns:a16="http://schemas.microsoft.com/office/drawing/2014/main" id="{9239660B-F7FC-499D-8EA1-3412D092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Mayo Clinic</a:t>
            </a:r>
          </a:p>
        </p:txBody>
      </p:sp>
      <p:sp>
        <p:nvSpPr>
          <p:cNvPr id="9" name="diagram-69">
            <a:extLst xmlns:a="http://schemas.openxmlformats.org/drawingml/2006/main">
              <a:ext uri="{FF2B5EF4-FFF2-40B4-BE49-F238E27FC236}">
                <a16:creationId xmlns:a16="http://schemas.microsoft.com/office/drawing/2014/main" id="{30FAE30F-BC50-4A78-9592-ED0F443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Đặt lịch trực tuyến</a:t>
            </a:r>
          </a:p>
        </p:txBody>
      </p:sp>
      <p:sp>
        <p:nvSpPr>
          <p:cNvPr id="10" name="diagram-70">
            <a:extLst xmlns:a="http://schemas.openxmlformats.org/drawingml/2006/main">
              <a:ext uri="{FF2B5EF4-FFF2-40B4-BE49-F238E27FC236}">
                <a16:creationId xmlns:a16="http://schemas.microsoft.com/office/drawing/2014/main" id="{29DCC99F-AC21-4946-87B9-B4AD4B1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Phân biệt gửi yêu cầu với đã hoàn tất;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 người dùng tìm lại chi tiết.</a:t>
            </a:r>
          </a:p>
        </p:txBody>
      </p:sp>
      <p:sp>
        <p:nvSpPr>
          <p:cNvPr id="11" name="diagram-71">
            <a:extLst xmlns:a="http://schemas.openxmlformats.org/drawingml/2006/main">
              <a:ext uri="{FF2B5EF4-FFF2-40B4-BE49-F238E27FC236}">
                <a16:creationId xmlns:a16="http://schemas.microsoft.com/office/drawing/2014/main" id="{0958DF03-9960-4D2A-95D8-03E7862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72">
            <a:extLst xmlns:a="http://schemas.openxmlformats.org/drawingml/2006/main">
              <a:ext uri="{FF2B5EF4-FFF2-40B4-BE49-F238E27FC236}">
                <a16:creationId xmlns:a16="http://schemas.microsoft.com/office/drawing/2014/main" id="{62E6427C-FB78-4E99-8FA0-CEB7E3E1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Mayo Clinic</a:t>
            </a:r>
          </a:p>
        </p:txBody>
      </p:sp>
      <p:sp>
        <p:nvSpPr>
          <p:cNvPr id="13" name="diagram-73">
            <a:extLst xmlns:a="http://schemas.openxmlformats.org/drawingml/2006/main">
              <a:ext uri="{FF2B5EF4-FFF2-40B4-BE49-F238E27FC236}">
                <a16:creationId xmlns:a16="http://schemas.microsoft.com/office/drawing/2014/main" id="{E347BADE-5A6E-441C-8A47-7EB19734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Đăng ký</a:t>
            </a:r>
          </a:p>
        </p:txBody>
      </p:sp>
      <p:sp>
        <p:nvSpPr>
          <p:cNvPr id="14" name="diagram-74">
            <a:extLst xmlns:a="http://schemas.openxmlformats.org/drawingml/2006/main">
              <a:ext uri="{FF2B5EF4-FFF2-40B4-BE49-F238E27FC236}">
                <a16:creationId xmlns:a16="http://schemas.microsoft.com/office/drawing/2014/main" id="{EA871814-DDB3-4E17-9A8D-D7FFC3B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Nói rõ phần đã xong và</a:t>
            </a:r>
          </a:p>
          <a:p xmlns:a="http://schemas.openxmlformats.org/drawingml/2006/main">
            <a:pPr algn="l"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những việc còn cần xác minh.</a:t>
            </a:r>
          </a:p>
        </p:txBody>
      </p:sp>
      <p:sp>
        <p:nvSpPr>
          <p:cNvPr id="15" name="diagram-75">
            <a:extLst xmlns:a="http://schemas.openxmlformats.org/drawingml/2006/main">
              <a:ext uri="{FF2B5EF4-FFF2-40B4-BE49-F238E27FC236}">
                <a16:creationId xmlns:a16="http://schemas.microsoft.com/office/drawing/2014/main" id="{AECE4EBA-E554-470E-88E2-07805C0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Nguồn chính thức và giới hạn áp dụng giữ trong ghi chú và repo.</a:t>
            </a:r>
          </a:p>
        </p:txBody>
      </p:sp>
      <p:sp>
        <p:nvSpPr>
          <p:cNvPr id="16" name="diagram-76">
            <a:extLst xmlns:a="http://schemas.openxmlformats.org/drawingml/2006/main">
              <a:ext uri="{FF2B5EF4-FFF2-40B4-BE49-F238E27FC236}">
                <a16:creationId xmlns:a16="http://schemas.microsoft.com/office/drawing/2014/main" id="{788451BA-A572-4256-9B0A-612C7AFD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176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diagram-77">
            <a:extLst xmlns:a="http://schemas.openxmlformats.org/drawingml/2006/main">
              <a:ext uri="{FF2B5EF4-FFF2-40B4-BE49-F238E27FC236}">
                <a16:creationId xmlns:a16="http://schemas.microsoft.com/office/drawing/2014/main" id="{516F7D9D-ED68-47DE-A27C-EB99073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Prototype: hướng dẫn theo tiến độ</a:t>
            </a:r>
          </a:p>
        </p:txBody>
      </p:sp>
      <p:sp>
        <p:nvSpPr>
          <p:cNvPr id="2" name="diagram-78">
            <a:extLst xmlns:a="http://schemas.openxmlformats.org/drawingml/2006/main">
              <a:ext uri="{FF2B5EF4-FFF2-40B4-BE49-F238E27FC236}">
                <a16:creationId xmlns:a16="http://schemas.microsoft.com/office/drawing/2014/main" id="{F5431670-CCB7-4306-A880-DDF9E4B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kiện xác nhận quyết định điều kiện chuyển bước; AI diễn đạt thông tin hành chính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B2422-11D8-403C-81E6-D33D4DF0A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8c73a9329427d">
            <a:extLst>
              <a:ext uri="{96DAC541-7B7A-43D3-8B79-37D633B846F1}">
                <asvg:svgBlip xmlns:asvg="http://schemas.microsoft.com/office/drawing/2016/SVG/main" r:embed="R3f7e76a77a924f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1575" y="16764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56AE6-EBE4-40A6-AE08-E5552ECEF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56ecf016647f2">
            <a:extLst>
              <a:ext uri="{96DAC541-7B7A-43D3-8B79-37D633B846F1}">
                <asvg:svgBlip xmlns:asvg="http://schemas.microsoft.com/office/drawing/2016/SVG/main" r:embed="Rf5ed8e1328b84b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16764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F888D-4D8E-4669-B9A9-6BDFCD70E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69a425cc148ad">
            <a:extLst>
              <a:ext uri="{96DAC541-7B7A-43D3-8B79-37D633B846F1}">
                <asvg:svgBlip xmlns:asvg="http://schemas.microsoft.com/office/drawing/2016/SVG/main" r:embed="R56674db71fb948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81575" y="16764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16C99-1837-4AB0-A144-8085E51AD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b8a1c7f48486a">
            <a:extLst>
              <a:ext uri="{96DAC541-7B7A-43D3-8B79-37D633B846F1}">
                <asvg:svgBlip xmlns:asvg="http://schemas.microsoft.com/office/drawing/2016/SVG/main" r:embed="R91052f3fdfce40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6575" y="16764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5681-88DE-418F-86EF-EF4A080B2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9b2de719b4da9">
            <a:extLst>
              <a:ext uri="{96DAC541-7B7A-43D3-8B79-37D633B846F1}">
                <asvg:svgBlip xmlns:asvg="http://schemas.microsoft.com/office/drawing/2016/SVG/main" r:embed="R04a60b1df4424e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91575" y="16764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4765C-19EC-4F3F-8ECB-0C65CBDD81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d309ed7f54473">
            <a:extLst>
              <a:ext uri="{96DAC541-7B7A-43D3-8B79-37D633B846F1}">
                <asvg:svgBlip xmlns:asvg="http://schemas.microsoft.com/office/drawing/2016/SVG/main" r:embed="R8ffd7e87ece94c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96575" y="16764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diagram-79">
            <a:extLst xmlns:a="http://schemas.openxmlformats.org/drawingml/2006/main">
              <a:ext uri="{FF2B5EF4-FFF2-40B4-BE49-F238E27FC236}">
                <a16:creationId xmlns:a16="http://schemas.microsoft.com/office/drawing/2014/main" id="{015B0F10-BA6E-4353-B2DE-53DD067D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0" name="diagram-80">
            <a:extLst xmlns:a="http://schemas.openxmlformats.org/drawingml/2006/main">
              <a:ext uri="{FF2B5EF4-FFF2-40B4-BE49-F238E27FC236}">
                <a16:creationId xmlns:a16="http://schemas.microsoft.com/office/drawing/2014/main" id="{EFBD2EF3-0CA1-4000-9AE8-750D2D1C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11" name="diagram-81">
            <a:extLst xmlns:a="http://schemas.openxmlformats.org/drawingml/2006/main">
              <a:ext uri="{FF2B5EF4-FFF2-40B4-BE49-F238E27FC236}">
                <a16:creationId xmlns:a16="http://schemas.microsoft.com/office/drawing/2014/main" id="{E0A5A30D-372E-404B-B4C5-7A68528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82">
            <a:extLst xmlns:a="http://schemas.openxmlformats.org/drawingml/2006/main">
              <a:ext uri="{FF2B5EF4-FFF2-40B4-BE49-F238E27FC236}">
                <a16:creationId xmlns:a16="http://schemas.microsoft.com/office/drawing/2014/main" id="{431EABF7-8432-4B4B-99B9-FEFB491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3" name="diagram-83">
            <a:extLst xmlns:a="http://schemas.openxmlformats.org/drawingml/2006/main">
              <a:ext uri="{FF2B5EF4-FFF2-40B4-BE49-F238E27FC236}">
                <a16:creationId xmlns:a16="http://schemas.microsoft.com/office/drawing/2014/main" id="{522D9B2A-FB8F-4F54-AF01-048235C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Làm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14" name="diagram-84">
            <a:extLst xmlns:a="http://schemas.openxmlformats.org/drawingml/2006/main">
              <a:ext uri="{FF2B5EF4-FFF2-40B4-BE49-F238E27FC236}">
                <a16:creationId xmlns:a16="http://schemas.microsoft.com/office/drawing/2014/main" id="{55A2DA3F-CBF7-45D9-8F3B-B372D8A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85">
            <a:extLst xmlns:a="http://schemas.openxmlformats.org/drawingml/2006/main">
              <a:ext uri="{FF2B5EF4-FFF2-40B4-BE49-F238E27FC236}">
                <a16:creationId xmlns:a16="http://schemas.microsoft.com/office/drawing/2014/main" id="{01FB6413-3425-4627-989A-CB097C1F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6" name="diagram-86">
            <a:extLst xmlns:a="http://schemas.openxmlformats.org/drawingml/2006/main">
              <a:ext uri="{FF2B5EF4-FFF2-40B4-BE49-F238E27FC236}">
                <a16:creationId xmlns:a16="http://schemas.microsoft.com/office/drawing/2014/main" id="{4AF3B28B-F6D4-49A7-8F3E-44572DF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7" name="diagram-87">
            <a:extLst xmlns:a="http://schemas.openxmlformats.org/drawingml/2006/main">
              <a:ext uri="{FF2B5EF4-FFF2-40B4-BE49-F238E27FC236}">
                <a16:creationId xmlns:a16="http://schemas.microsoft.com/office/drawing/2014/main" id="{3B34BCE7-508D-4EE8-B4B7-0B895D0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88">
            <a:extLst xmlns:a="http://schemas.openxmlformats.org/drawingml/2006/main">
              <a:ext uri="{FF2B5EF4-FFF2-40B4-BE49-F238E27FC236}">
                <a16:creationId xmlns:a16="http://schemas.microsoft.com/office/drawing/2014/main" id="{31774938-FF17-42D3-9D8F-91A7B65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19" name="diagram-89">
            <a:extLst xmlns:a="http://schemas.openxmlformats.org/drawingml/2006/main">
              <a:ext uri="{FF2B5EF4-FFF2-40B4-BE49-F238E27FC236}">
                <a16:creationId xmlns:a16="http://schemas.microsoft.com/office/drawing/2014/main" id="{B4C9B1D6-C584-4810-A7AA-A5A6107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điều kiện</a:t>
            </a:r>
          </a:p>
        </p:txBody>
      </p:sp>
      <p:sp>
        <p:nvSpPr>
          <p:cNvPr id="20" name="diagram-90">
            <a:extLst xmlns:a="http://schemas.openxmlformats.org/drawingml/2006/main">
              <a:ext uri="{FF2B5EF4-FFF2-40B4-BE49-F238E27FC236}">
                <a16:creationId xmlns:a16="http://schemas.microsoft.com/office/drawing/2014/main" id="{4AD2A406-D69A-48D0-8241-326C5AF7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91">
            <a:extLst xmlns:a="http://schemas.openxmlformats.org/drawingml/2006/main">
              <a:ext uri="{FF2B5EF4-FFF2-40B4-BE49-F238E27FC236}">
                <a16:creationId xmlns:a16="http://schemas.microsoft.com/office/drawing/2014/main" id="{B5F3F093-5535-4806-AE76-7E9EE9F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2" name="diagram-92">
            <a:extLst xmlns:a="http://schemas.openxmlformats.org/drawingml/2006/main">
              <a:ext uri="{FF2B5EF4-FFF2-40B4-BE49-F238E27FC236}">
                <a16:creationId xmlns:a16="http://schemas.microsoft.com/office/drawing/2014/main" id="{3DFA6427-C551-44D8-806E-B809AB1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Có mặt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ngoài phòng</a:t>
            </a:r>
          </a:p>
        </p:txBody>
      </p:sp>
      <p:sp>
        <p:nvSpPr>
          <p:cNvPr id="23" name="diagram-93">
            <a:extLst xmlns:a="http://schemas.openxmlformats.org/drawingml/2006/main">
              <a:ext uri="{FF2B5EF4-FFF2-40B4-BE49-F238E27FC236}">
                <a16:creationId xmlns:a16="http://schemas.microsoft.com/office/drawing/2014/main" id="{CD706BE8-0C96-45AF-9755-05DC7002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agram-94">
            <a:extLst xmlns:a="http://schemas.openxmlformats.org/drawingml/2006/main">
              <a:ext uri="{FF2B5EF4-FFF2-40B4-BE49-F238E27FC236}">
                <a16:creationId xmlns:a16="http://schemas.microsoft.com/office/drawing/2014/main" id="{0723AD6B-501B-479C-9A2F-BFAA6974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5" name="diagram-95">
            <a:extLst xmlns:a="http://schemas.openxmlformats.org/drawingml/2006/main">
              <a:ext uri="{FF2B5EF4-FFF2-40B4-BE49-F238E27FC236}">
                <a16:creationId xmlns:a16="http://schemas.microsoft.com/office/drawing/2014/main" id="{E3A4BD8F-0C17-4D2E-A43F-A41AE040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Bác sĩ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gọi</a:t>
            </a:r>
          </a:p>
        </p:txBody>
      </p:sp>
      <p:sp>
        <p:nvSpPr>
          <p:cNvPr id="26" name="diagram-96">
            <a:extLst xmlns:a="http://schemas.openxmlformats.org/drawingml/2006/main">
              <a:ext uri="{FF2B5EF4-FFF2-40B4-BE49-F238E27FC236}">
                <a16:creationId xmlns:a16="http://schemas.microsoft.com/office/drawing/2014/main" id="{AA3D8E8C-75EB-49F7-9148-DE0A035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Hai chế độ trả kết quả</a:t>
            </a:r>
          </a:p>
        </p:txBody>
      </p:sp>
      <p:sp>
        <p:nvSpPr>
          <p:cNvPr id="27" name="diagram-97">
            <a:extLst xmlns:a="http://schemas.openxmlformats.org/drawingml/2006/main">
              <a:ext uri="{FF2B5EF4-FFF2-40B4-BE49-F238E27FC236}">
                <a16:creationId xmlns:a16="http://schemas.microsoft.com/office/drawing/2014/main" id="{275EE337-9F47-412E-A136-2350BEF4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28" name="diagram-98">
            <a:extLst xmlns:a="http://schemas.openxmlformats.org/drawingml/2006/main">
              <a:ext uri="{FF2B5EF4-FFF2-40B4-BE49-F238E27FC236}">
                <a16:creationId xmlns:a16="http://schemas.microsoft.com/office/drawing/2014/main" id="{F727C2D4-1D9C-4F15-9B93-57D4411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Điện tử</a:t>
            </a:r>
          </a:p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 kết quả</a:t>
            </a:r>
          </a:p>
        </p:txBody>
      </p:sp>
      <p:sp>
        <p:nvSpPr>
          <p:cNvPr id="29" name="diagram-99">
            <a:extLst xmlns:a="http://schemas.openxmlformats.org/drawingml/2006/main">
              <a:ext uri="{FF2B5EF4-FFF2-40B4-BE49-F238E27FC236}">
                <a16:creationId xmlns:a16="http://schemas.microsoft.com/office/drawing/2014/main" id="{2FC17B69-D64B-43E5-B53F-1DD1341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30" name="diagram-100">
            <a:extLst xmlns:a="http://schemas.openxmlformats.org/drawingml/2006/main">
              <a:ext uri="{FF2B5EF4-FFF2-40B4-BE49-F238E27FC236}">
                <a16:creationId xmlns:a16="http://schemas.microsoft.com/office/drawing/2014/main" id="{ADE22FDB-2EFA-44D3-A8E6-2A4CAA44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Nhận giấy</a:t>
            </a:r>
          </a:p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Đủ kết quả và giấy</a:t>
            </a:r>
          </a:p>
        </p:txBody>
      </p:sp>
      <p:sp>
        <p:nvSpPr>
          <p:cNvPr id="31" name="diagram-101">
            <a:extLst xmlns:a="http://schemas.openxmlformats.org/drawingml/2006/main">
              <a:ext uri="{FF2B5EF4-FFF2-40B4-BE49-F238E27FC236}">
                <a16:creationId xmlns:a16="http://schemas.microsoft.com/office/drawing/2014/main" id="{D7B2A703-1F6A-4E11-84BE-8C1F9569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7197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iagram-102">
            <a:extLst xmlns:a="http://schemas.openxmlformats.org/drawingml/2006/main">
              <a:ext uri="{FF2B5EF4-FFF2-40B4-BE49-F238E27FC236}">
                <a16:creationId xmlns:a16="http://schemas.microsoft.com/office/drawing/2014/main" id="{6A048E20-2FDF-4009-91F7-46AD8D8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FFC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33" name="diagram-103">
            <a:extLst xmlns:a="http://schemas.openxmlformats.org/drawingml/2006/main">
              <a:ext uri="{FF2B5EF4-FFF2-40B4-BE49-F238E27FC236}">
                <a16:creationId xmlns:a16="http://schemas.microsoft.com/office/drawing/2014/main" id="{8F904467-E69D-49C3-BBDA-8B1BD03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Hướng dẫn</a:t>
            </a:r>
          </a:p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quay lại</a:t>
            </a:r>
          </a:p>
        </p:txBody>
      </p:sp>
      <p:sp>
        <p:nvSpPr>
          <p:cNvPr id="34" name="diagram-104">
            <a:extLst xmlns:a="http://schemas.openxmlformats.org/drawingml/2006/main">
              <a:ext uri="{FF2B5EF4-FFF2-40B4-BE49-F238E27FC236}">
                <a16:creationId xmlns:a16="http://schemas.microsoft.com/office/drawing/2014/main" id="{22B61849-BE08-4248-BF70-9D4A1B9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719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agram-105">
            <a:extLst xmlns:a="http://schemas.openxmlformats.org/drawingml/2006/main">
              <a:ext uri="{FF2B5EF4-FFF2-40B4-BE49-F238E27FC236}">
                <a16:creationId xmlns:a16="http://schemas.microsoft.com/office/drawing/2014/main" id="{2C63ED17-8E5D-443A-A586-DEDC539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</p:sp>
      <p:sp>
        <p:nvSpPr>
          <p:cNvPr id="36" name="diagram-106">
            <a:extLst xmlns:a="http://schemas.openxmlformats.org/drawingml/2006/main">
              <a:ext uri="{FF2B5EF4-FFF2-40B4-BE49-F238E27FC236}">
                <a16:creationId xmlns:a16="http://schemas.microsoft.com/office/drawing/2014/main" id="{7F3474DC-65AF-4270-998C-549E4192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48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Chờ bác sĩ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chủ động gọi</a:t>
            </a:r>
          </a:p>
        </p:txBody>
      </p:sp>
      <p:sp>
        <p:nvSpPr>
          <p:cNvPr id="37" name="diagram-107">
            <a:extLst xmlns:a="http://schemas.openxmlformats.org/drawingml/2006/main">
              <a:ext uri="{FF2B5EF4-FFF2-40B4-BE49-F238E27FC236}">
                <a16:creationId xmlns:a16="http://schemas.microsoft.com/office/drawing/2014/main" id="{4984083A-E4FB-43B8-9428-8DA948D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Phòng dịch vụ xác nhận</a:t>
            </a:r>
          </a:p>
        </p:txBody>
      </p:sp>
      <p:sp>
        <p:nvSpPr>
          <p:cNvPr id="38" name="diagram-108">
            <a:extLst xmlns:a="http://schemas.openxmlformats.org/drawingml/2006/main">
              <a:ext uri="{FF2B5EF4-FFF2-40B4-BE49-F238E27FC236}">
                <a16:creationId xmlns:a16="http://schemas.microsoft.com/office/drawing/2014/main" id="{5076D168-339C-4A1E-9BF4-55817AD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Bệnh nhân nhận hướng dẫn</a:t>
            </a:r>
          </a:p>
        </p:txBody>
      </p:sp>
      <p:sp>
        <p:nvSpPr>
          <p:cNvPr id="39" name="diagram-109">
            <a:extLst xmlns:a="http://schemas.openxmlformats.org/drawingml/2006/main">
              <a:ext uri="{FF2B5EF4-FFF2-40B4-BE49-F238E27FC236}">
                <a16:creationId xmlns:a16="http://schemas.microsoft.com/office/drawing/2014/main" id="{6E48DB20-1551-4EC1-B4C7-34A250CF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Bác sĩ cập nhật nền</a:t>
            </a:r>
          </a:p>
        </p:txBody>
      </p:sp>
      <p:sp>
        <p:nvSpPr>
          <p:cNvPr id="40" name="diagram-110">
            <a:extLst xmlns:a="http://schemas.openxmlformats.org/drawingml/2006/main">
              <a:ext uri="{FF2B5EF4-FFF2-40B4-BE49-F238E27FC236}">
                <a16:creationId xmlns:a16="http://schemas.microsoft.com/office/drawing/2014/main" id="{3707AEBD-7D74-4FA3-8BF1-B5AFD96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Mô phỏng. AI thật chưa kết nối thành công; chưa có kết quả thử người dùng.</a:t>
            </a:r>
          </a:p>
        </p:txBody>
      </p:sp>
      <p:sp>
        <p:nvSpPr>
          <p:cNvPr id="41" name="diagram-111">
            <a:extLst xmlns:a="http://schemas.openxmlformats.org/drawingml/2006/main">
              <a:ext uri="{FF2B5EF4-FFF2-40B4-BE49-F238E27FC236}">
                <a16:creationId xmlns:a16="http://schemas.microsoft.com/office/drawing/2014/main" id="{AE2D5ACB-802E-48B7-B774-716C87AB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9320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iagram-112">
            <a:extLst xmlns:a="http://schemas.openxmlformats.org/drawingml/2006/main">
              <a:ext uri="{FF2B5EF4-FFF2-40B4-BE49-F238E27FC236}">
                <a16:creationId xmlns:a16="http://schemas.microsoft.com/office/drawing/2014/main" id="{A75D7DA3-DEF6-40FB-A9F3-0E76D9B4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Thử với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2" name="diagram-113">
            <a:extLst xmlns:a="http://schemas.openxmlformats.org/drawingml/2006/main">
              <a:ext uri="{FF2B5EF4-FFF2-40B4-BE49-F238E27FC236}">
                <a16:creationId xmlns:a16="http://schemas.microsoft.com/office/drawing/2014/main" id="{920F7B6B-D612-4BBD-AD4C-CD9211EC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Chờ thực hiện buổi thử</a:t>
            </a:r>
          </a:p>
        </p:txBody>
      </p:sp>
      <p:sp>
        <p:nvSpPr>
          <p:cNvPr id="3" name="diagram-114">
            <a:extLst xmlns:a="http://schemas.openxmlformats.org/drawingml/2006/main">
              <a:ext uri="{FF2B5EF4-FFF2-40B4-BE49-F238E27FC236}">
                <a16:creationId xmlns:a16="http://schemas.microsoft.com/office/drawing/2014/main" id="{475641B6-C33D-4977-877A-4C953C5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9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79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2–3</a:t>
            </a:r>
          </a:p>
        </p:txBody>
      </p:sp>
      <p:sp>
        <p:nvSpPr>
          <p:cNvPr id="4" name="diagram-115">
            <a:extLst xmlns:a="http://schemas.openxmlformats.org/drawingml/2006/main">
              <a:ext uri="{FF2B5EF4-FFF2-40B4-BE49-F238E27FC236}">
                <a16:creationId xmlns:a16="http://schemas.microsoft.com/office/drawing/2014/main" id="{EB38B5C9-857A-4053-B9F5-C7A1A4C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5E4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người thử dự kiến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F84A5-345B-4F69-944D-F2C7EA164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23449748b4b7a"/>
          <a:stretch xmlns:a="http://schemas.openxmlformats.org/drawingml/2006/main"/>
        </p:blipFill>
        <p:spPr>
          <a:xfrm xmlns:a="http://schemas.openxmlformats.org/drawingml/2006/main">
            <a:off x="7429500" y="3429000"/>
            <a:ext cx="40005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diagram-116">
            <a:extLst xmlns:a="http://schemas.openxmlformats.org/drawingml/2006/main">
              <a:ext uri="{FF2B5EF4-FFF2-40B4-BE49-F238E27FC236}">
                <a16:creationId xmlns:a16="http://schemas.microsoft.com/office/drawing/2014/main" id="{0357BF07-F982-4298-9EF4-459AAD87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 sát quyết định chuyển bước</a:t>
            </a:r>
          </a:p>
        </p:txBody>
      </p:sp>
      <p:sp>
        <p:nvSpPr>
          <p:cNvPr id="7" name="diagram-117">
            <a:extLst xmlns:a="http://schemas.openxmlformats.org/drawingml/2006/main">
              <a:ext uri="{FF2B5EF4-FFF2-40B4-BE49-F238E27FC236}">
                <a16:creationId xmlns:a16="http://schemas.microsoft.com/office/drawing/2014/main" id="{B59545AD-475B-46C5-9F13-239A035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Ghi lại hành vi, điểm vướng và mức hỗ trợ cần thiết.</a:t>
            </a:r>
          </a:p>
        </p:txBody>
      </p:sp>
      <p:sp>
        <p:nvSpPr>
          <p:cNvPr id="8" name="diagram-118">
            <a:extLst xmlns:a="http://schemas.openxmlformats.org/drawingml/2006/main">
              <a:ext uri="{FF2B5EF4-FFF2-40B4-BE49-F238E27FC236}">
                <a16:creationId xmlns:a16="http://schemas.microsoft.com/office/drawing/2014/main" id="{6F315B10-EAEC-4423-B05D-A01684B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0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1D2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1D2E0"/>
                </a:solidFill>
                <a:latin typeface="Arial"/>
                <a:ea typeface="Arial"/>
                <a:cs typeface="Arial"/>
              </a:rPr>
              <a:t>Kế hoạch thử; chưa có kết quả thực tế.</a:t>
            </a:r>
          </a:p>
        </p:txBody>
      </p:sp>
      <p:sp>
        <p:nvSpPr>
          <p:cNvPr id="9" name="diagram-119">
            <a:extLst xmlns:a="http://schemas.openxmlformats.org/drawingml/2006/main">
              <a:ext uri="{FF2B5EF4-FFF2-40B4-BE49-F238E27FC236}">
                <a16:creationId xmlns:a16="http://schemas.microsoft.com/office/drawing/2014/main" id="{4CC81EE5-1C35-46C0-9989-24B57D1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79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B8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3363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-120">
            <a:extLst xmlns:a="http://schemas.openxmlformats.org/drawingml/2006/main">
              <a:ext uri="{FF2B5EF4-FFF2-40B4-BE49-F238E27FC236}">
                <a16:creationId xmlns:a16="http://schemas.microsoft.com/office/drawing/2014/main" id="{25B3EE67-E5B5-4EE9-ADEE-ECB62110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Sửa đổi sau thử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AA707-33F9-41E6-9A14-CF308F30A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09cf8ac2741c1">
            <a:extLst>
              <a:ext uri="{96DAC541-7B7A-43D3-8B79-37D633B846F1}">
                <asvg:svgBlip xmlns:asvg="http://schemas.microsoft.com/office/drawing/2016/SVG/main" r:embed="Rde12b7394bb344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5715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" name="diagram-121">
            <a:extLst xmlns:a="http://schemas.openxmlformats.org/drawingml/2006/main">
              <a:ext uri="{FF2B5EF4-FFF2-40B4-BE49-F238E27FC236}">
                <a16:creationId xmlns:a16="http://schemas.microsoft.com/office/drawing/2014/main" id="{CD75B573-E7BE-4B93-92CF-5C557768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Điều gì</a:t>
            </a:r>
          </a:p>
          <a:p xmlns:a="http://schemas.openxmlformats.org/drawingml/2006/main">
            <a:pPr algn="l">
              <a:defRPr sz="4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sẽ thay đổi?</a:t>
            </a:r>
          </a:p>
        </p:txBody>
      </p:sp>
      <p:sp>
        <p:nvSpPr>
          <p:cNvPr id="4" name="diagram-122">
            <a:extLst xmlns:a="http://schemas.openxmlformats.org/drawingml/2006/main">
              <a:ext uri="{FF2B5EF4-FFF2-40B4-BE49-F238E27FC236}">
                <a16:creationId xmlns:a16="http://schemas.microsoft.com/office/drawing/2014/main" id="{4E5AC764-C112-44E9-B82C-D0E1C771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Chờ dữ liệu từ vòng thử người dùng</a:t>
            </a:r>
          </a:p>
        </p:txBody>
      </p:sp>
      <p:sp>
        <p:nvSpPr>
          <p:cNvPr id="5" name="diagram-123">
            <a:extLst xmlns:a="http://schemas.openxmlformats.org/drawingml/2006/main">
              <a:ext uri="{FF2B5EF4-FFF2-40B4-BE49-F238E27FC236}">
                <a16:creationId xmlns:a16="http://schemas.microsoft.com/office/drawing/2014/main" id="{00133FB8-5979-4CEA-8136-A5E131C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Vấn đề được quan sát</a:t>
            </a:r>
          </a:p>
        </p:txBody>
      </p:sp>
      <p:sp>
        <p:nvSpPr>
          <p:cNvPr id="6" name="diagram-124">
            <a:extLst xmlns:a="http://schemas.openxmlformats.org/drawingml/2006/main">
              <a:ext uri="{FF2B5EF4-FFF2-40B4-BE49-F238E27FC236}">
                <a16:creationId xmlns:a16="http://schemas.microsoft.com/office/drawing/2014/main" id="{3C7B30A2-E20D-42C9-9953-3B421B29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Ghi lại chỗ người thử dừng,</a:t>
            </a:r>
          </a:p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hiểu nhầm hoặc cần giúp.</a:t>
            </a:r>
          </a:p>
        </p:txBody>
      </p:sp>
      <p:sp>
        <p:nvSpPr>
          <p:cNvPr id="7" name="diagram-125">
            <a:extLst xmlns:a="http://schemas.openxmlformats.org/drawingml/2006/main">
              <a:ext uri="{FF2B5EF4-FFF2-40B4-BE49-F238E27FC236}">
                <a16:creationId xmlns:a16="http://schemas.microsoft.com/office/drawing/2014/main" id="{50D8087E-E0A5-4B2D-B5A9-15E92AE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Điều chỉnh có căn cứ</a:t>
            </a:r>
          </a:p>
        </p:txBody>
      </p:sp>
      <p:sp>
        <p:nvSpPr>
          <p:cNvPr id="8" name="diagram-126">
            <a:extLst xmlns:a="http://schemas.openxmlformats.org/drawingml/2006/main">
              <a:ext uri="{FF2B5EF4-FFF2-40B4-BE49-F238E27FC236}">
                <a16:creationId xmlns:a16="http://schemas.microsoft.com/office/drawing/2014/main" id="{8B84E59C-8156-4E8D-B217-CAB96D31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Nêu đã sửa gì và</a:t>
            </a:r>
          </a:p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kiểm tra lại bằng cách nào.</a:t>
            </a:r>
          </a:p>
        </p:txBody>
      </p:sp>
      <p:sp>
        <p:nvSpPr>
          <p:cNvPr id="9" name="diagram-127">
            <a:extLst xmlns:a="http://schemas.openxmlformats.org/drawingml/2006/main">
              <a:ext uri="{FF2B5EF4-FFF2-40B4-BE49-F238E27FC236}">
                <a16:creationId xmlns:a16="http://schemas.microsoft.com/office/drawing/2014/main" id="{ADF99E08-CB41-4D67-B3A2-87BF4141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Chưa có dữ liệu trước/sau hoặc kết luận hiệu quả.</a:t>
            </a:r>
          </a:p>
        </p:txBody>
      </p:sp>
      <p:sp>
        <p:nvSpPr>
          <p:cNvPr id="10" name="diagram-128">
            <a:extLst xmlns:a="http://schemas.openxmlformats.org/drawingml/2006/main">
              <a:ext uri="{FF2B5EF4-FFF2-40B4-BE49-F238E27FC236}">
                <a16:creationId xmlns:a16="http://schemas.microsoft.com/office/drawing/2014/main" id="{493874F4-033B-43E3-B8FD-103252F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6179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129">
            <a:extLst xmlns:a="http://schemas.openxmlformats.org/drawingml/2006/main">
              <a:ext uri="{FF2B5EF4-FFF2-40B4-BE49-F238E27FC236}">
                <a16:creationId xmlns:a16="http://schemas.microsoft.com/office/drawing/2014/main" id="{DE4C5851-5E8C-47B0-A71D-95CD48C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Thiết kế có giới hạn</a:t>
            </a:r>
          </a:p>
        </p:txBody>
      </p:sp>
      <p:sp>
        <p:nvSpPr>
          <p:cNvPr id="2" name="diagram-130">
            <a:extLst xmlns:a="http://schemas.openxmlformats.org/drawingml/2006/main">
              <a:ext uri="{FF2B5EF4-FFF2-40B4-BE49-F238E27FC236}">
                <a16:creationId xmlns:a16="http://schemas.microsoft.com/office/drawing/2014/main" id="{7A265E41-12B3-4332-9738-E21522D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Giảm rủi ro bằng quy tắc rõ và đường hỗ trợ con người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61FEA-A87B-4985-A18B-B184949D0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1a08ce63c4beb">
            <a:extLst>
              <a:ext uri="{96DAC541-7B7A-43D3-8B79-37D633B846F1}">
                <asvg:svgBlip xmlns:asvg="http://schemas.microsoft.com/office/drawing/2016/SVG/main" r:embed="Ra52db004c47349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143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diagram-131">
            <a:extLst xmlns:a="http://schemas.openxmlformats.org/drawingml/2006/main">
              <a:ext uri="{FF2B5EF4-FFF2-40B4-BE49-F238E27FC236}">
                <a16:creationId xmlns:a16="http://schemas.microsoft.com/office/drawing/2014/main" id="{350752F8-1B74-47A4-8D05-04B0657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Giữ phạm vi hành chính</a:t>
            </a:r>
          </a:p>
        </p:txBody>
      </p:sp>
      <p:sp>
        <p:nvSpPr>
          <p:cNvPr id="5" name="diagram-132">
            <a:extLst xmlns:a="http://schemas.openxmlformats.org/drawingml/2006/main">
              <a:ext uri="{FF2B5EF4-FFF2-40B4-BE49-F238E27FC236}">
                <a16:creationId xmlns:a16="http://schemas.microsoft.com/office/drawing/2014/main" id="{90595AA6-5CE1-460C-B12D-AA55A26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Không tư vấn y khoa hoặc tự đổi chỉ định.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78869-230A-4919-BDF0-E2EBB43DC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3bc79e1eb4f2b">
            <a:extLst>
              <a:ext uri="{96DAC541-7B7A-43D3-8B79-37D633B846F1}">
                <asvg:svgBlip xmlns:asvg="http://schemas.microsoft.com/office/drawing/2016/SVG/main" r:embed="Rfb1d1822a77849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0375" y="21431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diagram-133">
            <a:extLst xmlns:a="http://schemas.openxmlformats.org/drawingml/2006/main">
              <a:ext uri="{FF2B5EF4-FFF2-40B4-BE49-F238E27FC236}">
                <a16:creationId xmlns:a16="http://schemas.microsoft.com/office/drawing/2014/main" id="{A5857C23-3866-4A4A-829B-CAF5CEBA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Chỉ dùng dữ kiện xác nhận</a:t>
            </a:r>
          </a:p>
        </p:txBody>
      </p:sp>
      <p:sp>
        <p:nvSpPr>
          <p:cNvPr id="8" name="diagram-134">
            <a:extLst xmlns:a="http://schemas.openxmlformats.org/drawingml/2006/main">
              <a:ext uri="{FF2B5EF4-FFF2-40B4-BE49-F238E27FC236}">
                <a16:creationId xmlns:a16="http://schemas.microsoft.com/office/drawing/2014/main" id="{2597819F-FC7F-4775-9BC2-BE6903B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813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Kiểm tra điều kiện trước khi chuyển bước.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81455-EEEA-4F39-AD43-9C7C7CE1F9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9a0ddadf84f78">
            <a:extLst>
              <a:ext uri="{96DAC541-7B7A-43D3-8B79-37D633B846F1}">
                <asvg:svgBlip xmlns:asvg="http://schemas.microsoft.com/office/drawing/2016/SVG/main" r:embed="R38a6926c5d904e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4038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diagram-135">
            <a:extLst xmlns:a="http://schemas.openxmlformats.org/drawingml/2006/main">
              <a:ext uri="{FF2B5EF4-FFF2-40B4-BE49-F238E27FC236}">
                <a16:creationId xmlns:a16="http://schemas.microsoft.com/office/drawing/2014/main" id="{C1A5A6BF-8C9C-4A1E-BD59-08095FC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Bảo vệ dữ liệu</a:t>
            </a:r>
          </a:p>
        </p:txBody>
      </p:sp>
      <p:sp>
        <p:nvSpPr>
          <p:cNvPr id="11" name="diagram-136">
            <a:extLst xmlns:a="http://schemas.openxmlformats.org/drawingml/2006/main">
              <a:ext uri="{FF2B5EF4-FFF2-40B4-BE49-F238E27FC236}">
                <a16:creationId xmlns:a16="http://schemas.microsoft.com/office/drawing/2014/main" id="{C22EB298-2537-4944-A45F-F7766877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767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Ẩn danh người tham gia, giữ khóa ở server.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E1B5F-9B65-4E6E-96BE-D705576D5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c11a86aec44f9">
            <a:extLst>
              <a:ext uri="{96DAC541-7B7A-43D3-8B79-37D633B846F1}">
                <asvg:svgBlip xmlns:asvg="http://schemas.microsoft.com/office/drawing/2016/SVG/main" r:embed="R7d024ee923c04d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0375" y="4038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diagram-137">
            <a:extLst xmlns:a="http://schemas.openxmlformats.org/drawingml/2006/main">
              <a:ext uri="{FF2B5EF4-FFF2-40B4-BE49-F238E27FC236}">
                <a16:creationId xmlns:a16="http://schemas.microsoft.com/office/drawing/2014/main" id="{60EC2BE0-E4A0-43D2-8C4C-D002E31B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100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Có hỗ trợ con người</a:t>
            </a:r>
          </a:p>
        </p:txBody>
      </p:sp>
      <p:sp>
        <p:nvSpPr>
          <p:cNvPr id="14" name="diagram-138">
            <a:extLst xmlns:a="http://schemas.openxmlformats.org/drawingml/2006/main">
              <a:ext uri="{FF2B5EF4-FFF2-40B4-BE49-F238E27FC236}">
                <a16:creationId xmlns:a16="http://schemas.microsoft.com/office/drawing/2014/main" id="{9B00D284-FECF-418E-9571-96751536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Dùng giấy và nhờ nhân viên khi app lỗi.</a:t>
            </a:r>
          </a:p>
        </p:txBody>
      </p:sp>
      <p:sp>
        <p:nvSpPr>
          <p:cNvPr id="15" name="diagram-139">
            <a:extLst xmlns:a="http://schemas.openxmlformats.org/drawingml/2006/main">
              <a:ext uri="{FF2B5EF4-FFF2-40B4-BE49-F238E27FC236}">
                <a16:creationId xmlns:a16="http://schemas.microsoft.com/office/drawing/2014/main" id="{ACF19BA9-94AC-4198-8670-C2270E9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Luồng khẩn cấp trực tiếp còn cần hoàn thiện và kiểm chứng.</a:t>
            </a:r>
          </a:p>
        </p:txBody>
      </p:sp>
      <p:sp>
        <p:nvSpPr>
          <p:cNvPr id="16" name="diagram-140">
            <a:extLst xmlns:a="http://schemas.openxmlformats.org/drawingml/2006/main">
              <a:ext uri="{FF2B5EF4-FFF2-40B4-BE49-F238E27FC236}">
                <a16:creationId xmlns:a16="http://schemas.microsoft.com/office/drawing/2014/main" id="{02878891-4AAE-45B3-B260-D5FD055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4325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diagram-141">
            <a:extLst xmlns:a="http://schemas.openxmlformats.org/drawingml/2006/main">
              <a:ext uri="{FF2B5EF4-FFF2-40B4-BE49-F238E27FC236}">
                <a16:creationId xmlns:a16="http://schemas.microsoft.com/office/drawing/2014/main" id="{3153F08E-F4CE-43F2-BCB1-BD0D937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Kế hoạch coach nhóm K4</a:t>
            </a:r>
          </a:p>
        </p:txBody>
      </p:sp>
      <p:sp>
        <p:nvSpPr>
          <p:cNvPr id="2" name="diagram-142">
            <a:extLst xmlns:a="http://schemas.openxmlformats.org/drawingml/2006/main">
              <a:ext uri="{FF2B5EF4-FFF2-40B4-BE49-F238E27FC236}">
                <a16:creationId xmlns:a16="http://schemas.microsoft.com/office/drawing/2014/main" id="{BD5DD229-40D1-4F94-AF1B-0982744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Theo dõi bằng sản phẩm, gỡ kẹt bằng bằng chứng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CBD3-8F21-4F6E-B070-AA7AA2E18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dd79baa8a4579">
            <a:extLst>
              <a:ext uri="{96DAC541-7B7A-43D3-8B79-37D633B846F1}">
                <asvg:svgBlip xmlns:asvg="http://schemas.microsoft.com/office/drawing/2016/SVG/main" r:embed="R81d6f47dc041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4762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diagram-143">
            <a:extLst xmlns:a="http://schemas.openxmlformats.org/drawingml/2006/main">
              <a:ext uri="{FF2B5EF4-FFF2-40B4-BE49-F238E27FC236}">
                <a16:creationId xmlns:a16="http://schemas.microsoft.com/office/drawing/2014/main" id="{A0132257-83B9-46C9-8508-93BD131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976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iagram-144">
            <a:extLst xmlns:a="http://schemas.openxmlformats.org/drawingml/2006/main">
              <a:ext uri="{FF2B5EF4-FFF2-40B4-BE49-F238E27FC236}">
                <a16:creationId xmlns:a16="http://schemas.microsoft.com/office/drawing/2014/main" id="{16157219-AA41-4E93-89CB-52F1F9C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145">
            <a:extLst xmlns:a="http://schemas.openxmlformats.org/drawingml/2006/main">
              <a:ext uri="{FF2B5EF4-FFF2-40B4-BE49-F238E27FC236}">
                <a16:creationId xmlns:a16="http://schemas.microsoft.com/office/drawing/2014/main" id="{C1530322-27AB-4D49-9A5D-395DBB8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diagram-146">
            <a:extLst xmlns:a="http://schemas.openxmlformats.org/drawingml/2006/main">
              <a:ext uri="{FF2B5EF4-FFF2-40B4-BE49-F238E27FC236}">
                <a16:creationId xmlns:a16="http://schemas.microsoft.com/office/drawing/2014/main" id="{07E4E473-80CD-4015-861D-47F1336A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1</a:t>
            </a:r>
          </a:p>
        </p:txBody>
      </p:sp>
      <p:sp>
        <p:nvSpPr>
          <p:cNvPr id="8" name="diagram-147">
            <a:extLst xmlns:a="http://schemas.openxmlformats.org/drawingml/2006/main">
              <a:ext uri="{FF2B5EF4-FFF2-40B4-BE49-F238E27FC236}">
                <a16:creationId xmlns:a16="http://schemas.microsoft.com/office/drawing/2014/main" id="{2116D86A-710D-476A-8C50-1E7B08BA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Chọn phạm vi</a:t>
            </a:r>
          </a:p>
        </p:txBody>
      </p:sp>
      <p:sp>
        <p:nvSpPr>
          <p:cNvPr id="9" name="diagram-148">
            <a:extLst xmlns:a="http://schemas.openxmlformats.org/drawingml/2006/main">
              <a:ext uri="{FF2B5EF4-FFF2-40B4-BE49-F238E27FC236}">
                <a16:creationId xmlns:a16="http://schemas.microsoft.com/office/drawing/2014/main" id="{E6D3F33B-57BF-4D46-92C7-2D13F4D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agram-149">
            <a:extLst xmlns:a="http://schemas.openxmlformats.org/drawingml/2006/main">
              <a:ext uri="{FF2B5EF4-FFF2-40B4-BE49-F238E27FC236}">
                <a16:creationId xmlns:a16="http://schemas.microsoft.com/office/drawing/2014/main" id="{EDED9A10-78F8-46FD-9286-AF099D17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diagram-150">
            <a:extLst xmlns:a="http://schemas.openxmlformats.org/drawingml/2006/main">
              <a:ext uri="{FF2B5EF4-FFF2-40B4-BE49-F238E27FC236}">
                <a16:creationId xmlns:a16="http://schemas.microsoft.com/office/drawing/2014/main" id="{9C0BF2BB-6B61-4499-BC28-DABFEE0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2–3</a:t>
            </a:r>
          </a:p>
        </p:txBody>
      </p:sp>
      <p:sp>
        <p:nvSpPr>
          <p:cNvPr id="12" name="diagram-151">
            <a:extLst xmlns:a="http://schemas.openxmlformats.org/drawingml/2006/main">
              <a:ext uri="{FF2B5EF4-FFF2-40B4-BE49-F238E27FC236}">
                <a16:creationId xmlns:a16="http://schemas.microsoft.com/office/drawing/2014/main" id="{48F8BB00-E7A5-4E3F-B16B-BC723301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13" name="diagram-152">
            <a:extLst xmlns:a="http://schemas.openxmlformats.org/drawingml/2006/main">
              <a:ext uri="{FF2B5EF4-FFF2-40B4-BE49-F238E27FC236}">
                <a16:creationId xmlns:a16="http://schemas.microsoft.com/office/drawing/2014/main" id="{974D4636-5886-40EA-913D-DBA2852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153">
            <a:extLst xmlns:a="http://schemas.openxmlformats.org/drawingml/2006/main">
              <a:ext uri="{FF2B5EF4-FFF2-40B4-BE49-F238E27FC236}">
                <a16:creationId xmlns:a16="http://schemas.microsoft.com/office/drawing/2014/main" id="{5F494F05-5688-4323-88F8-1827AC0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diagram-154">
            <a:extLst xmlns:a="http://schemas.openxmlformats.org/drawingml/2006/main">
              <a:ext uri="{FF2B5EF4-FFF2-40B4-BE49-F238E27FC236}">
                <a16:creationId xmlns:a16="http://schemas.microsoft.com/office/drawing/2014/main" id="{A19DA7E5-1F35-44B3-B459-6E0D473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4</a:t>
            </a:r>
          </a:p>
        </p:txBody>
      </p:sp>
      <p:sp>
        <p:nvSpPr>
          <p:cNvPr id="16" name="diagram-155">
            <a:extLst xmlns:a="http://schemas.openxmlformats.org/drawingml/2006/main">
              <a:ext uri="{FF2B5EF4-FFF2-40B4-BE49-F238E27FC236}">
                <a16:creationId xmlns:a16="http://schemas.microsoft.com/office/drawing/2014/main" id="{038AF869-3220-44FF-A2A6-11D935A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Need và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tham khảo</a:t>
            </a:r>
          </a:p>
        </p:txBody>
      </p:sp>
      <p:sp>
        <p:nvSpPr>
          <p:cNvPr id="17" name="diagram-156">
            <a:extLst xmlns:a="http://schemas.openxmlformats.org/drawingml/2006/main">
              <a:ext uri="{FF2B5EF4-FFF2-40B4-BE49-F238E27FC236}">
                <a16:creationId xmlns:a16="http://schemas.microsoft.com/office/drawing/2014/main" id="{6FFE3904-325E-40AF-BF72-088DD1EA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157">
            <a:extLst xmlns:a="http://schemas.openxmlformats.org/drawingml/2006/main">
              <a:ext uri="{FF2B5EF4-FFF2-40B4-BE49-F238E27FC236}">
                <a16:creationId xmlns:a16="http://schemas.microsoft.com/office/drawing/2014/main" id="{925BDF72-4CD4-4F28-B38C-1292EB93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diagram-158">
            <a:extLst xmlns:a="http://schemas.openxmlformats.org/drawingml/2006/main">
              <a:ext uri="{FF2B5EF4-FFF2-40B4-BE49-F238E27FC236}">
                <a16:creationId xmlns:a16="http://schemas.microsoft.com/office/drawing/2014/main" id="{BDF41FEC-B2A1-4C7A-ADC8-E7B910C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5</a:t>
            </a:r>
          </a:p>
        </p:txBody>
      </p:sp>
      <p:sp>
        <p:nvSpPr>
          <p:cNvPr id="20" name="diagram-159">
            <a:extLst xmlns:a="http://schemas.openxmlformats.org/drawingml/2006/main">
              <a:ext uri="{FF2B5EF4-FFF2-40B4-BE49-F238E27FC236}">
                <a16:creationId xmlns:a16="http://schemas.microsoft.com/office/drawing/2014/main" id="{977BCDA2-9265-4EC5-8FAF-F8F5FE4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21" name="diagram-160">
            <a:extLst xmlns:a="http://schemas.openxmlformats.org/drawingml/2006/main">
              <a:ext uri="{FF2B5EF4-FFF2-40B4-BE49-F238E27FC236}">
                <a16:creationId xmlns:a16="http://schemas.microsoft.com/office/drawing/2014/main" id="{1B5D54CC-D983-487B-AAAB-9BB2489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agram-161">
            <a:extLst xmlns:a="http://schemas.openxmlformats.org/drawingml/2006/main">
              <a:ext uri="{FF2B5EF4-FFF2-40B4-BE49-F238E27FC236}">
                <a16:creationId xmlns:a16="http://schemas.microsoft.com/office/drawing/2014/main" id="{B7615B99-6C00-4436-A713-5A83A77D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diagram-162">
            <a:extLst xmlns:a="http://schemas.openxmlformats.org/drawingml/2006/main">
              <a:ext uri="{FF2B5EF4-FFF2-40B4-BE49-F238E27FC236}">
                <a16:creationId xmlns:a16="http://schemas.microsoft.com/office/drawing/2014/main" id="{34C8DB3C-D404-48A3-8EC4-71AF285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6</a:t>
            </a:r>
          </a:p>
        </p:txBody>
      </p:sp>
      <p:sp>
        <p:nvSpPr>
          <p:cNvPr id="24" name="diagram-163">
            <a:extLst xmlns:a="http://schemas.openxmlformats.org/drawingml/2006/main">
              <a:ext uri="{FF2B5EF4-FFF2-40B4-BE49-F238E27FC236}">
                <a16:creationId xmlns:a16="http://schemas.microsoft.com/office/drawing/2014/main" id="{A235B102-60DA-45DB-A5D7-7419CFA6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Thử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25" name="diagram-164">
            <a:extLst xmlns:a="http://schemas.openxmlformats.org/drawingml/2006/main">
              <a:ext uri="{FF2B5EF4-FFF2-40B4-BE49-F238E27FC236}">
                <a16:creationId xmlns:a16="http://schemas.microsoft.com/office/drawing/2014/main" id="{7E25D913-4F0A-4990-BFFF-082A5237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agram-165">
            <a:extLst xmlns:a="http://schemas.openxmlformats.org/drawingml/2006/main">
              <a:ext uri="{FF2B5EF4-FFF2-40B4-BE49-F238E27FC236}">
                <a16:creationId xmlns:a16="http://schemas.microsoft.com/office/drawing/2014/main" id="{82EE5A73-26E6-415B-93F5-EC95BBFA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diagram-166">
            <a:extLst xmlns:a="http://schemas.openxmlformats.org/drawingml/2006/main">
              <a:ext uri="{FF2B5EF4-FFF2-40B4-BE49-F238E27FC236}">
                <a16:creationId xmlns:a16="http://schemas.microsoft.com/office/drawing/2014/main" id="{B36C57A1-A0BA-40C8-A1E2-21F9F39B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Ngày 7</a:t>
            </a:r>
          </a:p>
        </p:txBody>
      </p:sp>
      <p:sp>
        <p:nvSpPr>
          <p:cNvPr id="28" name="diagram-167">
            <a:extLst xmlns:a="http://schemas.openxmlformats.org/drawingml/2006/main">
              <a:ext uri="{FF2B5EF4-FFF2-40B4-BE49-F238E27FC236}">
                <a16:creationId xmlns:a16="http://schemas.microsoft.com/office/drawing/2014/main" id="{EA636411-C1EA-4BE5-9418-F1B10918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và trình bày</a:t>
            </a:r>
          </a:p>
        </p:txBody>
      </p:sp>
      <p:sp>
        <p:nvSpPr>
          <p:cNvPr id="29" name="diagram-168">
            <a:extLst xmlns:a="http://schemas.openxmlformats.org/drawingml/2006/main">
              <a:ext uri="{FF2B5EF4-FFF2-40B4-BE49-F238E27FC236}">
                <a16:creationId xmlns:a16="http://schemas.microsoft.com/office/drawing/2014/main" id="{174FD496-6249-4190-95A1-D242800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Check-in hằng ngày</a:t>
            </a:r>
          </a:p>
        </p:txBody>
      </p:sp>
      <p:sp>
        <p:nvSpPr>
          <p:cNvPr id="30" name="diagram-169">
            <a:extLst xmlns:a="http://schemas.openxmlformats.org/drawingml/2006/main">
              <a:ext uri="{FF2B5EF4-FFF2-40B4-BE49-F238E27FC236}">
                <a16:creationId xmlns:a16="http://schemas.microsoft.com/office/drawing/2014/main" id="{7D1700A2-8189-478E-B02D-45B5CBA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iagram-170">
            <a:extLst xmlns:a="http://schemas.openxmlformats.org/drawingml/2006/main">
              <a:ext uri="{FF2B5EF4-FFF2-40B4-BE49-F238E27FC236}">
                <a16:creationId xmlns:a16="http://schemas.microsoft.com/office/drawing/2014/main" id="{61E5B9B9-ABFD-4842-91E3-C66CF26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Gỡ đúng chỗ kẹt</a:t>
            </a:r>
          </a:p>
        </p:txBody>
      </p:sp>
      <p:sp>
        <p:nvSpPr>
          <p:cNvPr id="32" name="diagram-171">
            <a:extLst xmlns:a="http://schemas.openxmlformats.org/drawingml/2006/main">
              <a:ext uri="{FF2B5EF4-FFF2-40B4-BE49-F238E27FC236}">
                <a16:creationId xmlns:a16="http://schemas.microsoft.com/office/drawing/2014/main" id="{9239C303-BFD4-46AF-8222-4A8F116A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iagram-172">
            <a:extLst xmlns:a="http://schemas.openxmlformats.org/drawingml/2006/main">
              <a:ext uri="{FF2B5EF4-FFF2-40B4-BE49-F238E27FC236}">
                <a16:creationId xmlns:a16="http://schemas.microsoft.com/office/drawing/2014/main" id="{186C800A-E4EB-4E7E-8940-E145220F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Đọc chéo chất lượng</a:t>
            </a:r>
          </a:p>
        </p:txBody>
      </p:sp>
      <p:sp>
        <p:nvSpPr>
          <p:cNvPr id="34" name="diagram-173">
            <a:extLst xmlns:a="http://schemas.openxmlformats.org/drawingml/2006/main">
              <a:ext uri="{FF2B5EF4-FFF2-40B4-BE49-F238E27FC236}">
                <a16:creationId xmlns:a16="http://schemas.microsoft.com/office/drawing/2014/main" id="{BAB454D9-4ACE-4A4A-BFBC-4942F80A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Kế hoạch dự kiến cho nhóm 5–10 bạn; check-in 10 phút mỗi ngày.</a:t>
            </a:r>
          </a:p>
        </p:txBody>
      </p:sp>
      <p:sp>
        <p:nvSpPr>
          <p:cNvPr id="35" name="diagram-174">
            <a:extLst xmlns:a="http://schemas.openxmlformats.org/drawingml/2006/main">
              <a:ext uri="{FF2B5EF4-FFF2-40B4-BE49-F238E27FC236}">
                <a16:creationId xmlns:a16="http://schemas.microsoft.com/office/drawing/2014/main" id="{EA526E94-A5E3-4BAC-B70B-76FBF3D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46B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BC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056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2026-10-19T12:57:37.9050000Z</dcterms:created>
  <dcterms:modified xsi:type="dcterms:W3CDTF">2026-10-19T12:57:37.9050000Z</dcterms:modified>
</coreProperties>
</file>