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94c662f1e947e7" /><Relationship Type="http://schemas.openxmlformats.org/officeDocument/2006/relationships/extended-properties" Target="/docProps/app.xml" Id="R94aeae03bd76436b" /><Relationship Type="http://schemas.openxmlformats.org/officeDocument/2006/relationships/officeDocument" Target="/ppt/presentation.xml" Id="R22ee0e15889a4a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9e3c760d2f4e24"/>
  </p:sldMasterIdLst>
  <p:notesMasterIdLst>
    <p:notesMasterId xmlns:r="http://schemas.openxmlformats.org/officeDocument/2006/relationships" r:id="R6dc977312e694a5f"/>
  </p:notesMasterIdLst>
  <p:sldIdLst>
    <p:sldId xmlns:r="http://schemas.openxmlformats.org/officeDocument/2006/relationships" id="256" r:id="R56968ff8d16b436e"/>
    <p:sldId xmlns:r="http://schemas.openxmlformats.org/officeDocument/2006/relationships" id="257" r:id="R7cea110a4b05453e"/>
    <p:sldId xmlns:r="http://schemas.openxmlformats.org/officeDocument/2006/relationships" id="258" r:id="R67871202550e4194"/>
    <p:sldId xmlns:r="http://schemas.openxmlformats.org/officeDocument/2006/relationships" id="259" r:id="Rdedf0ac7a2364723"/>
    <p:sldId xmlns:r="http://schemas.openxmlformats.org/officeDocument/2006/relationships" id="260" r:id="R7a092049fcd1479e"/>
    <p:sldId xmlns:r="http://schemas.openxmlformats.org/officeDocument/2006/relationships" id="261" r:id="R6230c933560e4ddf"/>
    <p:sldId xmlns:r="http://schemas.openxmlformats.org/officeDocument/2006/relationships" id="262" r:id="Rc4c07cfe1385422c"/>
    <p:sldId xmlns:r="http://schemas.openxmlformats.org/officeDocument/2006/relationships" id="263" r:id="R5b5b16bc6af84c8e"/>
    <p:sldId xmlns:r="http://schemas.openxmlformats.org/officeDocument/2006/relationships" id="264" r:id="Re8fcd6f27d774154"/>
    <p:sldId xmlns:r="http://schemas.openxmlformats.org/officeDocument/2006/relationships" id="265" r:id="Re126f928ecbc4c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52ce6df9164dc7" /><Relationship Type="http://schemas.openxmlformats.org/officeDocument/2006/relationships/slideMaster" Target="/ppt/slideMasters/slideMaster1.xml" Id="Re39e3c760d2f4e24" /><Relationship Type="http://schemas.openxmlformats.org/officeDocument/2006/relationships/notesMaster" Target="/ppt/notesMasters/notesMaster1.xml" Id="R6dc977312e694a5f" /><Relationship Type="http://schemas.openxmlformats.org/officeDocument/2006/relationships/presProps" Target="/ppt/presProps.xml" Id="R6f41faf03d514c83" /><Relationship Type="http://schemas.openxmlformats.org/officeDocument/2006/relationships/tableStyles" Target="/ppt/tableStyles.xml" Id="Rd135e84e85304332" /><Relationship Type="http://schemas.openxmlformats.org/officeDocument/2006/relationships/slide" Target="/ppt/slides/slide1.xml" Id="R56968ff8d16b436e" /><Relationship Type="http://schemas.openxmlformats.org/officeDocument/2006/relationships/slide" Target="/ppt/slides/slide2.xml" Id="R7cea110a4b05453e" /><Relationship Type="http://schemas.openxmlformats.org/officeDocument/2006/relationships/slide" Target="/ppt/slides/slide3.xml" Id="R67871202550e4194" /><Relationship Type="http://schemas.openxmlformats.org/officeDocument/2006/relationships/slide" Target="/ppt/slides/slide4.xml" Id="Rdedf0ac7a2364723" /><Relationship Type="http://schemas.openxmlformats.org/officeDocument/2006/relationships/slide" Target="/ppt/slides/slide5.xml" Id="R7a092049fcd1479e" /><Relationship Type="http://schemas.openxmlformats.org/officeDocument/2006/relationships/slide" Target="/ppt/slides/slide6.xml" Id="R6230c933560e4ddf" /><Relationship Type="http://schemas.openxmlformats.org/officeDocument/2006/relationships/slide" Target="/ppt/slides/slide7.xml" Id="Rc4c07cfe1385422c" /><Relationship Type="http://schemas.openxmlformats.org/officeDocument/2006/relationships/slide" Target="/ppt/slides/slide8.xml" Id="R5b5b16bc6af84c8e" /><Relationship Type="http://schemas.openxmlformats.org/officeDocument/2006/relationships/slide" Target="/ppt/slides/slide9.xml" Id="Re8fcd6f27d774154" /><Relationship Type="http://schemas.openxmlformats.org/officeDocument/2006/relationships/slide" Target="/ppt/slides/slide10.xml" Id="Re126f928ecbc4c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c0c212208c48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592d446ef74eec" /><Relationship Type="http://schemas.openxmlformats.org/officeDocument/2006/relationships/notesMaster" Target="/ppt/notesMasters/notesMaster1.xml" Id="R5419c21c6a314c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0935dd48e84776" /><Relationship Type="http://schemas.openxmlformats.org/officeDocument/2006/relationships/notesMaster" Target="/ppt/notesMasters/notesMaster1.xml" Id="Ra003498dddfb40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05a6c741fb44fa" /><Relationship Type="http://schemas.openxmlformats.org/officeDocument/2006/relationships/notesMaster" Target="/ppt/notesMasters/notesMaster1.xml" Id="R296f9bcf7c9845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4873d443d94858" /><Relationship Type="http://schemas.openxmlformats.org/officeDocument/2006/relationships/notesMaster" Target="/ppt/notesMasters/notesMaster1.xml" Id="R5f7b7b7d24fe40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295d3450924f6c" /><Relationship Type="http://schemas.openxmlformats.org/officeDocument/2006/relationships/notesMaster" Target="/ppt/notesMasters/notesMaster1.xml" Id="Rdb52e98f71514e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8c8c28255046db" /><Relationship Type="http://schemas.openxmlformats.org/officeDocument/2006/relationships/notesMaster" Target="/ppt/notesMasters/notesMaster1.xml" Id="Rf94da490c0ae42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859979d15d4483" /><Relationship Type="http://schemas.openxmlformats.org/officeDocument/2006/relationships/notesMaster" Target="/ppt/notesMasters/notesMaster1.xml" Id="R009eb9e09f344a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460de2c8e54144" /><Relationship Type="http://schemas.openxmlformats.org/officeDocument/2006/relationships/notesMaster" Target="/ppt/notesMasters/notesMaster1.xml" Id="R881ac4d3ada340e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85f3f50dea469b" /><Relationship Type="http://schemas.openxmlformats.org/officeDocument/2006/relationships/notesMaster" Target="/ppt/notesMasters/notesMaster1.xml" Id="R9ec46876fabd48c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4d4f3b6dfb64c8a" /><Relationship Type="http://schemas.openxmlformats.org/officeDocument/2006/relationships/notesMaster" Target="/ppt/notesMasters/notesMaster1.xml" Id="Ra8dab55c27654f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README.md; need-statement.md. Nội dung mô phỏng, chưa tích hợp MyVinmec. Codex hỗ trợ soạn nội dung và thiết kế. Người làm bài kiểm tra bản cuối.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01-phong-van/P1.md, P2.md, P3.md. Hai phỏng vấn ngày 17/10/2026, mỗi buổi 60–90 phút, có đồng ý dùng ẩn danh. Ghi chép chủ yếu diễn giải. Phương pháp theo lựa chọn người làm bài là 2 phỏng vấn + 1 tự thuật.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và mã bằng chứng giữ trong 02-journey-map/journey-map.md, P1/P2/P3. Tổng hợp tình huống, không phải một người gặp toàn bộ điểm đau. P1 có điều phối hỗ trợ; P2 nhớ phòng đầu; P3 biết nơi quay lại. Không gán thang cảm xúc hoặc thời gian giả.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03-need-statement/need-statement.md. Problem–population–outcome, không đưa giải pháp vào need statement. Hiệu quả giảm hỏi/chờ/di chuyển chưa đo.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CUH Directions - mobile app (https://www.cuh.nhs.uk/visiting-our-hospitals/cuh-directions-mobile-app/); Mayo Clinic Scheduling an appointment online (https://www.mayoclinic.org/scheduling-an-appointment-online/vid-20521112); Registration (https://www.mayoclinic.org/billing-insurance/before-arrival/registration). Đọc 18/10/2026. Chưa chứng minh hiệu quả tại Vinmec.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05-prototype/simulation-spec.md, prompts.md, test-report.md. 110 tests đạt theo báo cáo; UI mới chưa chạy lại E2E; 24 eval NOT_LIVE. Phòng/tầng/bản đồ dựng. Sẵn sàng là tự khai báo, bác sĩ chủ động gọi. Hai mode không trộn trong lượt. Chưa thử người dùng.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Trang giữ chỗ. Nhiệm vụ dự kiến từ prototype-test-guide.md. Không có log thử, tỷ lệ hoàn thành, thời gian hay quote thực.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Trang chờ bằng chứng. Chỉ điền quan sát, thay đổi và kiểm tra lại khi đã thử thật. QA/code review không thay thử người dùng.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06-rui-ro-dao-duc/risk-register.md. Chưa có quy trình Vinmec phê duyệt. Fallback hành chính chưa bảo đảm xử lý khẩn cấp.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07-coach-plan/coach-plan.md. Kế hoạch dự kiến, chưa phải hoạt động coach đã thực hiện. Nhóm 5–10 bạn chia cặp luân phiên vai; check-in 10 phút/ngày. Codex hỗ trợ tổng hợp, code và soạn bài; Canva hỗ trợ thiết kế; người làm bài chịu trách nhiệm.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6ccd2c9166481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44149e8277448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6f3f66478c454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8957e7bc72444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58c8c2b94141c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36449a0e1a40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5A9629-F488-42CD-A50C-ED444E0359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692332C-9FB5-485F-97FD-1CED196CA91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E92CC27-368A-4C92-A96C-D8C73BD78C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7B62CE-F648-493C-A8CF-93240B05B8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4AE7FE4-5DB2-4941-A525-2C8C8A94BD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D88C337-1CD3-428A-B926-1C2A04DBA0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1D8CC07-B0AF-4DA9-9EF8-C360056701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5C444A5-3757-4E52-A894-3F62DEBD651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3F428B-B1A4-4635-89C4-585A53526A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2BFC7B9-D0B6-4545-A367-951CC25E7C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82958440c94fc5" /><Relationship Type="http://schemas.openxmlformats.org/officeDocument/2006/relationships/slideLayout" Target="/ppt/slideLayouts/slideLayout1.xml" Id="R80e3781b06294121" /><Relationship Type="http://schemas.openxmlformats.org/officeDocument/2006/relationships/slideLayout" Target="/ppt/slideLayouts/slideLayout2.xml" Id="Ref60566a5cb44a3e" /><Relationship Type="http://schemas.openxmlformats.org/officeDocument/2006/relationships/slideLayout" Target="/ppt/slideLayouts/slideLayout3.xml" Id="R8e3bde278482488a" /><Relationship Type="http://schemas.openxmlformats.org/officeDocument/2006/relationships/slideLayout" Target="/ppt/slideLayouts/slideLayout4.xml" Id="Rc9d1a0d7f746440e" /><Relationship Type="http://schemas.openxmlformats.org/officeDocument/2006/relationships/slideLayout" Target="/ppt/slideLayouts/slideLayout5.xml" Id="Re9217173e7784257" /><Relationship Type="http://schemas.openxmlformats.org/officeDocument/2006/relationships/slideLayout" Target="/ppt/slideLayouts/slideLayout6.xml" Id="Reaa261a2dd9d49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e3781b06294121"/>
    <p:sldLayoutId xmlns:r="http://schemas.openxmlformats.org/officeDocument/2006/relationships" id="2147483650" r:id="Ref60566a5cb44a3e"/>
    <p:sldLayoutId xmlns:r="http://schemas.openxmlformats.org/officeDocument/2006/relationships" id="2147483651" r:id="R8e3bde278482488a"/>
    <p:sldLayoutId xmlns:r="http://schemas.openxmlformats.org/officeDocument/2006/relationships" id="2147483652" r:id="Rc9d1a0d7f746440e"/>
    <p:sldLayoutId xmlns:r="http://schemas.openxmlformats.org/officeDocument/2006/relationships" id="2147483653" r:id="Re9217173e7784257"/>
    <p:sldLayoutId xmlns:r="http://schemas.openxmlformats.org/officeDocument/2006/relationships" id="2147483654" r:id="Reaa261a2dd9d49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b7b0033ab14490" /><Relationship Type="http://schemas.openxmlformats.org/officeDocument/2006/relationships/notesSlide" Target="/ppt/notesSlides/notesSlide1.xml" Id="R4a23c96e9f614e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fd94c4dd5741ba" /><Relationship Type="http://schemas.openxmlformats.org/officeDocument/2006/relationships/notesSlide" Target="/ppt/notesSlides/notesSlide2.xml" Id="R2441512a790949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5a8e42fb47480a" /><Relationship Type="http://schemas.openxmlformats.org/officeDocument/2006/relationships/notesSlide" Target="/ppt/notesSlides/notesSlide3.xml" Id="R42318c5b62ab46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dd0ae7fb4949fb" /><Relationship Type="http://schemas.openxmlformats.org/officeDocument/2006/relationships/notesSlide" Target="/ppt/notesSlides/notesSlide4.xml" Id="R5691ae1a2dc347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064159a0384e43" /><Relationship Type="http://schemas.openxmlformats.org/officeDocument/2006/relationships/notesSlide" Target="/ppt/notesSlides/notesSlide5.xml" Id="Rccc35a7f389d4a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d98a00ae9e4278" /><Relationship Type="http://schemas.openxmlformats.org/officeDocument/2006/relationships/notesSlide" Target="/ppt/notesSlides/notesSlide6.xml" Id="R6e343adad7954e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f849fba8c2404e" /><Relationship Type="http://schemas.openxmlformats.org/officeDocument/2006/relationships/notesSlide" Target="/ppt/notesSlides/notesSlide7.xml" Id="R4019177a826e45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57aac6ac484fd5" /><Relationship Type="http://schemas.openxmlformats.org/officeDocument/2006/relationships/notesSlide" Target="/ppt/notesSlides/notesSlide8.xml" Id="R4b8a823e4f104a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b622394fc4440b" /><Relationship Type="http://schemas.openxmlformats.org/officeDocument/2006/relationships/notesSlide" Target="/ppt/notesSlides/notesSlide9.xml" Id="Redcf3b21213e457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889a459bee42d4" /><Relationship Type="http://schemas.openxmlformats.org/officeDocument/2006/relationships/notesSlide" Target="/ppt/notesSlides/notesSlide10.xml" Id="R4c82778123df44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diagram-1">
            <a:extLst xmlns:a="http://schemas.openxmlformats.org/drawingml/2006/main">
              <a:ext uri="{FF2B5EF4-FFF2-40B4-BE49-F238E27FC236}">
                <a16:creationId xmlns:a16="http://schemas.microsoft.com/office/drawing/2014/main" id="{214DDA36-1BB8-4A3D-B8FC-B9C93776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9B8FF"/>
                </a:solidFill>
                <a:latin typeface="Arial"/>
                <a:ea typeface="Arial"/>
                <a:cs typeface="Arial"/>
              </a:rPr>
              <a:t>EXPLORATION SPRINT 2026</a:t>
            </a:r>
          </a:p>
        </p:txBody>
      </p:sp>
      <p:sp>
        <p:nvSpPr>
          <p:cNvPr id="2" name="diagram-2">
            <a:extLst xmlns:a="http://schemas.openxmlformats.org/drawingml/2006/main">
              <a:ext uri="{FF2B5EF4-FFF2-40B4-BE49-F238E27FC236}">
                <a16:creationId xmlns:a16="http://schemas.microsoft.com/office/drawing/2014/main" id="{53180DAD-643D-45BC-9741-72D946AD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69532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Một lần</a:t>
            </a:r>
          </a:p>
          <a:p xmlns:a="http://schemas.openxmlformats.org/drawingml/2006/main">
            <a:pPr algn="l"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đi khám</a:t>
            </a:r>
          </a:p>
        </p:txBody>
      </p:sp>
      <p:sp>
        <p:nvSpPr>
          <p:cNvPr id="3" name="diagram-3">
            <a:extLst xmlns:a="http://schemas.openxmlformats.org/drawingml/2006/main">
              <a:ext uri="{FF2B5EF4-FFF2-40B4-BE49-F238E27FC236}">
                <a16:creationId xmlns:a16="http://schemas.microsoft.com/office/drawing/2014/main" id="{7CE66027-A7FC-4E23-BF70-1A265F11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14775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D5E4F0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0">
                <a:solidFill>
                  <a:srgbClr val="D5E4F0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0">
                <a:solidFill>
                  <a:srgbClr val="D5E4F0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0">
                <a:solidFill>
                  <a:srgbClr val="D5E4F0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0">
                <a:solidFill>
                  <a:srgbClr val="D5E4F0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0">
                <a:solidFill>
                  <a:srgbClr val="D5E4F0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0">
                <a:solidFill>
                  <a:srgbClr val="D5E4F0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0">
                <a:solidFill>
                  <a:srgbClr val="D5E4F0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0">
                <a:solidFill>
                  <a:srgbClr val="D5E4F0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0">
                <a:solidFill>
                  <a:srgbClr val="D5E4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D5E4F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D5E4F0"/>
                </a:solidFill>
                <a:latin typeface="Arial"/>
                <a:ea typeface="Arial"/>
                <a:cs typeface="Arial"/>
              </a:rPr>
              <a:t>Hướng dẫn chuyển bước</a:t>
            </a:r>
          </a:p>
          <a:p xmlns:a="http://schemas.openxmlformats.org/drawingml/2006/main">
            <a:pPr algn="l">
              <a:defRPr sz="2400" b="0">
                <a:solidFill>
                  <a:srgbClr val="D5E4F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D5E4F0"/>
                </a:solidFill>
                <a:latin typeface="Arial"/>
                <a:ea typeface="Arial"/>
                <a:cs typeface="Arial"/>
              </a:rPr>
              <a:t>trong lượt khám ngoại trú</a:t>
            </a:r>
          </a:p>
        </p:txBody>
      </p:sp>
      <p:sp>
        <p:nvSpPr>
          <p:cNvPr id="4" name="diagram-4">
            <a:extLst xmlns:a="http://schemas.openxmlformats.org/drawingml/2006/main">
              <a:ext uri="{FF2B5EF4-FFF2-40B4-BE49-F238E27FC236}">
                <a16:creationId xmlns:a16="http://schemas.microsoft.com/office/drawing/2014/main" id="{599CEF99-5BB5-49EF-B84D-D157DDF1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66900"/>
            <a:ext cx="2857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75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defPPr>
            <a:lvl1pPr algn="l">
              <a:defRPr sz="3075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1pPr>
            <a:lvl2pPr algn="l">
              <a:defRPr sz="3075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2pPr>
            <a:lvl3pPr algn="l">
              <a:defRPr sz="3075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3pPr>
            <a:lvl4pPr algn="l">
              <a:defRPr sz="3075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4pPr>
            <a:lvl5pPr algn="l">
              <a:defRPr sz="3075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5pPr>
            <a:lvl6pPr algn="l">
              <a:defRPr sz="3075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6pPr>
            <a:lvl7pPr algn="l">
              <a:defRPr sz="3075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7pPr>
            <a:lvl8pPr algn="l">
              <a:defRPr sz="3075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8pPr>
            <a:lvl9pPr algn="l">
              <a:defRPr sz="3075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79B8FF"/>
                </a:solidFill>
                <a:latin typeface="Arial"/>
                <a:ea typeface="Arial"/>
                <a:cs typeface="Arial"/>
              </a:rPr>
              <a:t>Việc gì tiếp?</a:t>
            </a:r>
          </a:p>
          <a:p xmlns:a="http://schemas.openxmlformats.org/drawingml/2006/main">
            <a:pPr algn="l">
              <a:defRPr sz="3075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79B8FF"/>
                </a:solidFill>
                <a:latin typeface="Arial"/>
                <a:ea typeface="Arial"/>
                <a:cs typeface="Arial"/>
              </a:rPr>
              <a:t>Tới đâu?</a:t>
            </a:r>
          </a:p>
          <a:p xmlns:a="http://schemas.openxmlformats.org/drawingml/2006/main">
            <a:pPr algn="l">
              <a:defRPr sz="3075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79B8FF"/>
                </a:solidFill>
                <a:latin typeface="Arial"/>
                <a:ea typeface="Arial"/>
                <a:cs typeface="Arial"/>
              </a:rPr>
              <a:t>Khi nào?</a:t>
            </a:r>
          </a:p>
        </p:txBody>
      </p:sp>
      <p:sp>
        <p:nvSpPr>
          <p:cNvPr id="5" name="diagram-5">
            <a:extLst xmlns:a="http://schemas.openxmlformats.org/drawingml/2006/main">
              <a:ext uri="{FF2B5EF4-FFF2-40B4-BE49-F238E27FC236}">
                <a16:creationId xmlns:a16="http://schemas.microsoft.com/office/drawing/2014/main" id="{F7BBD389-80B2-438B-A12C-297FD237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0077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1D2E0"/>
                </a:solidFill>
                <a:latin typeface="Arial"/>
                <a:ea typeface="Arial"/>
                <a:cs typeface="Arial"/>
              </a:rPr>
              <a:t>Vinmec · Bản đang hoàn thiện · 19/10/2026</a:t>
            </a:r>
          </a:p>
        </p:txBody>
      </p:sp>
      <p:sp>
        <p:nvSpPr>
          <p:cNvPr id="6" name="diagram-6">
            <a:extLst xmlns:a="http://schemas.openxmlformats.org/drawingml/2006/main">
              <a:ext uri="{FF2B5EF4-FFF2-40B4-BE49-F238E27FC236}">
                <a16:creationId xmlns:a16="http://schemas.microsoft.com/office/drawing/2014/main" id="{EF02B8C8-BCBD-4728-AEEB-D32C4350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00775"/>
            <a:ext cx="42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9B8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158763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diagram-7">
            <a:extLst xmlns:a="http://schemas.openxmlformats.org/drawingml/2006/main">
              <a:ext uri="{FF2B5EF4-FFF2-40B4-BE49-F238E27FC236}">
                <a16:creationId xmlns:a16="http://schemas.microsoft.com/office/drawing/2014/main" id="{ED224158-4F9D-46DE-9846-E195A7EC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Nghiên cứu trải nghiệm</a:t>
            </a:r>
          </a:p>
        </p:txBody>
      </p:sp>
      <p:sp>
        <p:nvSpPr>
          <p:cNvPr id="2" name="diagram-8">
            <a:extLst xmlns:a="http://schemas.openxmlformats.org/drawingml/2006/main">
              <a:ext uri="{FF2B5EF4-FFF2-40B4-BE49-F238E27FC236}">
                <a16:creationId xmlns:a16="http://schemas.microsoft.com/office/drawing/2014/main" id="{24F682BD-93B4-4476-B3E7-4C3EF6ED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Hai cuộc phỏng vấn và một trải nghiệm tự thuật</a:t>
            </a:r>
          </a:p>
        </p:txBody>
      </p:sp>
      <p:sp>
        <p:nvSpPr>
          <p:cNvPr id="3" name="diagram-9">
            <a:extLst xmlns:a="http://schemas.openxmlformats.org/drawingml/2006/main">
              <a:ext uri="{FF2B5EF4-FFF2-40B4-BE49-F238E27FC236}">
                <a16:creationId xmlns:a16="http://schemas.microsoft.com/office/drawing/2014/main" id="{386DC222-E483-4F9A-9F46-779FB36C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286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3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l">
              <a:defRPr sz="103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l">
              <a:defRPr sz="103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l">
              <a:defRPr sz="103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l">
              <a:defRPr sz="103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l">
              <a:defRPr sz="103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l">
              <a:defRPr sz="103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l">
              <a:defRPr sz="103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l">
              <a:defRPr sz="103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l">
              <a:defRPr sz="103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3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0350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diagram-10">
            <a:extLst xmlns:a="http://schemas.openxmlformats.org/drawingml/2006/main">
              <a:ext uri="{FF2B5EF4-FFF2-40B4-BE49-F238E27FC236}">
                <a16:creationId xmlns:a16="http://schemas.microsoft.com/office/drawing/2014/main" id="{F0491573-91A4-4202-9B69-76F6149F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67125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Cuộc phỏng vấn</a:t>
            </a:r>
          </a:p>
        </p:txBody>
      </p:sp>
      <p:sp>
        <p:nvSpPr>
          <p:cNvPr id="5" name="diagram-11">
            <a:extLst xmlns:a="http://schemas.openxmlformats.org/drawingml/2006/main">
              <a:ext uri="{FF2B5EF4-FFF2-40B4-BE49-F238E27FC236}">
                <a16:creationId xmlns:a16="http://schemas.microsoft.com/office/drawing/2014/main" id="{23DFC2D8-C03E-4DBC-AF41-15F3EBF8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05300"/>
            <a:ext cx="476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Trải nghiệm được người tham gia kể lại</a:t>
            </a:r>
          </a:p>
        </p:txBody>
      </p:sp>
      <p:sp>
        <p:nvSpPr>
          <p:cNvPr id="6" name="diagram-12">
            <a:extLst xmlns:a="http://schemas.openxmlformats.org/drawingml/2006/main">
              <a:ext uri="{FF2B5EF4-FFF2-40B4-BE49-F238E27FC236}">
                <a16:creationId xmlns:a16="http://schemas.microsoft.com/office/drawing/2014/main" id="{BEAD6AC5-36DC-427A-86AC-E1F8748B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286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3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l">
              <a:defRPr sz="103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l">
              <a:defRPr sz="103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l">
              <a:defRPr sz="103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l">
              <a:defRPr sz="103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l">
              <a:defRPr sz="103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l">
              <a:defRPr sz="103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l">
              <a:defRPr sz="103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l">
              <a:defRPr sz="103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l">
              <a:defRPr sz="103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3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0350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diagram-13">
            <a:extLst xmlns:a="http://schemas.openxmlformats.org/drawingml/2006/main">
              <a:ext uri="{FF2B5EF4-FFF2-40B4-BE49-F238E27FC236}">
                <a16:creationId xmlns:a16="http://schemas.microsoft.com/office/drawing/2014/main" id="{D653C218-748C-44E2-8BC1-06775ABD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667125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Trải nghiệm tự thuật</a:t>
            </a:r>
          </a:p>
        </p:txBody>
      </p:sp>
      <p:sp>
        <p:nvSpPr>
          <p:cNvPr id="8" name="diagram-14">
            <a:extLst xmlns:a="http://schemas.openxmlformats.org/drawingml/2006/main">
              <a:ext uri="{FF2B5EF4-FFF2-40B4-BE49-F238E27FC236}">
                <a16:creationId xmlns:a16="http://schemas.microsoft.com/office/drawing/2014/main" id="{05BC0B6D-7450-438F-A2B8-184EDB47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05300"/>
            <a:ext cx="4476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Góc nhìn của người làm bài</a:t>
            </a:r>
          </a:p>
        </p:txBody>
      </p:sp>
      <p:sp>
        <p:nvSpPr>
          <p:cNvPr id="9" name="diagram-15">
            <a:extLst xmlns:a="http://schemas.openxmlformats.org/drawingml/2006/main">
              <a:ext uri="{FF2B5EF4-FFF2-40B4-BE49-F238E27FC236}">
                <a16:creationId xmlns:a16="http://schemas.microsoft.com/office/drawing/2014/main" id="{3DFAA68F-3068-465F-A3D6-FB54A47E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4830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iagram-16">
            <a:extLst xmlns:a="http://schemas.openxmlformats.org/drawingml/2006/main">
              <a:ext uri="{FF2B5EF4-FFF2-40B4-BE49-F238E27FC236}">
                <a16:creationId xmlns:a16="http://schemas.microsoft.com/office/drawing/2014/main" id="{35F3038E-1226-4A0C-9AF7-858065C1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67375"/>
            <a:ext cx="1062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Tổng hợp hành vi, cảm nhận và điểm vướng để xác định nhu cầu.</a:t>
            </a:r>
          </a:p>
        </p:txBody>
      </p:sp>
      <p:sp>
        <p:nvSpPr>
          <p:cNvPr id="11" name="diagram-17">
            <a:extLst xmlns:a="http://schemas.openxmlformats.org/drawingml/2006/main">
              <a:ext uri="{FF2B5EF4-FFF2-40B4-BE49-F238E27FC236}">
                <a16:creationId xmlns:a16="http://schemas.microsoft.com/office/drawing/2014/main" id="{E7E06C9D-1F7F-42BF-86E6-10ECBB1F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Dữ liệu ẩn danh; ghi chép diễn giải; mẫu nghiên cứu còn nhỏ.</a:t>
            </a:r>
          </a:p>
        </p:txBody>
      </p:sp>
      <p:sp>
        <p:nvSpPr>
          <p:cNvPr id="12" name="diagram-18">
            <a:extLst xmlns:a="http://schemas.openxmlformats.org/drawingml/2006/main">
              <a:ext uri="{FF2B5EF4-FFF2-40B4-BE49-F238E27FC236}">
                <a16:creationId xmlns:a16="http://schemas.microsoft.com/office/drawing/2014/main" id="{96529058-EB4F-4D32-8694-9E6F3109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704338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diagram-19">
            <a:extLst xmlns:a="http://schemas.openxmlformats.org/drawingml/2006/main">
              <a:ext uri="{FF2B5EF4-FFF2-40B4-BE49-F238E27FC236}">
                <a16:creationId xmlns:a16="http://schemas.microsoft.com/office/drawing/2014/main" id="{93EAA3C9-A542-45F9-AB9A-0DAF930C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Điểm đau nằm ở các lần chuyển bước</a:t>
            </a:r>
          </a:p>
        </p:txBody>
      </p:sp>
      <p:sp>
        <p:nvSpPr>
          <p:cNvPr id="2" name="diagram-20">
            <a:extLst xmlns:a="http://schemas.openxmlformats.org/drawingml/2006/main">
              <a:ext uri="{FF2B5EF4-FFF2-40B4-BE49-F238E27FC236}">
                <a16:creationId xmlns:a16="http://schemas.microsoft.com/office/drawing/2014/main" id="{10C4C4A5-F407-4CEB-9715-D328F891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Dòng việc tiếp tục, nhưng thông tin để quyết định có thể bị đứt đoạn</a:t>
            </a:r>
          </a:p>
        </p:txBody>
      </p:sp>
      <p:sp>
        <p:nvSpPr>
          <p:cNvPr id="3" name="diagram-21">
            <a:extLst xmlns:a="http://schemas.openxmlformats.org/drawingml/2006/main">
              <a:ext uri="{FF2B5EF4-FFF2-40B4-BE49-F238E27FC236}">
                <a16:creationId xmlns:a16="http://schemas.microsoft.com/office/drawing/2014/main" id="{F9E1DEC4-C52A-47B4-893C-889F277D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1714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BCE"/>
            </a:solidFill>
            <a:prstDash val="solid"/>
          </a:ln>
        </p:spPr>
      </p:sp>
      <p:sp>
        <p:nvSpPr>
          <p:cNvPr id="4" name="diagram-22">
            <a:extLst xmlns:a="http://schemas.openxmlformats.org/drawingml/2006/main">
              <a:ext uri="{FF2B5EF4-FFF2-40B4-BE49-F238E27FC236}">
                <a16:creationId xmlns:a16="http://schemas.microsoft.com/office/drawing/2014/main" id="{51AD0B43-9901-4519-BB52-34AF26C4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43225"/>
            <a:ext cx="152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Rời phòng</a:t>
            </a:r>
          </a:p>
          <a:p xmlns:a="http://schemas.openxmlformats.org/drawingml/2006/main">
            <a: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khám đầu</a:t>
            </a:r>
          </a:p>
        </p:txBody>
      </p:sp>
      <p:sp>
        <p:nvSpPr>
          <p:cNvPr id="5" name="diagram-23">
            <a:extLst xmlns:a="http://schemas.openxmlformats.org/drawingml/2006/main">
              <a:ext uri="{FF2B5EF4-FFF2-40B4-BE49-F238E27FC236}">
                <a16:creationId xmlns:a16="http://schemas.microsoft.com/office/drawing/2014/main" id="{89974EB6-C08A-4A93-BBFF-F97717A1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895600"/>
            <a:ext cx="1714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BCE"/>
            </a:solidFill>
            <a:prstDash val="solid"/>
          </a:ln>
        </p:spPr>
      </p:sp>
      <p:sp>
        <p:nvSpPr>
          <p:cNvPr id="6" name="diagram-24">
            <a:extLst xmlns:a="http://schemas.openxmlformats.org/drawingml/2006/main">
              <a:ext uri="{FF2B5EF4-FFF2-40B4-BE49-F238E27FC236}">
                <a16:creationId xmlns:a16="http://schemas.microsoft.com/office/drawing/2014/main" id="{5CEA5C3D-C055-41C0-BE02-763D94AB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943225"/>
            <a:ext cx="152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Tìm điểm</a:t>
            </a:r>
          </a:p>
          <a:p xmlns:a="http://schemas.openxmlformats.org/drawingml/2006/main">
            <a: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tiếp theo</a:t>
            </a:r>
          </a:p>
        </p:txBody>
      </p:sp>
      <p:sp>
        <p:nvSpPr>
          <p:cNvPr id="7" name="diagram-25">
            <a:extLst xmlns:a="http://schemas.openxmlformats.org/drawingml/2006/main">
              <a:ext uri="{FF2B5EF4-FFF2-40B4-BE49-F238E27FC236}">
                <a16:creationId xmlns:a16="http://schemas.microsoft.com/office/drawing/2014/main" id="{F28E0C8A-A170-4EF7-8213-E7CC1202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95600"/>
            <a:ext cx="1714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BCE"/>
            </a:solidFill>
            <a:prstDash val="solid"/>
          </a:ln>
        </p:spPr>
      </p:sp>
      <p:sp>
        <p:nvSpPr>
          <p:cNvPr id="8" name="diagram-26">
            <a:extLst xmlns:a="http://schemas.openxmlformats.org/drawingml/2006/main">
              <a:ext uri="{FF2B5EF4-FFF2-40B4-BE49-F238E27FC236}">
                <a16:creationId xmlns:a16="http://schemas.microsoft.com/office/drawing/2014/main" id="{D7247819-9F47-47C7-8FB6-68017747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43225"/>
            <a:ext cx="152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Thực hiện</a:t>
            </a:r>
          </a:p>
          <a:p xmlns:a="http://schemas.openxmlformats.org/drawingml/2006/main">
            <a: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dịch vụ</a:t>
            </a:r>
          </a:p>
        </p:txBody>
      </p:sp>
      <p:sp>
        <p:nvSpPr>
          <p:cNvPr id="9" name="diagram-27">
            <a:extLst xmlns:a="http://schemas.openxmlformats.org/drawingml/2006/main">
              <a:ext uri="{FF2B5EF4-FFF2-40B4-BE49-F238E27FC236}">
                <a16:creationId xmlns:a16="http://schemas.microsoft.com/office/drawing/2014/main" id="{50AD47C7-895F-456C-BBAE-21CBF92C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895600"/>
            <a:ext cx="1714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BCE"/>
            </a:solidFill>
            <a:prstDash val="solid"/>
          </a:ln>
        </p:spPr>
      </p:sp>
      <p:sp>
        <p:nvSpPr>
          <p:cNvPr id="10" name="diagram-28">
            <a:extLst xmlns:a="http://schemas.openxmlformats.org/drawingml/2006/main">
              <a:ext uri="{FF2B5EF4-FFF2-40B4-BE49-F238E27FC236}">
                <a16:creationId xmlns:a16="http://schemas.microsoft.com/office/drawing/2014/main" id="{EB0B7D84-758A-404D-A379-3EBD1033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43225"/>
            <a:ext cx="152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Chờ và nhận</a:t>
            </a:r>
          </a:p>
          <a:p xmlns:a="http://schemas.openxmlformats.org/drawingml/2006/main">
            <a: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kết quả</a:t>
            </a:r>
          </a:p>
        </p:txBody>
      </p:sp>
      <p:sp>
        <p:nvSpPr>
          <p:cNvPr id="11" name="diagram-29">
            <a:extLst xmlns:a="http://schemas.openxmlformats.org/drawingml/2006/main">
              <a:ext uri="{FF2B5EF4-FFF2-40B4-BE49-F238E27FC236}">
                <a16:creationId xmlns:a16="http://schemas.microsoft.com/office/drawing/2014/main" id="{C8C360F7-C2CD-40EC-9CB6-BF2DAAA5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95600"/>
            <a:ext cx="1714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BCE"/>
            </a:solidFill>
            <a:prstDash val="solid"/>
          </a:ln>
        </p:spPr>
      </p:sp>
      <p:sp>
        <p:nvSpPr>
          <p:cNvPr id="12" name="diagram-30">
            <a:extLst xmlns:a="http://schemas.openxmlformats.org/drawingml/2006/main">
              <a:ext uri="{FF2B5EF4-FFF2-40B4-BE49-F238E27FC236}">
                <a16:creationId xmlns:a16="http://schemas.microsoft.com/office/drawing/2014/main" id="{D8A71522-9CAB-4061-9577-55CC3479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43225"/>
            <a:ext cx="152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Quay lại</a:t>
            </a:r>
          </a:p>
          <a:p xmlns:a="http://schemas.openxmlformats.org/drawingml/2006/main">
            <a: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bác sĩ</a:t>
            </a:r>
          </a:p>
        </p:txBody>
      </p:sp>
      <p:sp>
        <p:nvSpPr>
          <p:cNvPr id="13" name="diagram-31">
            <a:extLst xmlns:a="http://schemas.openxmlformats.org/drawingml/2006/main">
              <a:ext uri="{FF2B5EF4-FFF2-40B4-BE49-F238E27FC236}">
                <a16:creationId xmlns:a16="http://schemas.microsoft.com/office/drawing/2014/main" id="{0CF55800-A82D-4109-9F2B-6B2C98EB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33750"/>
            <a:ext cx="809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diagram-32">
            <a:extLst xmlns:a="http://schemas.openxmlformats.org/drawingml/2006/main">
              <a:ext uri="{FF2B5EF4-FFF2-40B4-BE49-F238E27FC236}">
                <a16:creationId xmlns:a16="http://schemas.microsoft.com/office/drawing/2014/main" id="{2EEBB034-FB61-47D4-9706-3735DF3A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163" y="3333750"/>
            <a:ext cx="809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iagram-33">
            <a:extLst xmlns:a="http://schemas.openxmlformats.org/drawingml/2006/main">
              <a:ext uri="{FF2B5EF4-FFF2-40B4-BE49-F238E27FC236}">
                <a16:creationId xmlns:a16="http://schemas.microsoft.com/office/drawing/2014/main" id="{13CF97D5-4114-4838-AE66-4286121C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438" y="31146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B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diagram-34">
            <a:extLst xmlns:a="http://schemas.openxmlformats.org/drawingml/2006/main">
              <a:ext uri="{FF2B5EF4-FFF2-40B4-BE49-F238E27FC236}">
                <a16:creationId xmlns:a16="http://schemas.microsoft.com/office/drawing/2014/main" id="{F00754A7-010D-406F-8323-CBCFFFEE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438" y="31146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defPPr>
            <a:lvl1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1pPr>
            <a:lvl2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2pPr>
            <a:lvl3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3pPr>
            <a:lvl4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4pPr>
            <a:lvl5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5pPr>
            <a:lvl6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6pPr>
            <a:lvl7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7pPr>
            <a:lvl8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8pPr>
            <a:lvl9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D64D53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7" name="diagram-35">
            <a:extLst xmlns:a="http://schemas.openxmlformats.org/drawingml/2006/main">
              <a:ext uri="{FF2B5EF4-FFF2-40B4-BE49-F238E27FC236}">
                <a16:creationId xmlns:a16="http://schemas.microsoft.com/office/drawing/2014/main" id="{050C0983-FBB4-4B83-AA4D-2722CA0F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76600"/>
            <a:ext cx="619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iagram-36">
            <a:extLst xmlns:a="http://schemas.openxmlformats.org/drawingml/2006/main">
              <a:ext uri="{FF2B5EF4-FFF2-40B4-BE49-F238E27FC236}">
                <a16:creationId xmlns:a16="http://schemas.microsoft.com/office/drawing/2014/main" id="{14FDC280-89D4-4491-BA97-40F6F83D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809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diagram-37">
            <a:extLst xmlns:a="http://schemas.openxmlformats.org/drawingml/2006/main">
              <a:ext uri="{FF2B5EF4-FFF2-40B4-BE49-F238E27FC236}">
                <a16:creationId xmlns:a16="http://schemas.microsoft.com/office/drawing/2014/main" id="{11352B17-4BA3-471D-B815-56B33A57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1413" y="3333750"/>
            <a:ext cx="809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iagram-38">
            <a:extLst xmlns:a="http://schemas.openxmlformats.org/drawingml/2006/main">
              <a:ext uri="{FF2B5EF4-FFF2-40B4-BE49-F238E27FC236}">
                <a16:creationId xmlns:a16="http://schemas.microsoft.com/office/drawing/2014/main" id="{041548BA-BA5C-427B-AF4B-386D9544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688" y="31146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B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diagram-39">
            <a:extLst xmlns:a="http://schemas.openxmlformats.org/drawingml/2006/main">
              <a:ext uri="{FF2B5EF4-FFF2-40B4-BE49-F238E27FC236}">
                <a16:creationId xmlns:a16="http://schemas.microsoft.com/office/drawing/2014/main" id="{8467317A-1814-4B9F-A667-855FDC9F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688" y="31146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defPPr>
            <a:lvl1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1pPr>
            <a:lvl2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2pPr>
            <a:lvl3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3pPr>
            <a:lvl4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4pPr>
            <a:lvl5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5pPr>
            <a:lvl6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6pPr>
            <a:lvl7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7pPr>
            <a:lvl8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8pPr>
            <a:lvl9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D64D53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22" name="diagram-40">
            <a:extLst xmlns:a="http://schemas.openxmlformats.org/drawingml/2006/main">
              <a:ext uri="{FF2B5EF4-FFF2-40B4-BE49-F238E27FC236}">
                <a16:creationId xmlns:a16="http://schemas.microsoft.com/office/drawing/2014/main" id="{E6E4E620-654F-4BDA-8D1D-FD32C49B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333750"/>
            <a:ext cx="809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diagram-41">
            <a:extLst xmlns:a="http://schemas.openxmlformats.org/drawingml/2006/main">
              <a:ext uri="{FF2B5EF4-FFF2-40B4-BE49-F238E27FC236}">
                <a16:creationId xmlns:a16="http://schemas.microsoft.com/office/drawing/2014/main" id="{44BBFD25-B5C1-4DAA-B655-CBAE3D8A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5038" y="3333750"/>
            <a:ext cx="809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diagram-42">
            <a:extLst xmlns:a="http://schemas.openxmlformats.org/drawingml/2006/main">
              <a:ext uri="{FF2B5EF4-FFF2-40B4-BE49-F238E27FC236}">
                <a16:creationId xmlns:a16="http://schemas.microsoft.com/office/drawing/2014/main" id="{651BD5DA-DFCD-472F-AC16-396B61E0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313" y="31146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B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iagram-43">
            <a:extLst xmlns:a="http://schemas.openxmlformats.org/drawingml/2006/main">
              <a:ext uri="{FF2B5EF4-FFF2-40B4-BE49-F238E27FC236}">
                <a16:creationId xmlns:a16="http://schemas.microsoft.com/office/drawing/2014/main" id="{AC0899A1-7018-4CB0-A488-5190D895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313" y="31146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defPPr>
            <a:lvl1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1pPr>
            <a:lvl2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2pPr>
            <a:lvl3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3pPr>
            <a:lvl4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4pPr>
            <a:lvl5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5pPr>
            <a:lvl6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6pPr>
            <a:lvl7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7pPr>
            <a:lvl8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8pPr>
            <a:lvl9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D64D53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26" name="diagram-44">
            <a:extLst xmlns:a="http://schemas.openxmlformats.org/drawingml/2006/main">
              <a:ext uri="{FF2B5EF4-FFF2-40B4-BE49-F238E27FC236}">
                <a16:creationId xmlns:a16="http://schemas.microsoft.com/office/drawing/2014/main" id="{D8AE9F41-4106-4F90-B78D-76BF8646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57375"/>
            <a:ext cx="2428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64D53"/>
                </a:solidFill>
                <a:latin typeface="Arial"/>
                <a:ea typeface="Arial"/>
                <a:cs typeface="Arial"/>
              </a:rPr>
              <a:t>Chưa rõ bước tiếp</a:t>
            </a:r>
          </a:p>
          <a:p xmlns:a="http://schemas.openxmlformats.org/drawingml/2006/main">
            <a: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64D53"/>
                </a:solidFill>
                <a:latin typeface="Arial"/>
                <a:ea typeface="Arial"/>
                <a:cs typeface="Arial"/>
              </a:rPr>
              <a:t>và nơi cần đến</a:t>
            </a:r>
          </a:p>
        </p:txBody>
      </p:sp>
      <p:sp>
        <p:nvSpPr>
          <p:cNvPr id="27" name="diagram-45">
            <a:extLst xmlns:a="http://schemas.openxmlformats.org/drawingml/2006/main">
              <a:ext uri="{FF2B5EF4-FFF2-40B4-BE49-F238E27FC236}">
                <a16:creationId xmlns:a16="http://schemas.microsoft.com/office/drawing/2014/main" id="{D931CDF8-047E-47C7-AE8C-07D4BE53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57375"/>
            <a:ext cx="2333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64D53"/>
                </a:solidFill>
                <a:latin typeface="Arial"/>
                <a:ea typeface="Arial"/>
                <a:cs typeface="Arial"/>
              </a:rPr>
              <a:t>Khó biết</a:t>
            </a:r>
          </a:p>
          <a:p xmlns:a="http://schemas.openxmlformats.org/drawingml/2006/main">
            <a: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64D53"/>
                </a:solidFill>
                <a:latin typeface="Arial"/>
                <a:ea typeface="Arial"/>
                <a:cs typeface="Arial"/>
              </a:rPr>
              <a:t>diễn tiến</a:t>
            </a:r>
          </a:p>
        </p:txBody>
      </p:sp>
      <p:sp>
        <p:nvSpPr>
          <p:cNvPr id="28" name="diagram-46">
            <a:extLst xmlns:a="http://schemas.openxmlformats.org/drawingml/2006/main">
              <a:ext uri="{FF2B5EF4-FFF2-40B4-BE49-F238E27FC236}">
                <a16:creationId xmlns:a16="http://schemas.microsoft.com/office/drawing/2014/main" id="{17082FA2-DA82-42F1-8795-DC873D4C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57375"/>
            <a:ext cx="2809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64D53"/>
                </a:solidFill>
                <a:latin typeface="Arial"/>
                <a:ea typeface="Arial"/>
                <a:cs typeface="Arial"/>
              </a:rPr>
              <a:t>Chưa rõ lúc nào</a:t>
            </a:r>
          </a:p>
          <a:p xmlns:a="http://schemas.openxmlformats.org/drawingml/2006/main">
            <a: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64D53"/>
                </a:solidFill>
                <a:latin typeface="Arial"/>
                <a:ea typeface="Arial"/>
                <a:cs typeface="Arial"/>
              </a:rPr>
              <a:t>có thể quay lại</a:t>
            </a:r>
          </a:p>
        </p:txBody>
      </p:sp>
      <p:sp>
        <p:nvSpPr>
          <p:cNvPr id="29" name="diagram-47">
            <a:extLst xmlns:a="http://schemas.openxmlformats.org/drawingml/2006/main">
              <a:ext uri="{FF2B5EF4-FFF2-40B4-BE49-F238E27FC236}">
                <a16:creationId xmlns:a16="http://schemas.microsoft.com/office/drawing/2014/main" id="{D83BB28F-F576-4C74-A8A7-6EB552AB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33925"/>
            <a:ext cx="9382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diagram-48">
            <a:extLst xmlns:a="http://schemas.openxmlformats.org/drawingml/2006/main">
              <a:ext uri="{FF2B5EF4-FFF2-40B4-BE49-F238E27FC236}">
                <a16:creationId xmlns:a16="http://schemas.microsoft.com/office/drawing/2014/main" id="{E6AA1CA8-C191-459B-ABB5-05F79072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006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Tìm giấy hoặc hỏi nhân viên để nối lại thông tin</a:t>
            </a:r>
          </a:p>
        </p:txBody>
      </p:sp>
      <p:sp>
        <p:nvSpPr>
          <p:cNvPr id="31" name="diagram-49">
            <a:extLst xmlns:a="http://schemas.openxmlformats.org/drawingml/2006/main">
              <a:ext uri="{FF2B5EF4-FFF2-40B4-BE49-F238E27FC236}">
                <a16:creationId xmlns:a16="http://schemas.microsoft.com/office/drawing/2014/main" id="{A5D8FF3C-D78E-432E-BE51-7B651E44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2452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64D53"/>
                </a:solidFill>
                <a:latin typeface="Arial"/>
                <a:ea typeface="Arial"/>
                <a:cs typeface="Arial"/>
              </a:rPr>
              <a:t>×  Điểm đứt mạch thông tin</a:t>
            </a:r>
          </a:p>
        </p:txBody>
      </p:sp>
      <p:sp>
        <p:nvSpPr>
          <p:cNvPr id="32" name="diagram-50">
            <a:extLst xmlns:a="http://schemas.openxmlformats.org/drawingml/2006/main">
              <a:ext uri="{FF2B5EF4-FFF2-40B4-BE49-F238E27FC236}">
                <a16:creationId xmlns:a16="http://schemas.microsoft.com/office/drawing/2014/main" id="{29CE259D-B689-4381-A019-F3DB3079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Sơ đồ tổng hợp các tình huống nghiên cứu, không phải hành trình của một người.</a:t>
            </a:r>
          </a:p>
        </p:txBody>
      </p:sp>
      <p:sp>
        <p:nvSpPr>
          <p:cNvPr id="33" name="diagram-51">
            <a:extLst xmlns:a="http://schemas.openxmlformats.org/drawingml/2006/main">
              <a:ext uri="{FF2B5EF4-FFF2-40B4-BE49-F238E27FC236}">
                <a16:creationId xmlns:a16="http://schemas.microsoft.com/office/drawing/2014/main" id="{FD282B87-4FF0-47C5-967F-9161A8D1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459903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5EF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diagram-52">
            <a:extLst xmlns:a="http://schemas.openxmlformats.org/drawingml/2006/main">
              <a:ext uri="{FF2B5EF4-FFF2-40B4-BE49-F238E27FC236}">
                <a16:creationId xmlns:a16="http://schemas.microsoft.com/office/drawing/2014/main" id="{D7260070-8EC8-41A9-BE64-F450E037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Nhu cầu trọng tâm</a:t>
            </a:r>
          </a:p>
        </p:txBody>
      </p:sp>
      <p:sp>
        <p:nvSpPr>
          <p:cNvPr id="2" name="diagram-53">
            <a:extLst xmlns:a="http://schemas.openxmlformats.org/drawingml/2006/main">
              <a:ext uri="{FF2B5EF4-FFF2-40B4-BE49-F238E27FC236}">
                <a16:creationId xmlns:a16="http://schemas.microsoft.com/office/drawing/2014/main" id="{30A6CB5D-3540-4421-A966-A8758989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57350"/>
            <a:ext cx="1095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6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36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36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36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36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36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36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36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36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36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Biết đúng bước tiếp theo,</a:t>
            </a:r>
          </a:p>
          <a:p xmlns:a="http://schemas.openxmlformats.org/drawingml/2006/main">
            <a:pPr algn="l">
              <a:defRPr sz="36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đúng nơi và đúng thời điểm.</a:t>
            </a:r>
          </a:p>
        </p:txBody>
      </p:sp>
      <p:sp>
        <p:nvSpPr>
          <p:cNvPr id="3" name="diagram-54">
            <a:extLst xmlns:a="http://schemas.openxmlformats.org/drawingml/2006/main">
              <a:ext uri="{FF2B5EF4-FFF2-40B4-BE49-F238E27FC236}">
                <a16:creationId xmlns:a16="http://schemas.microsoft.com/office/drawing/2014/main" id="{11D1C632-DA3E-42FC-8EF8-21DA5164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CHO AI</a:t>
            </a:r>
          </a:p>
        </p:txBody>
      </p:sp>
      <p:sp>
        <p:nvSpPr>
          <p:cNvPr id="4" name="diagram-55">
            <a:extLst xmlns:a="http://schemas.openxmlformats.org/drawingml/2006/main">
              <a:ext uri="{FF2B5EF4-FFF2-40B4-BE49-F238E27FC236}">
                <a16:creationId xmlns:a16="http://schemas.microsoft.com/office/drawing/2014/main" id="{00EA3D32-F178-4F65-A0A4-48A43CC0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3476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Người khám ngoại trú</a:t>
            </a:r>
          </a:p>
          <a:p xmlns:a="http://schemas.openxmlformats.org/drawingml/2006/main">
            <a: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qua nhiều điểm dịch vụ</a:t>
            </a:r>
          </a:p>
        </p:txBody>
      </p:sp>
      <p:sp>
        <p:nvSpPr>
          <p:cNvPr id="5" name="diagram-56">
            <a:extLst xmlns:a="http://schemas.openxmlformats.org/drawingml/2006/main">
              <a:ext uri="{FF2B5EF4-FFF2-40B4-BE49-F238E27FC236}">
                <a16:creationId xmlns:a16="http://schemas.microsoft.com/office/drawing/2014/main" id="{AE11C127-8634-4A40-A117-E03A02C4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433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VẤN ĐỀ</a:t>
            </a:r>
          </a:p>
        </p:txBody>
      </p:sp>
      <p:sp>
        <p:nvSpPr>
          <p:cNvPr id="6" name="diagram-57">
            <a:extLst xmlns:a="http://schemas.openxmlformats.org/drawingml/2006/main">
              <a:ext uri="{FF2B5EF4-FFF2-40B4-BE49-F238E27FC236}">
                <a16:creationId xmlns:a16="http://schemas.microsoft.com/office/drawing/2014/main" id="{5E49FCDE-6989-40FA-981E-B9A6FA33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29125"/>
            <a:ext cx="323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Thông tin chuyển bước</a:t>
            </a:r>
          </a:p>
          <a:p xmlns:a="http://schemas.openxmlformats.org/drawingml/2006/main">
            <a: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chưa liền mạch</a:t>
            </a:r>
          </a:p>
        </p:txBody>
      </p:sp>
      <p:sp>
        <p:nvSpPr>
          <p:cNvPr id="7" name="diagram-58">
            <a:extLst xmlns:a="http://schemas.openxmlformats.org/drawingml/2006/main">
              <a:ext uri="{FF2B5EF4-FFF2-40B4-BE49-F238E27FC236}">
                <a16:creationId xmlns:a16="http://schemas.microsoft.com/office/drawing/2014/main" id="{645AC527-36FF-43C5-954F-AD3EB8BC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433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MONG MUỐN</a:t>
            </a:r>
          </a:p>
        </p:txBody>
      </p:sp>
      <p:sp>
        <p:nvSpPr>
          <p:cNvPr id="8" name="diagram-59">
            <a:extLst xmlns:a="http://schemas.openxmlformats.org/drawingml/2006/main">
              <a:ext uri="{FF2B5EF4-FFF2-40B4-BE49-F238E27FC236}">
                <a16:creationId xmlns:a16="http://schemas.microsoft.com/office/drawing/2014/main" id="{8B5AF163-D2A3-42B7-8CCB-F0E1D8A9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29125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Giảm hỏi lại, chờ và</a:t>
            </a:r>
          </a:p>
          <a:p xmlns:a="http://schemas.openxmlformats.org/drawingml/2006/main">
            <a: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di chuyển không cần thiết</a:t>
            </a:r>
          </a:p>
        </p:txBody>
      </p:sp>
      <p:sp>
        <p:nvSpPr>
          <p:cNvPr id="9" name="diagram-60">
            <a:extLst xmlns:a="http://schemas.openxmlformats.org/drawingml/2006/main">
              <a:ext uri="{FF2B5EF4-FFF2-40B4-BE49-F238E27FC236}">
                <a16:creationId xmlns:a16="http://schemas.microsoft.com/office/drawing/2014/main" id="{2457C6F0-0D4E-4EE8-BCA5-BB06A47A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Giả thuyết thiết kế; cần kiểm chứng hiệu quả với người dùng.</a:t>
            </a:r>
          </a:p>
        </p:txBody>
      </p:sp>
      <p:sp>
        <p:nvSpPr>
          <p:cNvPr id="10" name="diagram-61">
            <a:extLst xmlns:a="http://schemas.openxmlformats.org/drawingml/2006/main">
              <a:ext uri="{FF2B5EF4-FFF2-40B4-BE49-F238E27FC236}">
                <a16:creationId xmlns:a16="http://schemas.microsoft.com/office/drawing/2014/main" id="{BB899C87-C9FB-4944-B0BA-A1BC8846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28050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diagram-62">
            <a:extLst xmlns:a="http://schemas.openxmlformats.org/drawingml/2006/main">
              <a:ext uri="{FF2B5EF4-FFF2-40B4-BE49-F238E27FC236}">
                <a16:creationId xmlns:a16="http://schemas.microsoft.com/office/drawing/2014/main" id="{03FDBDC9-0B98-4938-8194-1F8DA505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Ba thực hành quốc tế tham khảo</a:t>
            </a:r>
          </a:p>
        </p:txBody>
      </p:sp>
      <p:sp>
        <p:nvSpPr>
          <p:cNvPr id="2" name="diagram-63">
            <a:extLst xmlns:a="http://schemas.openxmlformats.org/drawingml/2006/main">
              <a:ext uri="{FF2B5EF4-FFF2-40B4-BE49-F238E27FC236}">
                <a16:creationId xmlns:a16="http://schemas.microsoft.com/office/drawing/2014/main" id="{F3F1A552-3F8E-41E3-BEC4-6E334F6C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Bài học áp dụng cho hướng dẫn chuyển bước</a:t>
            </a:r>
          </a:p>
        </p:txBody>
      </p:sp>
      <p:sp>
        <p:nvSpPr>
          <p:cNvPr id="3" name="diagram-64">
            <a:extLst xmlns:a="http://schemas.openxmlformats.org/drawingml/2006/main">
              <a:ext uri="{FF2B5EF4-FFF2-40B4-BE49-F238E27FC236}">
                <a16:creationId xmlns:a16="http://schemas.microsoft.com/office/drawing/2014/main" id="{8C08BAE5-C417-4E31-AAC9-F7E990A1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8597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CUH Directions</a:t>
            </a:r>
          </a:p>
        </p:txBody>
      </p:sp>
      <p:sp>
        <p:nvSpPr>
          <p:cNvPr id="4" name="diagram-65">
            <a:extLst xmlns:a="http://schemas.openxmlformats.org/drawingml/2006/main">
              <a:ext uri="{FF2B5EF4-FFF2-40B4-BE49-F238E27FC236}">
                <a16:creationId xmlns:a16="http://schemas.microsoft.com/office/drawing/2014/main" id="{0A65E6E3-4A1B-464E-8721-43A61A5D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Anh</a:t>
            </a:r>
          </a:p>
        </p:txBody>
      </p:sp>
      <p:sp>
        <p:nvSpPr>
          <p:cNvPr id="5" name="diagram-66">
            <a:extLst xmlns:a="http://schemas.openxmlformats.org/drawingml/2006/main">
              <a:ext uri="{FF2B5EF4-FFF2-40B4-BE49-F238E27FC236}">
                <a16:creationId xmlns:a16="http://schemas.microsoft.com/office/drawing/2014/main" id="{9628D1FB-3151-48C2-96E4-EAEB0F7D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85975"/>
            <a:ext cx="685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Chỉ dẫn theo chặng, dùng mốc dễ nhận ra</a:t>
            </a:r>
          </a:p>
          <a:p xmlns:a="http://schemas.openxmlformats.org/drawingml/2006/main">
            <a: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và xác nhận điểm xuất phát.</a:t>
            </a:r>
          </a:p>
        </p:txBody>
      </p:sp>
      <p:sp>
        <p:nvSpPr>
          <p:cNvPr id="6" name="diagram-67">
            <a:extLst xmlns:a="http://schemas.openxmlformats.org/drawingml/2006/main">
              <a:ext uri="{FF2B5EF4-FFF2-40B4-BE49-F238E27FC236}">
                <a16:creationId xmlns:a16="http://schemas.microsoft.com/office/drawing/2014/main" id="{0D4FA3DE-7311-4A93-99E0-903C23B2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iagram-68">
            <a:extLst xmlns:a="http://schemas.openxmlformats.org/drawingml/2006/main">
              <a:ext uri="{FF2B5EF4-FFF2-40B4-BE49-F238E27FC236}">
                <a16:creationId xmlns:a16="http://schemas.microsoft.com/office/drawing/2014/main" id="{5EA5676C-D18B-403E-A143-3B49712E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Mayo Clinic</a:t>
            </a:r>
          </a:p>
        </p:txBody>
      </p:sp>
      <p:sp>
        <p:nvSpPr>
          <p:cNvPr id="8" name="diagram-69">
            <a:extLst xmlns:a="http://schemas.openxmlformats.org/drawingml/2006/main">
              <a:ext uri="{FF2B5EF4-FFF2-40B4-BE49-F238E27FC236}">
                <a16:creationId xmlns:a16="http://schemas.microsoft.com/office/drawing/2014/main" id="{61920EE4-9C42-4CE8-906F-86D81276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Đặt lịch trực tuyến</a:t>
            </a:r>
          </a:p>
        </p:txBody>
      </p:sp>
      <p:sp>
        <p:nvSpPr>
          <p:cNvPr id="9" name="diagram-70">
            <a:extLst xmlns:a="http://schemas.openxmlformats.org/drawingml/2006/main">
              <a:ext uri="{FF2B5EF4-FFF2-40B4-BE49-F238E27FC236}">
                <a16:creationId xmlns:a16="http://schemas.microsoft.com/office/drawing/2014/main" id="{78DB0A24-65FD-442A-8FB7-98A64F51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90900"/>
            <a:ext cx="685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Phân biệt gửi yêu cầu với đã hoàn tất;</a:t>
            </a:r>
          </a:p>
          <a:p xmlns:a="http://schemas.openxmlformats.org/drawingml/2006/main">
            <a: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cho người dùng tìm lại chi tiết.</a:t>
            </a:r>
          </a:p>
        </p:txBody>
      </p:sp>
      <p:sp>
        <p:nvSpPr>
          <p:cNvPr id="10" name="diagram-71">
            <a:extLst xmlns:a="http://schemas.openxmlformats.org/drawingml/2006/main">
              <a:ext uri="{FF2B5EF4-FFF2-40B4-BE49-F238E27FC236}">
                <a16:creationId xmlns:a16="http://schemas.microsoft.com/office/drawing/2014/main" id="{C65293ED-EDEC-4E9E-8F8B-80F8AADF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67225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iagram-72">
            <a:extLst xmlns:a="http://schemas.openxmlformats.org/drawingml/2006/main">
              <a:ext uri="{FF2B5EF4-FFF2-40B4-BE49-F238E27FC236}">
                <a16:creationId xmlns:a16="http://schemas.microsoft.com/office/drawing/2014/main" id="{78B1726D-9502-4A54-9AAF-AC328EC6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9582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Mayo Clinic</a:t>
            </a:r>
          </a:p>
        </p:txBody>
      </p:sp>
      <p:sp>
        <p:nvSpPr>
          <p:cNvPr id="12" name="diagram-73">
            <a:extLst xmlns:a="http://schemas.openxmlformats.org/drawingml/2006/main">
              <a:ext uri="{FF2B5EF4-FFF2-40B4-BE49-F238E27FC236}">
                <a16:creationId xmlns:a16="http://schemas.microsoft.com/office/drawing/2014/main" id="{E7AE76AD-30AD-4177-9F0A-E1C03A9D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Đăng ký</a:t>
            </a:r>
          </a:p>
        </p:txBody>
      </p:sp>
      <p:sp>
        <p:nvSpPr>
          <p:cNvPr id="13" name="diagram-74">
            <a:extLst xmlns:a="http://schemas.openxmlformats.org/drawingml/2006/main">
              <a:ext uri="{FF2B5EF4-FFF2-40B4-BE49-F238E27FC236}">
                <a16:creationId xmlns:a16="http://schemas.microsoft.com/office/drawing/2014/main" id="{D0F9935D-C007-42DD-9E7E-124928FD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95825"/>
            <a:ext cx="685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Nói rõ phần đã xong và</a:t>
            </a:r>
          </a:p>
          <a:p xmlns:a="http://schemas.openxmlformats.org/drawingml/2006/main">
            <a: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những việc còn cần xác minh.</a:t>
            </a:r>
          </a:p>
        </p:txBody>
      </p:sp>
      <p:sp>
        <p:nvSpPr>
          <p:cNvPr id="14" name="diagram-75">
            <a:extLst xmlns:a="http://schemas.openxmlformats.org/drawingml/2006/main">
              <a:ext uri="{FF2B5EF4-FFF2-40B4-BE49-F238E27FC236}">
                <a16:creationId xmlns:a16="http://schemas.microsoft.com/office/drawing/2014/main" id="{17CA2EB3-9B70-41ED-AF0B-2FB2484F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Nguồn chính thức và giới hạn áp dụng giữ trong ghi chú và repo.</a:t>
            </a:r>
          </a:p>
        </p:txBody>
      </p:sp>
      <p:sp>
        <p:nvSpPr>
          <p:cNvPr id="15" name="diagram-76">
            <a:extLst xmlns:a="http://schemas.openxmlformats.org/drawingml/2006/main">
              <a:ext uri="{FF2B5EF4-FFF2-40B4-BE49-F238E27FC236}">
                <a16:creationId xmlns:a16="http://schemas.microsoft.com/office/drawing/2014/main" id="{26760C36-5DFB-41CE-9A96-68C828E4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320185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diagram-77">
            <a:extLst xmlns:a="http://schemas.openxmlformats.org/drawingml/2006/main">
              <a:ext uri="{FF2B5EF4-FFF2-40B4-BE49-F238E27FC236}">
                <a16:creationId xmlns:a16="http://schemas.microsoft.com/office/drawing/2014/main" id="{5150B0D9-90C7-42D5-94B6-ADA8A56B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Prototype: hướng dẫn theo tiến độ</a:t>
            </a:r>
          </a:p>
        </p:txBody>
      </p:sp>
      <p:sp>
        <p:nvSpPr>
          <p:cNvPr id="2" name="diagram-78">
            <a:extLst xmlns:a="http://schemas.openxmlformats.org/drawingml/2006/main">
              <a:ext uri="{FF2B5EF4-FFF2-40B4-BE49-F238E27FC236}">
                <a16:creationId xmlns:a16="http://schemas.microsoft.com/office/drawing/2014/main" id="{08B3D33E-20B0-4307-B864-D714A751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Dữ kiện xác nhận quyết định điều kiện chuyển bước; AI diễn đạt thông tin hành chính</a:t>
            </a:r>
          </a:p>
        </p:txBody>
      </p:sp>
      <p:sp>
        <p:nvSpPr>
          <p:cNvPr id="3" name="diagram-79">
            <a:extLst xmlns:a="http://schemas.openxmlformats.org/drawingml/2006/main">
              <a:ext uri="{FF2B5EF4-FFF2-40B4-BE49-F238E27FC236}">
                <a16:creationId xmlns:a16="http://schemas.microsoft.com/office/drawing/2014/main" id="{0F09859E-0FDC-4944-AC05-C37E8377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52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BCE"/>
            </a:solidFill>
            <a:prstDash val="solid"/>
          </a:ln>
        </p:spPr>
      </p:sp>
      <p:sp>
        <p:nvSpPr>
          <p:cNvPr id="4" name="diagram-80">
            <a:extLst xmlns:a="http://schemas.openxmlformats.org/drawingml/2006/main">
              <a:ext uri="{FF2B5EF4-FFF2-40B4-BE49-F238E27FC236}">
                <a16:creationId xmlns:a16="http://schemas.microsoft.com/office/drawing/2014/main" id="{3414D350-37FD-4BEA-BC15-9FB60E64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33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Khám đầu</a:t>
            </a:r>
          </a:p>
        </p:txBody>
      </p:sp>
      <p:sp>
        <p:nvSpPr>
          <p:cNvPr id="5" name="diagram-81">
            <a:extLst xmlns:a="http://schemas.openxmlformats.org/drawingml/2006/main">
              <a:ext uri="{FF2B5EF4-FFF2-40B4-BE49-F238E27FC236}">
                <a16:creationId xmlns:a16="http://schemas.microsoft.com/office/drawing/2014/main" id="{58C14491-2A4E-42D2-BF66-4B86713A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09825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iagram-82">
            <a:extLst xmlns:a="http://schemas.openxmlformats.org/drawingml/2006/main">
              <a:ext uri="{FF2B5EF4-FFF2-40B4-BE49-F238E27FC236}">
                <a16:creationId xmlns:a16="http://schemas.microsoft.com/office/drawing/2014/main" id="{A06D3CAE-FE7E-416A-9452-F0204A5D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95500"/>
            <a:ext cx="152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BCE"/>
            </a:solidFill>
            <a:prstDash val="solid"/>
          </a:ln>
        </p:spPr>
      </p:sp>
      <p:sp>
        <p:nvSpPr>
          <p:cNvPr id="7" name="diagram-83">
            <a:extLst xmlns:a="http://schemas.openxmlformats.org/drawingml/2006/main">
              <a:ext uri="{FF2B5EF4-FFF2-40B4-BE49-F238E27FC236}">
                <a16:creationId xmlns:a16="http://schemas.microsoft.com/office/drawing/2014/main" id="{6EBDE0CE-44E6-4277-A0F7-B85CD5CE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43125"/>
            <a:ext cx="133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Làm</a:t>
            </a:r>
          </a:p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dịch vụ</a:t>
            </a:r>
          </a:p>
        </p:txBody>
      </p:sp>
      <p:sp>
        <p:nvSpPr>
          <p:cNvPr id="8" name="diagram-84">
            <a:extLst xmlns:a="http://schemas.openxmlformats.org/drawingml/2006/main">
              <a:ext uri="{FF2B5EF4-FFF2-40B4-BE49-F238E27FC236}">
                <a16:creationId xmlns:a16="http://schemas.microsoft.com/office/drawing/2014/main" id="{4E611723-0B53-4E83-A661-B1FCB150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409825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iagram-85">
            <a:extLst xmlns:a="http://schemas.openxmlformats.org/drawingml/2006/main">
              <a:ext uri="{FF2B5EF4-FFF2-40B4-BE49-F238E27FC236}">
                <a16:creationId xmlns:a16="http://schemas.microsoft.com/office/drawing/2014/main" id="{BE662B6A-0DCD-4B16-9A09-23285F6E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152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BCE"/>
            </a:solidFill>
            <a:prstDash val="solid"/>
          </a:ln>
        </p:spPr>
      </p:sp>
      <p:sp>
        <p:nvSpPr>
          <p:cNvPr id="10" name="diagram-86">
            <a:extLst xmlns:a="http://schemas.openxmlformats.org/drawingml/2006/main">
              <a:ext uri="{FF2B5EF4-FFF2-40B4-BE49-F238E27FC236}">
                <a16:creationId xmlns:a16="http://schemas.microsoft.com/office/drawing/2014/main" id="{EDEC6913-F636-4857-895E-AB32159F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43125"/>
            <a:ext cx="133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Chờ</a:t>
            </a:r>
          </a:p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kết quả</a:t>
            </a:r>
          </a:p>
        </p:txBody>
      </p:sp>
      <p:sp>
        <p:nvSpPr>
          <p:cNvPr id="11" name="diagram-87">
            <a:extLst xmlns:a="http://schemas.openxmlformats.org/drawingml/2006/main">
              <a:ext uri="{FF2B5EF4-FFF2-40B4-BE49-F238E27FC236}">
                <a16:creationId xmlns:a16="http://schemas.microsoft.com/office/drawing/2014/main" id="{7C32A9AB-8CA0-4A61-840C-79C939D2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409825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iagram-88">
            <a:extLst xmlns:a="http://schemas.openxmlformats.org/drawingml/2006/main">
              <a:ext uri="{FF2B5EF4-FFF2-40B4-BE49-F238E27FC236}">
                <a16:creationId xmlns:a16="http://schemas.microsoft.com/office/drawing/2014/main" id="{6CFE3096-2662-4F78-8450-49CCC12B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152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5EFFC"/>
          </a:solidFill>
          <a:ln xmlns:a="http://schemas.openxmlformats.org/drawingml/2006/main" w="19050">
            <a:solidFill>
              <a:srgbClr val="246BCE"/>
            </a:solidFill>
            <a:prstDash val="solid"/>
          </a:ln>
        </p:spPr>
      </p:sp>
      <p:sp>
        <p:nvSpPr>
          <p:cNvPr id="13" name="diagram-89">
            <a:extLst xmlns:a="http://schemas.openxmlformats.org/drawingml/2006/main">
              <a:ext uri="{FF2B5EF4-FFF2-40B4-BE49-F238E27FC236}">
                <a16:creationId xmlns:a16="http://schemas.microsoft.com/office/drawing/2014/main" id="{20FBA94E-2F2D-43EC-8824-EABE347A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43125"/>
            <a:ext cx="133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Đủ</a:t>
            </a:r>
          </a:p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điều kiện</a:t>
            </a:r>
          </a:p>
        </p:txBody>
      </p:sp>
      <p:sp>
        <p:nvSpPr>
          <p:cNvPr id="14" name="diagram-90">
            <a:extLst xmlns:a="http://schemas.openxmlformats.org/drawingml/2006/main">
              <a:ext uri="{FF2B5EF4-FFF2-40B4-BE49-F238E27FC236}">
                <a16:creationId xmlns:a16="http://schemas.microsoft.com/office/drawing/2014/main" id="{395FDB90-F380-409E-BA00-0FF3D9CB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09825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iagram-91">
            <a:extLst xmlns:a="http://schemas.openxmlformats.org/drawingml/2006/main">
              <a:ext uri="{FF2B5EF4-FFF2-40B4-BE49-F238E27FC236}">
                <a16:creationId xmlns:a16="http://schemas.microsoft.com/office/drawing/2014/main" id="{0C7E6962-B3E4-4033-8E06-0B913ED6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152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BCE"/>
            </a:solidFill>
            <a:prstDash val="solid"/>
          </a:ln>
        </p:spPr>
      </p:sp>
      <p:sp>
        <p:nvSpPr>
          <p:cNvPr id="16" name="diagram-92">
            <a:extLst xmlns:a="http://schemas.openxmlformats.org/drawingml/2006/main">
              <a:ext uri="{FF2B5EF4-FFF2-40B4-BE49-F238E27FC236}">
                <a16:creationId xmlns:a16="http://schemas.microsoft.com/office/drawing/2014/main" id="{DB8DD326-6F65-4D8C-80AF-92BF5BBA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43125"/>
            <a:ext cx="133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Có mặt</a:t>
            </a:r>
          </a:p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ngoài phòng</a:t>
            </a:r>
          </a:p>
        </p:txBody>
      </p:sp>
      <p:sp>
        <p:nvSpPr>
          <p:cNvPr id="17" name="diagram-93">
            <a:extLst xmlns:a="http://schemas.openxmlformats.org/drawingml/2006/main">
              <a:ext uri="{FF2B5EF4-FFF2-40B4-BE49-F238E27FC236}">
                <a16:creationId xmlns:a16="http://schemas.microsoft.com/office/drawing/2014/main" id="{5DC76BD3-62E6-4E7C-800A-7080387C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409825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iagram-94">
            <a:extLst xmlns:a="http://schemas.openxmlformats.org/drawingml/2006/main">
              <a:ext uri="{FF2B5EF4-FFF2-40B4-BE49-F238E27FC236}">
                <a16:creationId xmlns:a16="http://schemas.microsoft.com/office/drawing/2014/main" id="{A1A3E1FE-60F2-4509-BBFB-0E4E87AF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95500"/>
            <a:ext cx="152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BCE"/>
            </a:solidFill>
            <a:prstDash val="solid"/>
          </a:ln>
        </p:spPr>
      </p:sp>
      <p:sp>
        <p:nvSpPr>
          <p:cNvPr id="19" name="diagram-95">
            <a:extLst xmlns:a="http://schemas.openxmlformats.org/drawingml/2006/main">
              <a:ext uri="{FF2B5EF4-FFF2-40B4-BE49-F238E27FC236}">
                <a16:creationId xmlns:a16="http://schemas.microsoft.com/office/drawing/2014/main" id="{FDDCDBC8-E03D-4A6F-B88B-3D19692D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43125"/>
            <a:ext cx="133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Bác sĩ</a:t>
            </a:r>
          </a:p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gọi</a:t>
            </a:r>
          </a:p>
        </p:txBody>
      </p:sp>
      <p:sp>
        <p:nvSpPr>
          <p:cNvPr id="20" name="diagram-96">
            <a:extLst xmlns:a="http://schemas.openxmlformats.org/drawingml/2006/main">
              <a:ext uri="{FF2B5EF4-FFF2-40B4-BE49-F238E27FC236}">
                <a16:creationId xmlns:a16="http://schemas.microsoft.com/office/drawing/2014/main" id="{2A59987A-8A1F-410D-A704-CD839B50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Hai chế độ trả kết quả</a:t>
            </a:r>
          </a:p>
        </p:txBody>
      </p:sp>
      <p:sp>
        <p:nvSpPr>
          <p:cNvPr id="21" name="diagram-97">
            <a:extLst xmlns:a="http://schemas.openxmlformats.org/drawingml/2006/main">
              <a:ext uri="{FF2B5EF4-FFF2-40B4-BE49-F238E27FC236}">
                <a16:creationId xmlns:a16="http://schemas.microsoft.com/office/drawing/2014/main" id="{1653C86C-400D-470E-9A28-AEF76A62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2190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BCE"/>
            </a:solidFill>
            <a:prstDash val="solid"/>
          </a:ln>
        </p:spPr>
      </p:sp>
      <p:sp>
        <p:nvSpPr>
          <p:cNvPr id="22" name="diagram-98">
            <a:extLst xmlns:a="http://schemas.openxmlformats.org/drawingml/2006/main">
              <a:ext uri="{FF2B5EF4-FFF2-40B4-BE49-F238E27FC236}">
                <a16:creationId xmlns:a16="http://schemas.microsoft.com/office/drawing/2014/main" id="{E5F3F35A-08B6-47EF-8849-D2841AF9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Điện tử</a:t>
            </a:r>
          </a:p>
          <a:p xmlns:a="http://schemas.openxmlformats.org/drawingml/2006/main">
            <a:pPr algn="ctr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Đủ kết quả</a:t>
            </a:r>
          </a:p>
        </p:txBody>
      </p:sp>
      <p:sp>
        <p:nvSpPr>
          <p:cNvPr id="23" name="diagram-99">
            <a:extLst xmlns:a="http://schemas.openxmlformats.org/drawingml/2006/main">
              <a:ext uri="{FF2B5EF4-FFF2-40B4-BE49-F238E27FC236}">
                <a16:creationId xmlns:a16="http://schemas.microsoft.com/office/drawing/2014/main" id="{FB4F3759-AB05-4E43-ACEA-A3FB423B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00500"/>
            <a:ext cx="2667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BCE"/>
            </a:solidFill>
            <a:prstDash val="solid"/>
          </a:ln>
        </p:spPr>
      </p:sp>
      <p:sp>
        <p:nvSpPr>
          <p:cNvPr id="24" name="diagram-100">
            <a:extLst xmlns:a="http://schemas.openxmlformats.org/drawingml/2006/main">
              <a:ext uri="{FF2B5EF4-FFF2-40B4-BE49-F238E27FC236}">
                <a16:creationId xmlns:a16="http://schemas.microsoft.com/office/drawing/2014/main" id="{40124560-0904-46FB-9FD4-9CA6F6CD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48125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Nhận giấy</a:t>
            </a:r>
          </a:p>
          <a:p xmlns:a="http://schemas.openxmlformats.org/drawingml/2006/main">
            <a: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Đủ kết quả và giấy</a:t>
            </a:r>
          </a:p>
        </p:txBody>
      </p:sp>
      <p:sp>
        <p:nvSpPr>
          <p:cNvPr id="25" name="diagram-101">
            <a:extLst xmlns:a="http://schemas.openxmlformats.org/drawingml/2006/main">
              <a:ext uri="{FF2B5EF4-FFF2-40B4-BE49-F238E27FC236}">
                <a16:creationId xmlns:a16="http://schemas.microsoft.com/office/drawing/2014/main" id="{F463CFB7-BF49-44F0-AF8B-AA9CF5EE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71975"/>
            <a:ext cx="666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diagram-102">
            <a:extLst xmlns:a="http://schemas.openxmlformats.org/drawingml/2006/main">
              <a:ext uri="{FF2B5EF4-FFF2-40B4-BE49-F238E27FC236}">
                <a16:creationId xmlns:a16="http://schemas.microsoft.com/office/drawing/2014/main" id="{0F297069-9CF5-424B-84C1-9B4548A5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00500"/>
            <a:ext cx="19526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5EFFC"/>
          </a:solidFill>
          <a:ln xmlns:a="http://schemas.openxmlformats.org/drawingml/2006/main" w="19050">
            <a:solidFill>
              <a:srgbClr val="246BCE"/>
            </a:solidFill>
            <a:prstDash val="solid"/>
          </a:ln>
        </p:spPr>
      </p:sp>
      <p:sp>
        <p:nvSpPr>
          <p:cNvPr id="27" name="diagram-103">
            <a:extLst xmlns:a="http://schemas.openxmlformats.org/drawingml/2006/main">
              <a:ext uri="{FF2B5EF4-FFF2-40B4-BE49-F238E27FC236}">
                <a16:creationId xmlns:a16="http://schemas.microsoft.com/office/drawing/2014/main" id="{B244881C-942F-4DC7-A614-6D46985E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048125"/>
            <a:ext cx="1762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Hướng dẫn</a:t>
            </a:r>
          </a:p>
          <a:p xmlns:a="http://schemas.openxmlformats.org/drawingml/2006/main">
            <a:pPr algn="ctr"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quay lại</a:t>
            </a:r>
          </a:p>
        </p:txBody>
      </p:sp>
      <p:sp>
        <p:nvSpPr>
          <p:cNvPr id="28" name="diagram-104">
            <a:extLst xmlns:a="http://schemas.openxmlformats.org/drawingml/2006/main">
              <a:ext uri="{FF2B5EF4-FFF2-40B4-BE49-F238E27FC236}">
                <a16:creationId xmlns:a16="http://schemas.microsoft.com/office/drawing/2014/main" id="{4C9DEB86-1FFA-4DB5-A85A-8B1235D0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371975"/>
            <a:ext cx="619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diagram-105">
            <a:extLst xmlns:a="http://schemas.openxmlformats.org/drawingml/2006/main">
              <a:ext uri="{FF2B5EF4-FFF2-40B4-BE49-F238E27FC236}">
                <a16:creationId xmlns:a16="http://schemas.microsoft.com/office/drawing/2014/main" id="{46C68A16-4B6E-4B3E-BCD7-0C0582ED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0"/>
            <a:ext cx="1714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BCE"/>
            </a:solidFill>
            <a:prstDash val="solid"/>
          </a:ln>
        </p:spPr>
      </p:sp>
      <p:sp>
        <p:nvSpPr>
          <p:cNvPr id="30" name="diagram-106">
            <a:extLst xmlns:a="http://schemas.openxmlformats.org/drawingml/2006/main">
              <a:ext uri="{FF2B5EF4-FFF2-40B4-BE49-F238E27FC236}">
                <a16:creationId xmlns:a16="http://schemas.microsoft.com/office/drawing/2014/main" id="{ABFA53E4-3177-49B8-92C2-4ABA2375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48125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Chờ bác sĩ</a:t>
            </a:r>
          </a:p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chủ động gọi</a:t>
            </a:r>
          </a:p>
        </p:txBody>
      </p:sp>
      <p:sp>
        <p:nvSpPr>
          <p:cNvPr id="31" name="diagram-107">
            <a:extLst xmlns:a="http://schemas.openxmlformats.org/drawingml/2006/main">
              <a:ext uri="{FF2B5EF4-FFF2-40B4-BE49-F238E27FC236}">
                <a16:creationId xmlns:a16="http://schemas.microsoft.com/office/drawing/2014/main" id="{6F883563-A050-4B6C-8293-E7111399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Phòng dịch vụ xác nhận</a:t>
            </a:r>
          </a:p>
        </p:txBody>
      </p:sp>
      <p:sp>
        <p:nvSpPr>
          <p:cNvPr id="32" name="diagram-108">
            <a:extLst xmlns:a="http://schemas.openxmlformats.org/drawingml/2006/main">
              <a:ext uri="{FF2B5EF4-FFF2-40B4-BE49-F238E27FC236}">
                <a16:creationId xmlns:a16="http://schemas.microsoft.com/office/drawing/2014/main" id="{6BA8AB75-CF35-4E7F-A148-1977C97D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429250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Bệnh nhân nhận hướng dẫn</a:t>
            </a:r>
          </a:p>
        </p:txBody>
      </p:sp>
      <p:sp>
        <p:nvSpPr>
          <p:cNvPr id="33" name="diagram-109">
            <a:extLst xmlns:a="http://schemas.openxmlformats.org/drawingml/2006/main">
              <a:ext uri="{FF2B5EF4-FFF2-40B4-BE49-F238E27FC236}">
                <a16:creationId xmlns:a16="http://schemas.microsoft.com/office/drawing/2014/main" id="{93E69D5D-31A3-4B00-8F94-208471BF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4292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Bác sĩ cập nhật nền</a:t>
            </a:r>
          </a:p>
        </p:txBody>
      </p:sp>
      <p:sp>
        <p:nvSpPr>
          <p:cNvPr id="34" name="diagram-110">
            <a:extLst xmlns:a="http://schemas.openxmlformats.org/drawingml/2006/main">
              <a:ext uri="{FF2B5EF4-FFF2-40B4-BE49-F238E27FC236}">
                <a16:creationId xmlns:a16="http://schemas.microsoft.com/office/drawing/2014/main" id="{B711012D-DB3E-4F94-ADF0-7368CFB7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Mô phỏng. AI thật chưa kết nối thành công; chưa có kết quả thử người dùng.</a:t>
            </a:r>
          </a:p>
        </p:txBody>
      </p:sp>
      <p:sp>
        <p:nvSpPr>
          <p:cNvPr id="35" name="diagram-111">
            <a:extLst xmlns:a="http://schemas.openxmlformats.org/drawingml/2006/main">
              <a:ext uri="{FF2B5EF4-FFF2-40B4-BE49-F238E27FC236}">
                <a16:creationId xmlns:a16="http://schemas.microsoft.com/office/drawing/2014/main" id="{1CCB883B-6C44-4667-971C-5EF7316B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955507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diagram-112">
            <a:extLst xmlns:a="http://schemas.openxmlformats.org/drawingml/2006/main">
              <a:ext uri="{FF2B5EF4-FFF2-40B4-BE49-F238E27FC236}">
                <a16:creationId xmlns:a16="http://schemas.microsoft.com/office/drawing/2014/main" id="{6AA5D43E-2EE7-4002-8C14-37A115FD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7239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Thử với</a:t>
            </a:r>
          </a:p>
          <a:p xmlns:a="http://schemas.openxmlformats.org/drawingml/2006/main">
            <a:pPr algn="l"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người dùng</a:t>
            </a:r>
          </a:p>
        </p:txBody>
      </p:sp>
      <p:sp>
        <p:nvSpPr>
          <p:cNvPr id="2" name="diagram-113">
            <a:extLst xmlns:a="http://schemas.openxmlformats.org/drawingml/2006/main">
              <a:ext uri="{FF2B5EF4-FFF2-40B4-BE49-F238E27FC236}">
                <a16:creationId xmlns:a16="http://schemas.microsoft.com/office/drawing/2014/main" id="{F33F5363-8507-492B-B6C1-018C3EBA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95625"/>
            <a:ext cx="723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1D2E0"/>
                </a:solidFill>
                <a:latin typeface="Arial"/>
                <a:ea typeface="Arial"/>
                <a:cs typeface="Arial"/>
              </a:rPr>
              <a:t>Chờ thực hiện buổi thử</a:t>
            </a:r>
          </a:p>
        </p:txBody>
      </p:sp>
      <p:sp>
        <p:nvSpPr>
          <p:cNvPr id="3" name="diagram-114">
            <a:extLst xmlns:a="http://schemas.openxmlformats.org/drawingml/2006/main">
              <a:ext uri="{FF2B5EF4-FFF2-40B4-BE49-F238E27FC236}">
                <a16:creationId xmlns:a16="http://schemas.microsoft.com/office/drawing/2014/main" id="{A9DB0EB8-C028-4045-A67C-B7D7D872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04900"/>
            <a:ext cx="295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9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defPPr>
            <a:lvl1pPr algn="l">
              <a:defRPr sz="79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1pPr>
            <a:lvl2pPr algn="l">
              <a:defRPr sz="79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2pPr>
            <a:lvl3pPr algn="l">
              <a:defRPr sz="79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3pPr>
            <a:lvl4pPr algn="l">
              <a:defRPr sz="79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4pPr>
            <a:lvl5pPr algn="l">
              <a:defRPr sz="79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5pPr>
            <a:lvl6pPr algn="l">
              <a:defRPr sz="79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6pPr>
            <a:lvl7pPr algn="l">
              <a:defRPr sz="79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7pPr>
            <a:lvl8pPr algn="l">
              <a:defRPr sz="79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8pPr>
            <a:lvl9pPr algn="l">
              <a:defRPr sz="79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9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pPr>
            <a:r>
              <a:rPr sz="7950" b="1">
                <a:solidFill>
                  <a:srgbClr val="79B8FF"/>
                </a:solidFill>
                <a:latin typeface="Arial"/>
                <a:ea typeface="Arial"/>
                <a:cs typeface="Arial"/>
              </a:rPr>
              <a:t>2–3</a:t>
            </a:r>
          </a:p>
        </p:txBody>
      </p:sp>
      <p:sp>
        <p:nvSpPr>
          <p:cNvPr id="4" name="diagram-115">
            <a:extLst xmlns:a="http://schemas.openxmlformats.org/drawingml/2006/main">
              <a:ext uri="{FF2B5EF4-FFF2-40B4-BE49-F238E27FC236}">
                <a16:creationId xmlns:a16="http://schemas.microsoft.com/office/drawing/2014/main" id="{B35660D7-0984-432E-845F-EE137326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19375"/>
            <a:ext cx="295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D5E4F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D5E4F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D5E4F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D5E4F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D5E4F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D5E4F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D5E4F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D5E4F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D5E4F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D5E4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D5E4F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5E4F0"/>
                </a:solidFill>
                <a:latin typeface="Arial"/>
                <a:ea typeface="Arial"/>
                <a:cs typeface="Arial"/>
              </a:rPr>
              <a:t>người thử dự kiến</a:t>
            </a:r>
          </a:p>
        </p:txBody>
      </p:sp>
      <p:sp>
        <p:nvSpPr>
          <p:cNvPr id="5" name="diagram-116">
            <a:extLst xmlns:a="http://schemas.openxmlformats.org/drawingml/2006/main">
              <a:ext uri="{FF2B5EF4-FFF2-40B4-BE49-F238E27FC236}">
                <a16:creationId xmlns:a16="http://schemas.microsoft.com/office/drawing/2014/main" id="{8991D3A6-C756-4234-8484-C43E2E09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291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Quan sát quyết định chuyển bước</a:t>
            </a:r>
          </a:p>
        </p:txBody>
      </p:sp>
      <p:sp>
        <p:nvSpPr>
          <p:cNvPr id="6" name="diagram-117">
            <a:extLst xmlns:a="http://schemas.openxmlformats.org/drawingml/2006/main">
              <a:ext uri="{FF2B5EF4-FFF2-40B4-BE49-F238E27FC236}">
                <a16:creationId xmlns:a16="http://schemas.microsoft.com/office/drawing/2014/main" id="{B5C8490D-0488-4E4E-8651-61F6D5F8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673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1D2E0"/>
                </a:solidFill>
                <a:latin typeface="Arial"/>
                <a:ea typeface="Arial"/>
                <a:cs typeface="Arial"/>
              </a:rPr>
              <a:t>Ghi lại hành vi, điểm vướng và mức hỗ trợ cần thiết.</a:t>
            </a:r>
          </a:p>
        </p:txBody>
      </p:sp>
      <p:sp>
        <p:nvSpPr>
          <p:cNvPr id="7" name="diagram-118">
            <a:extLst xmlns:a="http://schemas.openxmlformats.org/drawingml/2006/main">
              <a:ext uri="{FF2B5EF4-FFF2-40B4-BE49-F238E27FC236}">
                <a16:creationId xmlns:a16="http://schemas.microsoft.com/office/drawing/2014/main" id="{2328B00A-98B0-4CFD-AC29-33521F78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103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1D2E0"/>
                </a:solidFill>
                <a:latin typeface="Arial"/>
                <a:ea typeface="Arial"/>
                <a:cs typeface="Arial"/>
              </a:rPr>
              <a:t>Kế hoạch thử; chưa có kết quả thực tế.</a:t>
            </a:r>
          </a:p>
        </p:txBody>
      </p:sp>
      <p:sp>
        <p:nvSpPr>
          <p:cNvPr id="8" name="diagram-119">
            <a:extLst xmlns:a="http://schemas.openxmlformats.org/drawingml/2006/main">
              <a:ext uri="{FF2B5EF4-FFF2-40B4-BE49-F238E27FC236}">
                <a16:creationId xmlns:a16="http://schemas.microsoft.com/office/drawing/2014/main" id="{ABAE6CB9-01A2-42EE-A9DA-1BC1E404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103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9B8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761798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diagram-120">
            <a:extLst xmlns:a="http://schemas.openxmlformats.org/drawingml/2006/main">
              <a:ext uri="{FF2B5EF4-FFF2-40B4-BE49-F238E27FC236}">
                <a16:creationId xmlns:a16="http://schemas.microsoft.com/office/drawing/2014/main" id="{ED00625A-82D6-472C-B6EC-989F92BF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Sửa đổi sau thử</a:t>
            </a:r>
          </a:p>
        </p:txBody>
      </p:sp>
      <p:sp>
        <p:nvSpPr>
          <p:cNvPr id="2" name="diagram-121">
            <a:extLst xmlns:a="http://schemas.openxmlformats.org/drawingml/2006/main">
              <a:ext uri="{FF2B5EF4-FFF2-40B4-BE49-F238E27FC236}">
                <a16:creationId xmlns:a16="http://schemas.microsoft.com/office/drawing/2014/main" id="{B3E3F9D1-A2FC-4ABD-8047-75347D63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19300"/>
            <a:ext cx="6000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4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Điều gì</a:t>
            </a:r>
          </a:p>
          <a:p xmlns:a="http://schemas.openxmlformats.org/drawingml/2006/main">
            <a:pPr algn="l">
              <a:defRPr sz="4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sẽ thay đổi?</a:t>
            </a:r>
          </a:p>
        </p:txBody>
      </p:sp>
      <p:sp>
        <p:nvSpPr>
          <p:cNvPr id="3" name="diagram-122">
            <a:extLst xmlns:a="http://schemas.openxmlformats.org/drawingml/2006/main">
              <a:ext uri="{FF2B5EF4-FFF2-40B4-BE49-F238E27FC236}">
                <a16:creationId xmlns:a16="http://schemas.microsoft.com/office/drawing/2014/main" id="{3B1915AB-8669-4218-89AF-D7F3C904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43375"/>
            <a:ext cx="581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Chờ dữ liệu từ vòng thử người dùng</a:t>
            </a:r>
          </a:p>
        </p:txBody>
      </p:sp>
      <p:sp>
        <p:nvSpPr>
          <p:cNvPr id="4" name="diagram-123">
            <a:extLst xmlns:a="http://schemas.openxmlformats.org/drawingml/2006/main">
              <a:ext uri="{FF2B5EF4-FFF2-40B4-BE49-F238E27FC236}">
                <a16:creationId xmlns:a16="http://schemas.microsoft.com/office/drawing/2014/main" id="{2E93356B-A1F6-45D8-B9F0-1D5D0C94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28825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Vấn đề được quan sát</a:t>
            </a:r>
          </a:p>
        </p:txBody>
      </p:sp>
      <p:sp>
        <p:nvSpPr>
          <p:cNvPr id="5" name="diagram-124">
            <a:extLst xmlns:a="http://schemas.openxmlformats.org/drawingml/2006/main">
              <a:ext uri="{FF2B5EF4-FFF2-40B4-BE49-F238E27FC236}">
                <a16:creationId xmlns:a16="http://schemas.microsoft.com/office/drawing/2014/main" id="{50A92C91-C6A3-49F6-BFA7-BC25B824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400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Ghi lại chỗ người thử dừng,</a:t>
            </a:r>
          </a:p>
          <a:p xmlns:a="http://schemas.openxmlformats.org/drawingml/2006/main">
            <a: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hiểu nhầm hoặc cần giúp.</a:t>
            </a:r>
          </a:p>
        </p:txBody>
      </p:sp>
      <p:sp>
        <p:nvSpPr>
          <p:cNvPr id="6" name="diagram-125">
            <a:extLst xmlns:a="http://schemas.openxmlformats.org/drawingml/2006/main">
              <a:ext uri="{FF2B5EF4-FFF2-40B4-BE49-F238E27FC236}">
                <a16:creationId xmlns:a16="http://schemas.microsoft.com/office/drawing/2014/main" id="{413161C4-CAD1-40EA-9DAB-BF05E548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38575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Điều chỉnh có căn cứ</a:t>
            </a:r>
          </a:p>
        </p:txBody>
      </p:sp>
      <p:sp>
        <p:nvSpPr>
          <p:cNvPr id="7" name="diagram-126">
            <a:extLst xmlns:a="http://schemas.openxmlformats.org/drawingml/2006/main">
              <a:ext uri="{FF2B5EF4-FFF2-40B4-BE49-F238E27FC236}">
                <a16:creationId xmlns:a16="http://schemas.microsoft.com/office/drawing/2014/main" id="{30C534A3-3A42-4648-90C2-35962861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76750"/>
            <a:ext cx="400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Nêu đã sửa gì và</a:t>
            </a:r>
          </a:p>
          <a:p xmlns:a="http://schemas.openxmlformats.org/drawingml/2006/main">
            <a: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kiểm tra lại bằng cách nào.</a:t>
            </a:r>
          </a:p>
        </p:txBody>
      </p:sp>
      <p:sp>
        <p:nvSpPr>
          <p:cNvPr id="8" name="diagram-127">
            <a:extLst xmlns:a="http://schemas.openxmlformats.org/drawingml/2006/main">
              <a:ext uri="{FF2B5EF4-FFF2-40B4-BE49-F238E27FC236}">
                <a16:creationId xmlns:a16="http://schemas.microsoft.com/office/drawing/2014/main" id="{77E80D30-1BD0-4C0F-AF5A-1A53A6D1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Chưa có dữ liệu trước/sau hoặc kết luận hiệu quả.</a:t>
            </a:r>
          </a:p>
        </p:txBody>
      </p:sp>
      <p:sp>
        <p:nvSpPr>
          <p:cNvPr id="9" name="diagram-128">
            <a:extLst xmlns:a="http://schemas.openxmlformats.org/drawingml/2006/main">
              <a:ext uri="{FF2B5EF4-FFF2-40B4-BE49-F238E27FC236}">
                <a16:creationId xmlns:a16="http://schemas.microsoft.com/office/drawing/2014/main" id="{4BF53181-9FA1-4660-ADD2-E9F4FE05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261139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diagram-129">
            <a:extLst xmlns:a="http://schemas.openxmlformats.org/drawingml/2006/main">
              <a:ext uri="{FF2B5EF4-FFF2-40B4-BE49-F238E27FC236}">
                <a16:creationId xmlns:a16="http://schemas.microsoft.com/office/drawing/2014/main" id="{7E5B102E-0C34-4C60-9F37-BFF793E3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Thiết kế có giới hạn</a:t>
            </a:r>
          </a:p>
        </p:txBody>
      </p:sp>
      <p:sp>
        <p:nvSpPr>
          <p:cNvPr id="2" name="diagram-130">
            <a:extLst xmlns:a="http://schemas.openxmlformats.org/drawingml/2006/main">
              <a:ext uri="{FF2B5EF4-FFF2-40B4-BE49-F238E27FC236}">
                <a16:creationId xmlns:a16="http://schemas.microsoft.com/office/drawing/2014/main" id="{8CA1C4BD-A37F-4688-839C-90453A7D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Giảm rủi ro bằng quy tắc rõ và đường hỗ trợ con người</a:t>
            </a:r>
          </a:p>
        </p:txBody>
      </p:sp>
      <p:sp>
        <p:nvSpPr>
          <p:cNvPr id="3" name="diagram-131">
            <a:extLst xmlns:a="http://schemas.openxmlformats.org/drawingml/2006/main">
              <a:ext uri="{FF2B5EF4-FFF2-40B4-BE49-F238E27FC236}">
                <a16:creationId xmlns:a16="http://schemas.microsoft.com/office/drawing/2014/main" id="{D81157E3-2EF9-48CA-BC33-E29D94ED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diagram-132">
            <a:extLst xmlns:a="http://schemas.openxmlformats.org/drawingml/2006/main">
              <a:ext uri="{FF2B5EF4-FFF2-40B4-BE49-F238E27FC236}">
                <a16:creationId xmlns:a16="http://schemas.microsoft.com/office/drawing/2014/main" id="{1066E5D1-3C2A-4465-A89B-536A5239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14550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Giữ phạm vi hành chính</a:t>
            </a:r>
          </a:p>
        </p:txBody>
      </p:sp>
      <p:sp>
        <p:nvSpPr>
          <p:cNvPr id="5" name="diagram-133">
            <a:extLst xmlns:a="http://schemas.openxmlformats.org/drawingml/2006/main">
              <a:ext uri="{FF2B5EF4-FFF2-40B4-BE49-F238E27FC236}">
                <a16:creationId xmlns:a16="http://schemas.microsoft.com/office/drawing/2014/main" id="{0737917B-69FD-481E-837C-F643CD25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81300"/>
            <a:ext cx="428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Không tư vấn y khoa hoặc tự đổi chỉ định.</a:t>
            </a:r>
          </a:p>
        </p:txBody>
      </p:sp>
      <p:sp>
        <p:nvSpPr>
          <p:cNvPr id="6" name="diagram-134">
            <a:extLst xmlns:a="http://schemas.openxmlformats.org/drawingml/2006/main">
              <a:ext uri="{FF2B5EF4-FFF2-40B4-BE49-F238E27FC236}">
                <a16:creationId xmlns:a16="http://schemas.microsoft.com/office/drawing/2014/main" id="{980E5F1E-FA2A-4F57-BDBD-ADA61371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1145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diagram-135">
            <a:extLst xmlns:a="http://schemas.openxmlformats.org/drawingml/2006/main">
              <a:ext uri="{FF2B5EF4-FFF2-40B4-BE49-F238E27FC236}">
                <a16:creationId xmlns:a16="http://schemas.microsoft.com/office/drawing/2014/main" id="{9654341B-79F4-48CC-B324-A06AD16B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114550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Chỉ dùng dữ kiện xác nhận</a:t>
            </a:r>
          </a:p>
        </p:txBody>
      </p:sp>
      <p:sp>
        <p:nvSpPr>
          <p:cNvPr id="8" name="diagram-136">
            <a:extLst xmlns:a="http://schemas.openxmlformats.org/drawingml/2006/main">
              <a:ext uri="{FF2B5EF4-FFF2-40B4-BE49-F238E27FC236}">
                <a16:creationId xmlns:a16="http://schemas.microsoft.com/office/drawing/2014/main" id="{C98FA948-D908-4A1A-A0C2-921A2567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781300"/>
            <a:ext cx="428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Kiểm tra điều kiện trước khi chuyển bước.</a:t>
            </a:r>
          </a:p>
        </p:txBody>
      </p:sp>
      <p:sp>
        <p:nvSpPr>
          <p:cNvPr id="9" name="diagram-137">
            <a:extLst xmlns:a="http://schemas.openxmlformats.org/drawingml/2006/main">
              <a:ext uri="{FF2B5EF4-FFF2-40B4-BE49-F238E27FC236}">
                <a16:creationId xmlns:a16="http://schemas.microsoft.com/office/drawing/2014/main" id="{B83A3E43-78B2-4D95-B74E-EC84D1CD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00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diagram-138">
            <a:extLst xmlns:a="http://schemas.openxmlformats.org/drawingml/2006/main">
              <a:ext uri="{FF2B5EF4-FFF2-40B4-BE49-F238E27FC236}">
                <a16:creationId xmlns:a16="http://schemas.microsoft.com/office/drawing/2014/main" id="{121C36A7-FB34-4395-90F9-072BDE43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10025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Bảo vệ dữ liệu</a:t>
            </a:r>
          </a:p>
        </p:txBody>
      </p:sp>
      <p:sp>
        <p:nvSpPr>
          <p:cNvPr id="11" name="diagram-139">
            <a:extLst xmlns:a="http://schemas.openxmlformats.org/drawingml/2006/main">
              <a:ext uri="{FF2B5EF4-FFF2-40B4-BE49-F238E27FC236}">
                <a16:creationId xmlns:a16="http://schemas.microsoft.com/office/drawing/2014/main" id="{459481A7-70CE-42DA-87C7-A8C1C36E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76775"/>
            <a:ext cx="428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Ẩn danh người tham gia, giữ khóa ở server.</a:t>
            </a:r>
          </a:p>
        </p:txBody>
      </p:sp>
      <p:sp>
        <p:nvSpPr>
          <p:cNvPr id="12" name="diagram-140">
            <a:extLst xmlns:a="http://schemas.openxmlformats.org/drawingml/2006/main">
              <a:ext uri="{FF2B5EF4-FFF2-40B4-BE49-F238E27FC236}">
                <a16:creationId xmlns:a16="http://schemas.microsoft.com/office/drawing/2014/main" id="{12A9127A-6C53-46E5-AF18-F4E47134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0100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diagram-141">
            <a:extLst xmlns:a="http://schemas.openxmlformats.org/drawingml/2006/main">
              <a:ext uri="{FF2B5EF4-FFF2-40B4-BE49-F238E27FC236}">
                <a16:creationId xmlns:a16="http://schemas.microsoft.com/office/drawing/2014/main" id="{48562AA8-3E6C-451F-A995-28A356A2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010025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Có hỗ trợ con người</a:t>
            </a:r>
          </a:p>
        </p:txBody>
      </p:sp>
      <p:sp>
        <p:nvSpPr>
          <p:cNvPr id="14" name="diagram-142">
            <a:extLst xmlns:a="http://schemas.openxmlformats.org/drawingml/2006/main">
              <a:ext uri="{FF2B5EF4-FFF2-40B4-BE49-F238E27FC236}">
                <a16:creationId xmlns:a16="http://schemas.microsoft.com/office/drawing/2014/main" id="{9F747964-C7AB-41FC-A0FE-B1CC939D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676775"/>
            <a:ext cx="428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Dùng giấy và nhờ nhân viên khi app lỗi.</a:t>
            </a:r>
          </a:p>
        </p:txBody>
      </p:sp>
      <p:sp>
        <p:nvSpPr>
          <p:cNvPr id="15" name="diagram-143">
            <a:extLst xmlns:a="http://schemas.openxmlformats.org/drawingml/2006/main">
              <a:ext uri="{FF2B5EF4-FFF2-40B4-BE49-F238E27FC236}">
                <a16:creationId xmlns:a16="http://schemas.microsoft.com/office/drawing/2014/main" id="{234DD4D1-1681-4088-9924-AB3974C1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Luồng khẩn cấp trực tiếp còn cần hoàn thiện và kiểm chứng.</a:t>
            </a:r>
          </a:p>
        </p:txBody>
      </p:sp>
      <p:sp>
        <p:nvSpPr>
          <p:cNvPr id="16" name="diagram-144">
            <a:extLst xmlns:a="http://schemas.openxmlformats.org/drawingml/2006/main">
              <a:ext uri="{FF2B5EF4-FFF2-40B4-BE49-F238E27FC236}">
                <a16:creationId xmlns:a16="http://schemas.microsoft.com/office/drawing/2014/main" id="{53E715F6-EE1B-499C-8A9D-2DA7B50B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980964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diagram-145">
            <a:extLst xmlns:a="http://schemas.openxmlformats.org/drawingml/2006/main">
              <a:ext uri="{FF2B5EF4-FFF2-40B4-BE49-F238E27FC236}">
                <a16:creationId xmlns:a16="http://schemas.microsoft.com/office/drawing/2014/main" id="{DE1356D8-FFD9-4601-A17F-FD33B2D1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Kế hoạch coach nhóm K4</a:t>
            </a:r>
          </a:p>
        </p:txBody>
      </p:sp>
      <p:sp>
        <p:nvSpPr>
          <p:cNvPr id="2" name="diagram-146">
            <a:extLst xmlns:a="http://schemas.openxmlformats.org/drawingml/2006/main">
              <a:ext uri="{FF2B5EF4-FFF2-40B4-BE49-F238E27FC236}">
                <a16:creationId xmlns:a16="http://schemas.microsoft.com/office/drawing/2014/main" id="{37DF74F0-D78B-4C8A-990C-BFE8A994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Theo dõi bằng sản phẩm, gỡ kẹt bằng bằng chứng</a:t>
            </a:r>
          </a:p>
        </p:txBody>
      </p:sp>
      <p:sp>
        <p:nvSpPr>
          <p:cNvPr id="3" name="diagram-147">
            <a:extLst xmlns:a="http://schemas.openxmlformats.org/drawingml/2006/main">
              <a:ext uri="{FF2B5EF4-FFF2-40B4-BE49-F238E27FC236}">
                <a16:creationId xmlns:a16="http://schemas.microsoft.com/office/drawing/2014/main" id="{9342ACAA-A40F-4248-B592-97F51B8F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62250"/>
            <a:ext cx="9763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-148">
            <a:extLst xmlns:a="http://schemas.openxmlformats.org/drawingml/2006/main">
              <a:ext uri="{FF2B5EF4-FFF2-40B4-BE49-F238E27FC236}">
                <a16:creationId xmlns:a16="http://schemas.microsoft.com/office/drawing/2014/main" id="{81D79F66-9AED-4FA4-A396-1F58BA6F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03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F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iagram-149">
            <a:extLst xmlns:a="http://schemas.openxmlformats.org/drawingml/2006/main">
              <a:ext uri="{FF2B5EF4-FFF2-40B4-BE49-F238E27FC236}">
                <a16:creationId xmlns:a16="http://schemas.microsoft.com/office/drawing/2014/main" id="{8726FE84-8041-43C7-8BB1-EC55051C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03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diagram-150">
            <a:extLst xmlns:a="http://schemas.openxmlformats.org/drawingml/2006/main">
              <a:ext uri="{FF2B5EF4-FFF2-40B4-BE49-F238E27FC236}">
                <a16:creationId xmlns:a16="http://schemas.microsoft.com/office/drawing/2014/main" id="{EFBE2052-A867-43E7-943F-C71DEC97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Ngày 1</a:t>
            </a:r>
          </a:p>
        </p:txBody>
      </p:sp>
      <p:sp>
        <p:nvSpPr>
          <p:cNvPr id="7" name="diagram-151">
            <a:extLst xmlns:a="http://schemas.openxmlformats.org/drawingml/2006/main">
              <a:ext uri="{FF2B5EF4-FFF2-40B4-BE49-F238E27FC236}">
                <a16:creationId xmlns:a16="http://schemas.microsoft.com/office/drawing/2014/main" id="{71831DC1-D904-46BD-BBA4-B9AB040F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476625"/>
            <a:ext cx="1762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Chọn phạm vi</a:t>
            </a:r>
          </a:p>
        </p:txBody>
      </p:sp>
      <p:sp>
        <p:nvSpPr>
          <p:cNvPr id="8" name="diagram-152">
            <a:extLst xmlns:a="http://schemas.openxmlformats.org/drawingml/2006/main">
              <a:ext uri="{FF2B5EF4-FFF2-40B4-BE49-F238E27FC236}">
                <a16:creationId xmlns:a16="http://schemas.microsoft.com/office/drawing/2014/main" id="{F7769F9B-7381-4DE6-B58B-38B4229D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003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F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iagram-153">
            <a:extLst xmlns:a="http://schemas.openxmlformats.org/drawingml/2006/main">
              <a:ext uri="{FF2B5EF4-FFF2-40B4-BE49-F238E27FC236}">
                <a16:creationId xmlns:a16="http://schemas.microsoft.com/office/drawing/2014/main" id="{76110E47-F047-4080-89C5-561F6382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003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diagram-154">
            <a:extLst xmlns:a="http://schemas.openxmlformats.org/drawingml/2006/main">
              <a:ext uri="{FF2B5EF4-FFF2-40B4-BE49-F238E27FC236}">
                <a16:creationId xmlns:a16="http://schemas.microsoft.com/office/drawing/2014/main" id="{83464261-28B1-44D9-AC3A-1297151F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8097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Ngày 2–3</a:t>
            </a:r>
          </a:p>
        </p:txBody>
      </p:sp>
      <p:sp>
        <p:nvSpPr>
          <p:cNvPr id="11" name="diagram-155">
            <a:extLst xmlns:a="http://schemas.openxmlformats.org/drawingml/2006/main">
              <a:ext uri="{FF2B5EF4-FFF2-40B4-BE49-F238E27FC236}">
                <a16:creationId xmlns:a16="http://schemas.microsoft.com/office/drawing/2014/main" id="{FEDA37D1-504E-441D-855D-E85D5A84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76625"/>
            <a:ext cx="1762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Nghiên cứu</a:t>
            </a:r>
          </a:p>
        </p:txBody>
      </p:sp>
      <p:sp>
        <p:nvSpPr>
          <p:cNvPr id="12" name="diagram-156">
            <a:extLst xmlns:a="http://schemas.openxmlformats.org/drawingml/2006/main">
              <a:ext uri="{FF2B5EF4-FFF2-40B4-BE49-F238E27FC236}">
                <a16:creationId xmlns:a16="http://schemas.microsoft.com/office/drawing/2014/main" id="{5A7DFB24-1C91-42AA-A088-DBD69499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003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F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diagram-157">
            <a:extLst xmlns:a="http://schemas.openxmlformats.org/drawingml/2006/main">
              <a:ext uri="{FF2B5EF4-FFF2-40B4-BE49-F238E27FC236}">
                <a16:creationId xmlns:a16="http://schemas.microsoft.com/office/drawing/2014/main" id="{41E36445-6AB3-4864-A26B-7F97AFC0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003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diagram-158">
            <a:extLst xmlns:a="http://schemas.openxmlformats.org/drawingml/2006/main">
              <a:ext uri="{FF2B5EF4-FFF2-40B4-BE49-F238E27FC236}">
                <a16:creationId xmlns:a16="http://schemas.microsoft.com/office/drawing/2014/main" id="{C700F45C-9906-4045-85B7-A46220AE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Ngày 4</a:t>
            </a:r>
          </a:p>
        </p:txBody>
      </p:sp>
      <p:sp>
        <p:nvSpPr>
          <p:cNvPr id="15" name="diagram-159">
            <a:extLst xmlns:a="http://schemas.openxmlformats.org/drawingml/2006/main">
              <a:ext uri="{FF2B5EF4-FFF2-40B4-BE49-F238E27FC236}">
                <a16:creationId xmlns:a16="http://schemas.microsoft.com/office/drawing/2014/main" id="{5F67E43B-1C0F-4C99-BDD2-E015BC65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476625"/>
            <a:ext cx="1762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Need và</a:t>
            </a:r>
          </a:p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tham khảo</a:t>
            </a:r>
          </a:p>
        </p:txBody>
      </p:sp>
      <p:sp>
        <p:nvSpPr>
          <p:cNvPr id="16" name="diagram-160">
            <a:extLst xmlns:a="http://schemas.openxmlformats.org/drawingml/2006/main">
              <a:ext uri="{FF2B5EF4-FFF2-40B4-BE49-F238E27FC236}">
                <a16:creationId xmlns:a16="http://schemas.microsoft.com/office/drawing/2014/main" id="{E71211A5-BB48-4B3F-92AC-3EF6D033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003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F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diagram-161">
            <a:extLst xmlns:a="http://schemas.openxmlformats.org/drawingml/2006/main">
              <a:ext uri="{FF2B5EF4-FFF2-40B4-BE49-F238E27FC236}">
                <a16:creationId xmlns:a16="http://schemas.microsoft.com/office/drawing/2014/main" id="{A9EA14A1-9AC9-4319-9195-4F11E4B2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003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diagram-162">
            <a:extLst xmlns:a="http://schemas.openxmlformats.org/drawingml/2006/main">
              <a:ext uri="{FF2B5EF4-FFF2-40B4-BE49-F238E27FC236}">
                <a16:creationId xmlns:a16="http://schemas.microsoft.com/office/drawing/2014/main" id="{F7BA8092-02F2-4779-8190-48EEE247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097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Ngày 5</a:t>
            </a:r>
          </a:p>
        </p:txBody>
      </p:sp>
      <p:sp>
        <p:nvSpPr>
          <p:cNvPr id="19" name="diagram-163">
            <a:extLst xmlns:a="http://schemas.openxmlformats.org/drawingml/2006/main">
              <a:ext uri="{FF2B5EF4-FFF2-40B4-BE49-F238E27FC236}">
                <a16:creationId xmlns:a16="http://schemas.microsoft.com/office/drawing/2014/main" id="{F2C375D6-875D-49C5-A4F0-D732EC37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76625"/>
            <a:ext cx="1762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Prototype</a:t>
            </a:r>
          </a:p>
        </p:txBody>
      </p:sp>
      <p:sp>
        <p:nvSpPr>
          <p:cNvPr id="20" name="diagram-164">
            <a:extLst xmlns:a="http://schemas.openxmlformats.org/drawingml/2006/main">
              <a:ext uri="{FF2B5EF4-FFF2-40B4-BE49-F238E27FC236}">
                <a16:creationId xmlns:a16="http://schemas.microsoft.com/office/drawing/2014/main" id="{B019B4F6-860F-4CDD-B2F8-266CFBAF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003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F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diagram-165">
            <a:extLst xmlns:a="http://schemas.openxmlformats.org/drawingml/2006/main">
              <a:ext uri="{FF2B5EF4-FFF2-40B4-BE49-F238E27FC236}">
                <a16:creationId xmlns:a16="http://schemas.microsoft.com/office/drawing/2014/main" id="{F0EE13E6-602E-4412-B738-6BD4B0A9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003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2" name="diagram-166">
            <a:extLst xmlns:a="http://schemas.openxmlformats.org/drawingml/2006/main">
              <a:ext uri="{FF2B5EF4-FFF2-40B4-BE49-F238E27FC236}">
                <a16:creationId xmlns:a16="http://schemas.microsoft.com/office/drawing/2014/main" id="{BE57D866-0FEF-43E9-B88A-2C59FA7B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Ngày 6</a:t>
            </a:r>
          </a:p>
        </p:txBody>
      </p:sp>
      <p:sp>
        <p:nvSpPr>
          <p:cNvPr id="23" name="diagram-167">
            <a:extLst xmlns:a="http://schemas.openxmlformats.org/drawingml/2006/main">
              <a:ext uri="{FF2B5EF4-FFF2-40B4-BE49-F238E27FC236}">
                <a16:creationId xmlns:a16="http://schemas.microsoft.com/office/drawing/2014/main" id="{D0B2F0A1-788F-4444-81F9-02BEF200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476625"/>
            <a:ext cx="1762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Thử</a:t>
            </a:r>
          </a:p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người dùng</a:t>
            </a:r>
          </a:p>
        </p:txBody>
      </p:sp>
      <p:sp>
        <p:nvSpPr>
          <p:cNvPr id="24" name="diagram-168">
            <a:extLst xmlns:a="http://schemas.openxmlformats.org/drawingml/2006/main">
              <a:ext uri="{FF2B5EF4-FFF2-40B4-BE49-F238E27FC236}">
                <a16:creationId xmlns:a16="http://schemas.microsoft.com/office/drawing/2014/main" id="{3B9E5CA0-C0FD-4A04-A9AB-F799BD8A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4003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F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iagram-169">
            <a:extLst xmlns:a="http://schemas.openxmlformats.org/drawingml/2006/main">
              <a:ext uri="{FF2B5EF4-FFF2-40B4-BE49-F238E27FC236}">
                <a16:creationId xmlns:a16="http://schemas.microsoft.com/office/drawing/2014/main" id="{A2CC5735-AA9A-4932-A0E4-961DF8AB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4003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6" name="diagram-170">
            <a:extLst xmlns:a="http://schemas.openxmlformats.org/drawingml/2006/main">
              <a:ext uri="{FF2B5EF4-FFF2-40B4-BE49-F238E27FC236}">
                <a16:creationId xmlns:a16="http://schemas.microsoft.com/office/drawing/2014/main" id="{7C0D26E3-90E1-4C56-BDC2-99E2E780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8097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Ngày 7</a:t>
            </a:r>
          </a:p>
        </p:txBody>
      </p:sp>
      <p:sp>
        <p:nvSpPr>
          <p:cNvPr id="27" name="diagram-171">
            <a:extLst xmlns:a="http://schemas.openxmlformats.org/drawingml/2006/main">
              <a:ext uri="{FF2B5EF4-FFF2-40B4-BE49-F238E27FC236}">
                <a16:creationId xmlns:a16="http://schemas.microsoft.com/office/drawing/2014/main" id="{39688020-3B56-451A-917F-9463DF70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476625"/>
            <a:ext cx="1762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Repo</a:t>
            </a:r>
          </a:p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và trình bày</a:t>
            </a:r>
          </a:p>
        </p:txBody>
      </p:sp>
      <p:sp>
        <p:nvSpPr>
          <p:cNvPr id="28" name="diagram-172">
            <a:extLst xmlns:a="http://schemas.openxmlformats.org/drawingml/2006/main">
              <a:ext uri="{FF2B5EF4-FFF2-40B4-BE49-F238E27FC236}">
                <a16:creationId xmlns:a16="http://schemas.microsoft.com/office/drawing/2014/main" id="{A9F66AE3-760B-4927-ACF1-F693A3DB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266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Check-in hằng ngày</a:t>
            </a:r>
          </a:p>
        </p:txBody>
      </p:sp>
      <p:sp>
        <p:nvSpPr>
          <p:cNvPr id="29" name="diagram-173">
            <a:extLst xmlns:a="http://schemas.openxmlformats.org/drawingml/2006/main">
              <a:ext uri="{FF2B5EF4-FFF2-40B4-BE49-F238E27FC236}">
                <a16:creationId xmlns:a16="http://schemas.microsoft.com/office/drawing/2014/main" id="{EC8868EA-743A-4CE6-8CD1-7C6718B4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314950"/>
            <a:ext cx="7620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diagram-174">
            <a:extLst xmlns:a="http://schemas.openxmlformats.org/drawingml/2006/main">
              <a:ext uri="{FF2B5EF4-FFF2-40B4-BE49-F238E27FC236}">
                <a16:creationId xmlns:a16="http://schemas.microsoft.com/office/drawing/2014/main" id="{26B95A1B-77F2-467C-A9F6-13624BEF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66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Gỡ đúng chỗ kẹt</a:t>
            </a:r>
          </a:p>
        </p:txBody>
      </p:sp>
      <p:sp>
        <p:nvSpPr>
          <p:cNvPr id="31" name="diagram-175">
            <a:extLst xmlns:a="http://schemas.openxmlformats.org/drawingml/2006/main">
              <a:ext uri="{FF2B5EF4-FFF2-40B4-BE49-F238E27FC236}">
                <a16:creationId xmlns:a16="http://schemas.microsoft.com/office/drawing/2014/main" id="{720F69C9-C3B3-47F7-8AA0-A1C77CA1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314950"/>
            <a:ext cx="7620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diagram-176">
            <a:extLst xmlns:a="http://schemas.openxmlformats.org/drawingml/2006/main">
              <a:ext uri="{FF2B5EF4-FFF2-40B4-BE49-F238E27FC236}">
                <a16:creationId xmlns:a16="http://schemas.microsoft.com/office/drawing/2014/main" id="{9EB18CC9-EFD1-453D-871B-7428476D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95875"/>
            <a:ext cx="266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Đọc chéo chất lượng</a:t>
            </a:r>
          </a:p>
        </p:txBody>
      </p:sp>
      <p:sp>
        <p:nvSpPr>
          <p:cNvPr id="33" name="diagram-177">
            <a:extLst xmlns:a="http://schemas.openxmlformats.org/drawingml/2006/main">
              <a:ext uri="{FF2B5EF4-FFF2-40B4-BE49-F238E27FC236}">
                <a16:creationId xmlns:a16="http://schemas.microsoft.com/office/drawing/2014/main" id="{7B7E9DFC-0106-4F31-9D10-492C3C2D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Kế hoạch dự kiến cho nhóm 5–10 bạn; check-in 10 phút mỗi ngày.</a:t>
            </a:r>
          </a:p>
        </p:txBody>
      </p:sp>
      <p:sp>
        <p:nvSpPr>
          <p:cNvPr id="34" name="diagram-178">
            <a:extLst xmlns:a="http://schemas.openxmlformats.org/drawingml/2006/main">
              <a:ext uri="{FF2B5EF4-FFF2-40B4-BE49-F238E27FC236}">
                <a16:creationId xmlns:a16="http://schemas.microsoft.com/office/drawing/2014/main" id="{625EBB90-DAD2-44A5-94DA-AC9C5672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527486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2026-10-19T12:42:43.0150000Z</dcterms:created>
  <dcterms:modified xsi:type="dcterms:W3CDTF">2026-10-19T12:42:43.0150000Z</dcterms:modified>
</coreProperties>
</file>