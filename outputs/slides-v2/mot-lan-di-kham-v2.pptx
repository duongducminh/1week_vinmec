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fa82eee2b34523" /><Relationship Type="http://schemas.openxmlformats.org/officeDocument/2006/relationships/extended-properties" Target="/docProps/app.xml" Id="Rb5cc8c165c354c92" /><Relationship Type="http://schemas.openxmlformats.org/officeDocument/2006/relationships/officeDocument" Target="/ppt/presentation.xml" Id="Rc3fdaead612e4a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2b6fecc82247dd"/>
  </p:sldMasterIdLst>
  <p:notesMasterIdLst>
    <p:notesMasterId xmlns:r="http://schemas.openxmlformats.org/officeDocument/2006/relationships" r:id="R110179dea0224dee"/>
  </p:notesMasterIdLst>
  <p:sldIdLst>
    <p:sldId xmlns:r="http://schemas.openxmlformats.org/officeDocument/2006/relationships" id="256" r:id="R6034a526070f4bca"/>
    <p:sldId xmlns:r="http://schemas.openxmlformats.org/officeDocument/2006/relationships" id="257" r:id="Re405b78bcfb74b15"/>
    <p:sldId xmlns:r="http://schemas.openxmlformats.org/officeDocument/2006/relationships" id="258" r:id="R23a63fe0419f49e0"/>
    <p:sldId xmlns:r="http://schemas.openxmlformats.org/officeDocument/2006/relationships" id="259" r:id="Rcdd68cdbe3bf49de"/>
    <p:sldId xmlns:r="http://schemas.openxmlformats.org/officeDocument/2006/relationships" id="260" r:id="Red0f1a4c128e4acc"/>
    <p:sldId xmlns:r="http://schemas.openxmlformats.org/officeDocument/2006/relationships" id="261" r:id="Rd0db0843ddf04a35"/>
    <p:sldId xmlns:r="http://schemas.openxmlformats.org/officeDocument/2006/relationships" id="262" r:id="Rc4258cf82f804121"/>
    <p:sldId xmlns:r="http://schemas.openxmlformats.org/officeDocument/2006/relationships" id="263" r:id="R55627dcbaa0543a3"/>
    <p:sldId xmlns:r="http://schemas.openxmlformats.org/officeDocument/2006/relationships" id="264" r:id="R095fae2afa9a403c"/>
    <p:sldId xmlns:r="http://schemas.openxmlformats.org/officeDocument/2006/relationships" id="265" r:id="R7944c461a3bf46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7eb1c2253a4f0b" /><Relationship Type="http://schemas.openxmlformats.org/officeDocument/2006/relationships/slideMaster" Target="/ppt/slideMasters/slideMaster1.xml" Id="R222b6fecc82247dd" /><Relationship Type="http://schemas.openxmlformats.org/officeDocument/2006/relationships/notesMaster" Target="/ppt/notesMasters/notesMaster1.xml" Id="R110179dea0224dee" /><Relationship Type="http://schemas.openxmlformats.org/officeDocument/2006/relationships/presProps" Target="/ppt/presProps.xml" Id="R75c8ded66ca04394" /><Relationship Type="http://schemas.openxmlformats.org/officeDocument/2006/relationships/tableStyles" Target="/ppt/tableStyles.xml" Id="R4125ea6b84044a91" /><Relationship Type="http://schemas.openxmlformats.org/officeDocument/2006/relationships/slide" Target="/ppt/slides/slide1.xml" Id="R6034a526070f4bca" /><Relationship Type="http://schemas.openxmlformats.org/officeDocument/2006/relationships/slide" Target="/ppt/slides/slide2.xml" Id="Re405b78bcfb74b15" /><Relationship Type="http://schemas.openxmlformats.org/officeDocument/2006/relationships/slide" Target="/ppt/slides/slide3.xml" Id="R23a63fe0419f49e0" /><Relationship Type="http://schemas.openxmlformats.org/officeDocument/2006/relationships/slide" Target="/ppt/slides/slide4.xml" Id="Rcdd68cdbe3bf49de" /><Relationship Type="http://schemas.openxmlformats.org/officeDocument/2006/relationships/slide" Target="/ppt/slides/slide5.xml" Id="Red0f1a4c128e4acc" /><Relationship Type="http://schemas.openxmlformats.org/officeDocument/2006/relationships/slide" Target="/ppt/slides/slide6.xml" Id="Rd0db0843ddf04a35" /><Relationship Type="http://schemas.openxmlformats.org/officeDocument/2006/relationships/slide" Target="/ppt/slides/slide7.xml" Id="Rc4258cf82f804121" /><Relationship Type="http://schemas.openxmlformats.org/officeDocument/2006/relationships/slide" Target="/ppt/slides/slide8.xml" Id="R55627dcbaa0543a3" /><Relationship Type="http://schemas.openxmlformats.org/officeDocument/2006/relationships/slide" Target="/ppt/slides/slide9.xml" Id="R095fae2afa9a403c" /><Relationship Type="http://schemas.openxmlformats.org/officeDocument/2006/relationships/slide" Target="/ppt/slides/slide10.xml" Id="R7944c461a3bf46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a4a33903ec41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0511bf57a14488" /><Relationship Type="http://schemas.openxmlformats.org/officeDocument/2006/relationships/notesMaster" Target="/ppt/notesMasters/notesMaster1.xml" Id="Rd6105a030cd146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6f7a2be48640b0" /><Relationship Type="http://schemas.openxmlformats.org/officeDocument/2006/relationships/notesMaster" Target="/ppt/notesMasters/notesMaster1.xml" Id="Raa7e880db18845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1001e30bea4185" /><Relationship Type="http://schemas.openxmlformats.org/officeDocument/2006/relationships/notesMaster" Target="/ppt/notesMasters/notesMaster1.xml" Id="R26ee64f95eb749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2e03e9af3f4354" /><Relationship Type="http://schemas.openxmlformats.org/officeDocument/2006/relationships/notesMaster" Target="/ppt/notesMasters/notesMaster1.xml" Id="R469feaedb48b4c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5fec5a11b54545" /><Relationship Type="http://schemas.openxmlformats.org/officeDocument/2006/relationships/notesMaster" Target="/ppt/notesMasters/notesMaster1.xml" Id="R0226faf369824b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0beb73ed4d4c59" /><Relationship Type="http://schemas.openxmlformats.org/officeDocument/2006/relationships/notesMaster" Target="/ppt/notesMasters/notesMaster1.xml" Id="R94244b1c16e447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cd56b5ef184d62" /><Relationship Type="http://schemas.openxmlformats.org/officeDocument/2006/relationships/notesMaster" Target="/ppt/notesMasters/notesMaster1.xml" Id="R0240e43273c844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77af7e72b14a39" /><Relationship Type="http://schemas.openxmlformats.org/officeDocument/2006/relationships/notesMaster" Target="/ppt/notesMasters/notesMaster1.xml" Id="Re3ebe28372594d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047db748db4797" /><Relationship Type="http://schemas.openxmlformats.org/officeDocument/2006/relationships/notesMaster" Target="/ppt/notesMasters/notesMaster1.xml" Id="R5260c148efc140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a4a6cce9cc40a5" /><Relationship Type="http://schemas.openxmlformats.org/officeDocument/2006/relationships/notesMaster" Target="/ppt/notesMasters/notesMaster1.xml" Id="Rf0a0bbe4974249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README.md; 03-need-statement/need-statement.md. Prototype mô phỏng, chưa tích hợp MyVinmec. Tên/khóa bổ sung trước nộp.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01-phong-van/P1.md, P2.md, P3.md. P1/P2 17/10/2026, 60–90 phút, có đồng ý dùng ẩn danh. Ghi chép chủ yếu diễn giải. Theo lựa chọn người làm bài, không bổ sung cuộc phỏng vấn thứ ba; đề gốc yêu cầu ≥3 phỏng vấn. Nhật ký tự dùng app còn thiếu.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và mã bằng chứng giữ trong 02-journey-map/journey-map.md, P1/P2/P3. Tổng hợp tình huống, không phải một người gặp toàn bộ điểm đau. P1 có điều phối hỗ trợ; P2 nhớ phòng đầu; P3 biết nơi quay lại. Không gán thang cảm xúc hoặc thời gian giả.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03-need-statement/need-statement.md. Problem–population–outcome, không nêu AI/map như giải pháp bắt buộc. Giảm hỏi/chờ/đi lại là mong muốn chưa đo.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https://www.cuh.nhs.uk/visiting-our-hospitals/cuh-directions-mobile-app/ ; https://www.mayoclinic.org/scheduling-an-appointment-online/vid-20521112 ; https://www.mayoclinic.org/billing-insurance/before-arrival/registration . Đọc 18/10/2026. Nguồn mô tả chức năng/quy trình, chưa chứng minh hiệu quả tại Vinmec. Ba thực hành từ hai tổ chức.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05-prototype/simulation-spec.md, prompts.md, test-report.md. 110 tests đạt theo báo cáo; UI mới chưa chạy lại E2E; 24 eval NOT_LIVE. Phòng/tầng/bản đồ dựng. Sẵn sàng là tự khai báo, bác sĩ chủ động gọi. Hai mode không trộn trong lượt. Chưa thử người dùng.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Trang giữ chỗ theo yêu cầu. Không có kết quả thật, không điền tỷ lệ/thời gian/quote. Kế hoạch dựa prototype-test-guide.md; nguồn kết quả sau này user-test-log.md.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Trang giữ chỗ, chưa có thay đổi theo người dùng. QA/code review trước đây không thay kết quả thử. Chỉ hoàn thiện khi có quan sát, sửa và thử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06-rui-ro-dao-duc/risk-register.md. Không có quy trình Vinmec phê duyệt. Fallback hành chính chưa bảo đảm xử lý khẩn cấp. Ba vai trò demo chưa phân quyền production; vị trí tự khai báo. Tài liệu rủi ro đầy đủ giữ trong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07-coach-plan/coach-plan.md. Kế hoạch dự kiến, chưa phải hoạt động coach đã thực hiện. Nhóm 5–10 bạn chia cặp luân phiên vai; check-in 10 phút/ngày. Codex hỗ trợ tổng hợp, code và soạn bài; Canva hỗ trợ thiết kế; người làm bài chịu trách nhiệm.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c28483db84e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bb361a7594c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8d2eb619242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3a1c4dd2c42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0f292a6c240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e5c6e28424c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B65E13-C9D6-445D-B9BE-D73EFE7ED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78D57E-8137-48E7-92F6-E200049668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2E86C6-0F9C-4802-BD93-A1CD0138CB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7FD3A8-ED88-468F-83AA-97CE410D7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333F06-3376-474B-8057-C46879C6A0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1D463C-B283-4E2B-B951-DA1F186902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C7C8C0-2B7C-4387-9C8F-2D0FD3A902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3963B5D-DC01-455D-B844-991B9D17D7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F2B74B-4C76-4F0F-8821-030540F646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3F74DB-635C-4DC5-B816-7E7FCAAD73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1ed749b3f74870" /><Relationship Type="http://schemas.openxmlformats.org/officeDocument/2006/relationships/slideLayout" Target="/ppt/slideLayouts/slideLayout1.xml" Id="R11f465a807a14c21" /><Relationship Type="http://schemas.openxmlformats.org/officeDocument/2006/relationships/slideLayout" Target="/ppt/slideLayouts/slideLayout2.xml" Id="R6f6573804e4a46bf" /><Relationship Type="http://schemas.openxmlformats.org/officeDocument/2006/relationships/slideLayout" Target="/ppt/slideLayouts/slideLayout3.xml" Id="Re8bae586d99b4cb0" /><Relationship Type="http://schemas.openxmlformats.org/officeDocument/2006/relationships/slideLayout" Target="/ppt/slideLayouts/slideLayout4.xml" Id="R46c4e7dbf8c543ad" /><Relationship Type="http://schemas.openxmlformats.org/officeDocument/2006/relationships/slideLayout" Target="/ppt/slideLayouts/slideLayout5.xml" Id="R81033b2bbe0a4c86" /><Relationship Type="http://schemas.openxmlformats.org/officeDocument/2006/relationships/slideLayout" Target="/ppt/slideLayouts/slideLayout6.xml" Id="Rac157e25fd3d49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f465a807a14c21"/>
    <p:sldLayoutId xmlns:r="http://schemas.openxmlformats.org/officeDocument/2006/relationships" id="2147483650" r:id="R6f6573804e4a46bf"/>
    <p:sldLayoutId xmlns:r="http://schemas.openxmlformats.org/officeDocument/2006/relationships" id="2147483651" r:id="Re8bae586d99b4cb0"/>
    <p:sldLayoutId xmlns:r="http://schemas.openxmlformats.org/officeDocument/2006/relationships" id="2147483652" r:id="R46c4e7dbf8c543ad"/>
    <p:sldLayoutId xmlns:r="http://schemas.openxmlformats.org/officeDocument/2006/relationships" id="2147483653" r:id="R81033b2bbe0a4c86"/>
    <p:sldLayoutId xmlns:r="http://schemas.openxmlformats.org/officeDocument/2006/relationships" id="2147483654" r:id="Rac157e25fd3d49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35feaa01a466a" /><Relationship Type="http://schemas.openxmlformats.org/officeDocument/2006/relationships/notesSlide" Target="/ppt/notesSlides/notesSlide1.xml" Id="R47e6df779dbb45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de1fec566941c4" /><Relationship Type="http://schemas.openxmlformats.org/officeDocument/2006/relationships/notesSlide" Target="/ppt/notesSlides/notesSlide2.xml" Id="Rbcbbcd5eaf1c4e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a53697e8b7450e" /><Relationship Type="http://schemas.openxmlformats.org/officeDocument/2006/relationships/notesSlide" Target="/ppt/notesSlides/notesSlide3.xml" Id="R69c1c23cc53640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c76426fc84cae" /><Relationship Type="http://schemas.openxmlformats.org/officeDocument/2006/relationships/notesSlide" Target="/ppt/notesSlides/notesSlide4.xml" Id="R9e1745ceeeab4b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69d0894d94777" /><Relationship Type="http://schemas.openxmlformats.org/officeDocument/2006/relationships/notesSlide" Target="/ppt/notesSlides/notesSlide5.xml" Id="R31a224e36dc046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5739d217b496f" /><Relationship Type="http://schemas.openxmlformats.org/officeDocument/2006/relationships/notesSlide" Target="/ppt/notesSlides/notesSlide6.xml" Id="R42221db257c745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463cf2120f4e75" /><Relationship Type="http://schemas.openxmlformats.org/officeDocument/2006/relationships/notesSlide" Target="/ppt/notesSlides/notesSlide7.xml" Id="R737aca2080f648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077edbaf104537" /><Relationship Type="http://schemas.openxmlformats.org/officeDocument/2006/relationships/notesSlide" Target="/ppt/notesSlides/notesSlide8.xml" Id="Re5caea10980e4a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87fd60088143e5" /><Relationship Type="http://schemas.openxmlformats.org/officeDocument/2006/relationships/notesSlide" Target="/ppt/notesSlides/notesSlide9.xml" Id="Re029c94b12ce4c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898b3635b43ff" /><Relationship Type="http://schemas.openxmlformats.org/officeDocument/2006/relationships/notesSlide" Target="/ppt/notesSlides/notesSlide10.xml" Id="Rc9b2b0e19a154f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diagram-1">
            <a:extLst xmlns:a="http://schemas.openxmlformats.org/drawingml/2006/main">
              <a:ext uri="{FF2B5EF4-FFF2-40B4-BE49-F238E27FC236}">
                <a16:creationId xmlns:a16="http://schemas.microsoft.com/office/drawing/2014/main" id="{65EE8761-FD63-4506-94C5-09A0EFC9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Một lần đi khám</a:t>
            </a:r>
          </a:p>
        </p:txBody>
      </p:sp>
      <p:sp>
        <p:nvSpPr>
          <p:cNvPr id="2" name="diagram-2">
            <a:extLst xmlns:a="http://schemas.openxmlformats.org/drawingml/2006/main">
              <a:ext uri="{FF2B5EF4-FFF2-40B4-BE49-F238E27FC236}">
                <a16:creationId xmlns:a16="http://schemas.microsoft.com/office/drawing/2014/main" id="{EF7C8173-8CBF-44F4-9EFD-C8780F3D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Hướng dẫn chuyển bước trong lượt khám ngoại trú</a:t>
            </a:r>
          </a:p>
        </p:txBody>
      </p:sp>
      <p:sp>
        <p:nvSpPr>
          <p:cNvPr id="3" name="diagram-3">
            <a:extLst xmlns:a="http://schemas.openxmlformats.org/drawingml/2006/main">
              <a:ext uri="{FF2B5EF4-FFF2-40B4-BE49-F238E27FC236}">
                <a16:creationId xmlns:a16="http://schemas.microsoft.com/office/drawing/2014/main" id="{773B13B5-132F-4847-823A-AA85EF7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908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-4">
            <a:extLst xmlns:a="http://schemas.openxmlformats.org/drawingml/2006/main">
              <a:ext uri="{FF2B5EF4-FFF2-40B4-BE49-F238E27FC236}">
                <a16:creationId xmlns:a16="http://schemas.microsoft.com/office/drawing/2014/main" id="{A09F2CC0-C652-4327-9800-EAA5CB07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908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diagram-5">
            <a:extLst xmlns:a="http://schemas.openxmlformats.org/drawingml/2006/main">
              <a:ext uri="{FF2B5EF4-FFF2-40B4-BE49-F238E27FC236}">
                <a16:creationId xmlns:a16="http://schemas.microsoft.com/office/drawing/2014/main" id="{3AB36039-2263-49E9-B795-578EC960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261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Việc tiếp theo</a:t>
            </a:r>
          </a:p>
        </p:txBody>
      </p:sp>
      <p:sp>
        <p:nvSpPr>
          <p:cNvPr id="6" name="diagram-6">
            <a:extLst xmlns:a="http://schemas.openxmlformats.org/drawingml/2006/main">
              <a:ext uri="{FF2B5EF4-FFF2-40B4-BE49-F238E27FC236}">
                <a16:creationId xmlns:a16="http://schemas.microsoft.com/office/drawing/2014/main" id="{198AD507-6B77-423E-8091-0EBB055C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9092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agram-7">
            <a:extLst xmlns:a="http://schemas.openxmlformats.org/drawingml/2006/main">
              <a:ext uri="{FF2B5EF4-FFF2-40B4-BE49-F238E27FC236}">
                <a16:creationId xmlns:a16="http://schemas.microsoft.com/office/drawing/2014/main" id="{308A0AC0-BD54-49FB-91C6-5BA38ED0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908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agram-8">
            <a:extLst xmlns:a="http://schemas.openxmlformats.org/drawingml/2006/main">
              <a:ext uri="{FF2B5EF4-FFF2-40B4-BE49-F238E27FC236}">
                <a16:creationId xmlns:a16="http://schemas.microsoft.com/office/drawing/2014/main" id="{072D1C60-7E8D-4DE1-BE3C-7BB82DCA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908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diagram-9">
            <a:extLst xmlns:a="http://schemas.openxmlformats.org/drawingml/2006/main">
              <a:ext uri="{FF2B5EF4-FFF2-40B4-BE49-F238E27FC236}">
                <a16:creationId xmlns:a16="http://schemas.microsoft.com/office/drawing/2014/main" id="{928B80AF-949C-4874-9987-8736629B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33875"/>
            <a:ext cx="261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Điểm cần đến</a:t>
            </a:r>
          </a:p>
        </p:txBody>
      </p:sp>
      <p:sp>
        <p:nvSpPr>
          <p:cNvPr id="10" name="diagram-10">
            <a:extLst xmlns:a="http://schemas.openxmlformats.org/drawingml/2006/main">
              <a:ext uri="{FF2B5EF4-FFF2-40B4-BE49-F238E27FC236}">
                <a16:creationId xmlns:a16="http://schemas.microsoft.com/office/drawing/2014/main" id="{A50D992D-9805-4D66-9A3D-1748943D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90925"/>
            <a:ext cx="8096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agram-11">
            <a:extLst xmlns:a="http://schemas.openxmlformats.org/drawingml/2006/main">
              <a:ext uri="{FF2B5EF4-FFF2-40B4-BE49-F238E27FC236}">
                <a16:creationId xmlns:a16="http://schemas.microsoft.com/office/drawing/2014/main" id="{CCBEF150-709E-4326-A8BC-E1638800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908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12">
            <a:extLst xmlns:a="http://schemas.openxmlformats.org/drawingml/2006/main">
              <a:ext uri="{FF2B5EF4-FFF2-40B4-BE49-F238E27FC236}">
                <a16:creationId xmlns:a16="http://schemas.microsoft.com/office/drawing/2014/main" id="{5F0AA6E4-10C8-4BBE-A3FB-42A13B29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908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diagram-13">
            <a:extLst xmlns:a="http://schemas.openxmlformats.org/drawingml/2006/main">
              <a:ext uri="{FF2B5EF4-FFF2-40B4-BE49-F238E27FC236}">
                <a16:creationId xmlns:a16="http://schemas.microsoft.com/office/drawing/2014/main" id="{78C45346-DC30-44E3-8BF4-98606231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261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Thời điểm tiếp tục</a:t>
            </a:r>
          </a:p>
        </p:txBody>
      </p:sp>
      <p:sp>
        <p:nvSpPr>
          <p:cNvPr id="14" name="diagram-14">
            <a:extLst xmlns:a="http://schemas.openxmlformats.org/drawingml/2006/main">
              <a:ext uri="{FF2B5EF4-FFF2-40B4-BE49-F238E27FC236}">
                <a16:creationId xmlns:a16="http://schemas.microsoft.com/office/drawing/2014/main" id="{E59FFEF5-DBDC-4D05-B7A8-FFCF9F42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Mỗi điểm bàn giao là một quyết định cần đủ thông tin</a:t>
            </a:r>
          </a:p>
        </p:txBody>
      </p:sp>
      <p:sp>
        <p:nvSpPr>
          <p:cNvPr id="15" name="diagram-15">
            <a:extLst xmlns:a="http://schemas.openxmlformats.org/drawingml/2006/main">
              <a:ext uri="{FF2B5EF4-FFF2-40B4-BE49-F238E27FC236}">
                <a16:creationId xmlns:a16="http://schemas.microsoft.com/office/drawing/2014/main" id="{B978033B-7F31-4749-BE01-C7A1E4D4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Exploration Sprint Vinmec · Bản đang hoàn thiện · 19/10/2026</a:t>
            </a:r>
          </a:p>
        </p:txBody>
      </p:sp>
      <p:sp>
        <p:nvSpPr>
          <p:cNvPr id="16" name="diagram-16">
            <a:extLst xmlns:a="http://schemas.openxmlformats.org/drawingml/2006/main">
              <a:ext uri="{FF2B5EF4-FFF2-40B4-BE49-F238E27FC236}">
                <a16:creationId xmlns:a16="http://schemas.microsoft.com/office/drawing/2014/main" id="{78A1A09E-57A6-4B86-8D67-0CA62F0D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3527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iagram-17">
            <a:extLst xmlns:a="http://schemas.openxmlformats.org/drawingml/2006/main">
              <a:ext uri="{FF2B5EF4-FFF2-40B4-BE49-F238E27FC236}">
                <a16:creationId xmlns:a16="http://schemas.microsoft.com/office/drawing/2014/main" id="{2DD66A4E-7214-4291-8741-FEE35283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Nghiên cứu trải nghiệm</a:t>
            </a:r>
          </a:p>
        </p:txBody>
      </p:sp>
      <p:sp>
        <p:nvSpPr>
          <p:cNvPr id="2" name="diagram-18">
            <a:extLst xmlns:a="http://schemas.openxmlformats.org/drawingml/2006/main">
              <a:ext uri="{FF2B5EF4-FFF2-40B4-BE49-F238E27FC236}">
                <a16:creationId xmlns:a16="http://schemas.microsoft.com/office/drawing/2014/main" id="{14F9A181-ECC8-4D57-8AE2-862E52D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Hai cuộc phỏng vấn và một trải nghiệm tự thuật</a:t>
            </a:r>
          </a:p>
        </p:txBody>
      </p:sp>
      <p:sp>
        <p:nvSpPr>
          <p:cNvPr id="3" name="diagram-19">
            <a:extLst xmlns:a="http://schemas.openxmlformats.org/drawingml/2006/main">
              <a:ext uri="{FF2B5EF4-FFF2-40B4-BE49-F238E27FC236}">
                <a16:creationId xmlns:a16="http://schemas.microsoft.com/office/drawing/2014/main" id="{79F06F7A-E19A-4F09-9647-1C6BB529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-20">
            <a:extLst xmlns:a="http://schemas.openxmlformats.org/drawingml/2006/main">
              <a:ext uri="{FF2B5EF4-FFF2-40B4-BE49-F238E27FC236}">
                <a16:creationId xmlns:a16="http://schemas.microsoft.com/office/drawing/2014/main" id="{0052C554-B83B-49D4-85DE-A070A43D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diagram-21">
            <a:extLst xmlns:a="http://schemas.openxmlformats.org/drawingml/2006/main">
              <a:ext uri="{FF2B5EF4-FFF2-40B4-BE49-F238E27FC236}">
                <a16:creationId xmlns:a16="http://schemas.microsoft.com/office/drawing/2014/main" id="{BB11895E-8DFB-4A12-9F7C-E2E85D1B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Phỏng vấn</a:t>
            </a:r>
          </a:p>
        </p:txBody>
      </p:sp>
      <p:sp>
        <p:nvSpPr>
          <p:cNvPr id="6" name="diagram-22">
            <a:extLst xmlns:a="http://schemas.openxmlformats.org/drawingml/2006/main">
              <a:ext uri="{FF2B5EF4-FFF2-40B4-BE49-F238E27FC236}">
                <a16:creationId xmlns:a16="http://schemas.microsoft.com/office/drawing/2014/main" id="{3A7F70EF-C18F-428F-9E26-0522D3C8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Trải nghiệm được kể lại</a:t>
            </a:r>
          </a:p>
        </p:txBody>
      </p:sp>
      <p:sp>
        <p:nvSpPr>
          <p:cNvPr id="7" name="diagram-23">
            <a:extLst xmlns:a="http://schemas.openxmlformats.org/drawingml/2006/main">
              <a:ext uri="{FF2B5EF4-FFF2-40B4-BE49-F238E27FC236}">
                <a16:creationId xmlns:a16="http://schemas.microsoft.com/office/drawing/2014/main" id="{F6BAD8F7-2A39-42E2-BABF-0569AB4A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agram-24">
            <a:extLst xmlns:a="http://schemas.openxmlformats.org/drawingml/2006/main">
              <a:ext uri="{FF2B5EF4-FFF2-40B4-BE49-F238E27FC236}">
                <a16:creationId xmlns:a16="http://schemas.microsoft.com/office/drawing/2014/main" id="{0531F957-BF3A-4FCD-864D-532F9488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diagram-25">
            <a:extLst xmlns:a="http://schemas.openxmlformats.org/drawingml/2006/main">
              <a:ext uri="{FF2B5EF4-FFF2-40B4-BE49-F238E27FC236}">
                <a16:creationId xmlns:a16="http://schemas.microsoft.com/office/drawing/2014/main" id="{4722A639-235A-4068-BE55-244ABEA2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386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Tự thuật</a:t>
            </a:r>
          </a:p>
        </p:txBody>
      </p:sp>
      <p:sp>
        <p:nvSpPr>
          <p:cNvPr id="10" name="diagram-26">
            <a:extLst xmlns:a="http://schemas.openxmlformats.org/drawingml/2006/main">
              <a:ext uri="{FF2B5EF4-FFF2-40B4-BE49-F238E27FC236}">
                <a16:creationId xmlns:a16="http://schemas.microsoft.com/office/drawing/2014/main" id="{4A701A2D-9D9F-442F-841A-92F3C721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577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Trải nghiệm của người làm bài</a:t>
            </a:r>
          </a:p>
        </p:txBody>
      </p:sp>
      <p:sp>
        <p:nvSpPr>
          <p:cNvPr id="11" name="diagram-27">
            <a:extLst xmlns:a="http://schemas.openxmlformats.org/drawingml/2006/main">
              <a:ext uri="{FF2B5EF4-FFF2-40B4-BE49-F238E27FC236}">
                <a16:creationId xmlns:a16="http://schemas.microsoft.com/office/drawing/2014/main" id="{BD2CDC4C-D906-49E7-964C-8EF2C8C9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857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28">
            <a:extLst xmlns:a="http://schemas.openxmlformats.org/drawingml/2006/main">
              <a:ext uri="{FF2B5EF4-FFF2-40B4-BE49-F238E27FC236}">
                <a16:creationId xmlns:a16="http://schemas.microsoft.com/office/drawing/2014/main" id="{7FBC177A-6B97-4F24-BFA1-3B27F9E7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AEEEA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13" name="diagram-29">
            <a:extLst xmlns:a="http://schemas.openxmlformats.org/drawingml/2006/main">
              <a:ext uri="{FF2B5EF4-FFF2-40B4-BE49-F238E27FC236}">
                <a16:creationId xmlns:a16="http://schemas.microsoft.com/office/drawing/2014/main" id="{07E1F0B3-4E93-4668-A198-A8566F37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Tổng hợp</a:t>
            </a:r>
          </a:p>
          <a:p xmlns:a="http://schemas.openxmlformats.org/drawingml/2006/main">
            <a:pPr algn="ctr">
              <a:defRPr sz="21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điểm đau</a:t>
            </a:r>
          </a:p>
        </p:txBody>
      </p:sp>
      <p:sp>
        <p:nvSpPr>
          <p:cNvPr id="14" name="diagram-30">
            <a:extLst xmlns:a="http://schemas.openxmlformats.org/drawingml/2006/main">
              <a:ext uri="{FF2B5EF4-FFF2-40B4-BE49-F238E27FC236}">
                <a16:creationId xmlns:a16="http://schemas.microsoft.com/office/drawing/2014/main" id="{1D3960E8-A71C-4152-BD13-240D1F16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81425"/>
            <a:ext cx="1905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agram-31">
            <a:extLst xmlns:a="http://schemas.openxmlformats.org/drawingml/2006/main">
              <a:ext uri="{FF2B5EF4-FFF2-40B4-BE49-F238E27FC236}">
                <a16:creationId xmlns:a16="http://schemas.microsoft.com/office/drawing/2014/main" id="{4A7EB713-5810-43A8-AD09-26E27141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71975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16" name="diagram-32">
            <a:extLst xmlns:a="http://schemas.openxmlformats.org/drawingml/2006/main">
              <a:ext uri="{FF2B5EF4-FFF2-40B4-BE49-F238E27FC236}">
                <a16:creationId xmlns:a16="http://schemas.microsoft.com/office/drawing/2014/main" id="{C0DFBB1C-79C9-40C2-B2FD-EC90CFC0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Nhu cầu</a:t>
            </a:r>
          </a:p>
          <a:p xmlns:a="http://schemas.openxmlformats.org/drawingml/2006/main">
            <a: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cần kiểm chứng</a:t>
            </a:r>
          </a:p>
        </p:txBody>
      </p:sp>
      <p:sp>
        <p:nvSpPr>
          <p:cNvPr id="17" name="diagram-33">
            <a:extLst xmlns:a="http://schemas.openxmlformats.org/drawingml/2006/main">
              <a:ext uri="{FF2B5EF4-FFF2-40B4-BE49-F238E27FC236}">
                <a16:creationId xmlns:a16="http://schemas.microsoft.com/office/drawing/2014/main" id="{5C4CFA96-5A66-4F3F-ACE9-F06D1A1A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Lời kể</a:t>
            </a:r>
          </a:p>
        </p:txBody>
      </p:sp>
      <p:sp>
        <p:nvSpPr>
          <p:cNvPr id="18" name="diagram-34">
            <a:extLst xmlns:a="http://schemas.openxmlformats.org/drawingml/2006/main">
              <a:ext uri="{FF2B5EF4-FFF2-40B4-BE49-F238E27FC236}">
                <a16:creationId xmlns:a16="http://schemas.microsoft.com/office/drawing/2014/main" id="{0D2725C4-9464-4BF9-8175-6179B714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2900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Hành vi</a:t>
            </a:r>
          </a:p>
          <a:p xmlns:a="http://schemas.openxmlformats.org/drawingml/2006/main">
            <a: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Cảm nhận</a:t>
            </a:r>
          </a:p>
          <a:p xmlns:a="http://schemas.openxmlformats.org/drawingml/2006/main">
            <a:pPr algn="l">
              <a:defRPr sz="19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Điểm vướng</a:t>
            </a:r>
          </a:p>
        </p:txBody>
      </p:sp>
      <p:sp>
        <p:nvSpPr>
          <p:cNvPr id="19" name="diagram-35">
            <a:extLst xmlns:a="http://schemas.openxmlformats.org/drawingml/2006/main">
              <a:ext uri="{FF2B5EF4-FFF2-40B4-BE49-F238E27FC236}">
                <a16:creationId xmlns:a16="http://schemas.microsoft.com/office/drawing/2014/main" id="{0BE93665-0D34-43EC-96B5-B0996DB1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Dữ liệu nghiên cứu ẩn danh; ghi chép diễn giải, chưa đại diện toàn bộ người bệnh.</a:t>
            </a:r>
          </a:p>
        </p:txBody>
      </p:sp>
      <p:sp>
        <p:nvSpPr>
          <p:cNvPr id="20" name="diagram-36">
            <a:extLst xmlns:a="http://schemas.openxmlformats.org/drawingml/2006/main">
              <a:ext uri="{FF2B5EF4-FFF2-40B4-BE49-F238E27FC236}">
                <a16:creationId xmlns:a16="http://schemas.microsoft.com/office/drawing/2014/main" id="{01252C62-7C91-45A6-B24A-0007861A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8553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diagram-37">
            <a:extLst xmlns:a="http://schemas.openxmlformats.org/drawingml/2006/main">
              <a:ext uri="{FF2B5EF4-FFF2-40B4-BE49-F238E27FC236}">
                <a16:creationId xmlns:a16="http://schemas.microsoft.com/office/drawing/2014/main" id="{317721BC-91A0-47AB-9378-BEC0D922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Điểm đau nằm ở các lần chuyển bước</a:t>
            </a:r>
          </a:p>
        </p:txBody>
      </p:sp>
      <p:sp>
        <p:nvSpPr>
          <p:cNvPr id="2" name="diagram-38">
            <a:extLst xmlns:a="http://schemas.openxmlformats.org/drawingml/2006/main">
              <a:ext uri="{FF2B5EF4-FFF2-40B4-BE49-F238E27FC236}">
                <a16:creationId xmlns:a16="http://schemas.microsoft.com/office/drawing/2014/main" id="{E93E303B-B876-4044-9CFF-FD061097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Dòng việc tiếp tục, nhưng thông tin để quyết định có thể bị đứt đoạn</a:t>
            </a:r>
          </a:p>
        </p:txBody>
      </p:sp>
      <p:sp>
        <p:nvSpPr>
          <p:cNvPr id="3" name="diagram-39">
            <a:extLst xmlns:a="http://schemas.openxmlformats.org/drawingml/2006/main">
              <a:ext uri="{FF2B5EF4-FFF2-40B4-BE49-F238E27FC236}">
                <a16:creationId xmlns:a16="http://schemas.microsoft.com/office/drawing/2014/main" id="{DBA822E1-D39E-40B3-A55C-28639B74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4" name="diagram-40">
            <a:extLst xmlns:a="http://schemas.openxmlformats.org/drawingml/2006/main">
              <a:ext uri="{FF2B5EF4-FFF2-40B4-BE49-F238E27FC236}">
                <a16:creationId xmlns:a16="http://schemas.microsoft.com/office/drawing/2014/main" id="{8652BA3F-09E6-4D67-8B7C-25E5C2B7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Rời phòng</a:t>
            </a:r>
          </a:p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khám đầu</a:t>
            </a:r>
          </a:p>
        </p:txBody>
      </p:sp>
      <p:sp>
        <p:nvSpPr>
          <p:cNvPr id="5" name="diagram-41">
            <a:extLst xmlns:a="http://schemas.openxmlformats.org/drawingml/2006/main">
              <a:ext uri="{FF2B5EF4-FFF2-40B4-BE49-F238E27FC236}">
                <a16:creationId xmlns:a16="http://schemas.microsoft.com/office/drawing/2014/main" id="{1DCA84D5-C9AD-4585-8A39-D2842958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6" name="diagram-42">
            <a:extLst xmlns:a="http://schemas.openxmlformats.org/drawingml/2006/main">
              <a:ext uri="{FF2B5EF4-FFF2-40B4-BE49-F238E27FC236}">
                <a16:creationId xmlns:a16="http://schemas.microsoft.com/office/drawing/2014/main" id="{0615ADF7-A53A-47DD-B091-3E88F283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Tìm điểm</a:t>
            </a:r>
          </a:p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tiếp theo</a:t>
            </a:r>
          </a:p>
        </p:txBody>
      </p:sp>
      <p:sp>
        <p:nvSpPr>
          <p:cNvPr id="7" name="diagram-43">
            <a:extLst xmlns:a="http://schemas.openxmlformats.org/drawingml/2006/main">
              <a:ext uri="{FF2B5EF4-FFF2-40B4-BE49-F238E27FC236}">
                <a16:creationId xmlns:a16="http://schemas.microsoft.com/office/drawing/2014/main" id="{05A784C9-0608-4DB0-81BB-EA9EF459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8" name="diagram-44">
            <a:extLst xmlns:a="http://schemas.openxmlformats.org/drawingml/2006/main">
              <a:ext uri="{FF2B5EF4-FFF2-40B4-BE49-F238E27FC236}">
                <a16:creationId xmlns:a16="http://schemas.microsoft.com/office/drawing/2014/main" id="{EE0638A6-28B8-4491-A4C6-14A47DEF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Thực hiện</a:t>
            </a:r>
          </a:p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dịch vụ</a:t>
            </a:r>
          </a:p>
        </p:txBody>
      </p:sp>
      <p:sp>
        <p:nvSpPr>
          <p:cNvPr id="9" name="diagram-45">
            <a:extLst xmlns:a="http://schemas.openxmlformats.org/drawingml/2006/main">
              <a:ext uri="{FF2B5EF4-FFF2-40B4-BE49-F238E27FC236}">
                <a16:creationId xmlns:a16="http://schemas.microsoft.com/office/drawing/2014/main" id="{6C05DD50-C800-4695-8F65-14646EB9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10" name="diagram-46">
            <a:extLst xmlns:a="http://schemas.openxmlformats.org/drawingml/2006/main">
              <a:ext uri="{FF2B5EF4-FFF2-40B4-BE49-F238E27FC236}">
                <a16:creationId xmlns:a16="http://schemas.microsoft.com/office/drawing/2014/main" id="{BDD50F4E-57B8-4021-883E-FE6DD953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Chờ và nhận</a:t>
            </a:r>
          </a:p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diagram-47">
            <a:extLst xmlns:a="http://schemas.openxmlformats.org/drawingml/2006/main">
              <a:ext uri="{FF2B5EF4-FFF2-40B4-BE49-F238E27FC236}">
                <a16:creationId xmlns:a16="http://schemas.microsoft.com/office/drawing/2014/main" id="{4522EAD9-6A47-4D95-B8C2-DF61DCD9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95600"/>
            <a:ext cx="1714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12" name="diagram-48">
            <a:extLst xmlns:a="http://schemas.openxmlformats.org/drawingml/2006/main">
              <a:ext uri="{FF2B5EF4-FFF2-40B4-BE49-F238E27FC236}">
                <a16:creationId xmlns:a16="http://schemas.microsoft.com/office/drawing/2014/main" id="{1464623B-F14B-4049-8C68-99FAAE19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43225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Quay lại</a:t>
            </a:r>
          </a:p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bác sĩ</a:t>
            </a:r>
          </a:p>
        </p:txBody>
      </p:sp>
      <p:sp>
        <p:nvSpPr>
          <p:cNvPr id="13" name="diagram-49">
            <a:extLst xmlns:a="http://schemas.openxmlformats.org/drawingml/2006/main">
              <a:ext uri="{FF2B5EF4-FFF2-40B4-BE49-F238E27FC236}">
                <a16:creationId xmlns:a16="http://schemas.microsoft.com/office/drawing/2014/main" id="{48452201-33A3-4C72-9391-9B4F95E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iagram-50">
            <a:extLst xmlns:a="http://schemas.openxmlformats.org/drawingml/2006/main">
              <a:ext uri="{FF2B5EF4-FFF2-40B4-BE49-F238E27FC236}">
                <a16:creationId xmlns:a16="http://schemas.microsoft.com/office/drawing/2014/main" id="{3E787BB9-91DA-4BD7-BA5F-FDE8D735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163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agram-51">
            <a:extLst xmlns:a="http://schemas.openxmlformats.org/drawingml/2006/main">
              <a:ext uri="{FF2B5EF4-FFF2-40B4-BE49-F238E27FC236}">
                <a16:creationId xmlns:a16="http://schemas.microsoft.com/office/drawing/2014/main" id="{CD70799F-B26F-41B0-9F99-F5712AB1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114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agram-52">
            <a:extLst xmlns:a="http://schemas.openxmlformats.org/drawingml/2006/main">
              <a:ext uri="{FF2B5EF4-FFF2-40B4-BE49-F238E27FC236}">
                <a16:creationId xmlns:a16="http://schemas.microsoft.com/office/drawing/2014/main" id="{AF92745E-227C-4FFE-92FE-8FD22C13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3114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7" name="diagram-53">
            <a:extLst xmlns:a="http://schemas.openxmlformats.org/drawingml/2006/main">
              <a:ext uri="{FF2B5EF4-FFF2-40B4-BE49-F238E27FC236}">
                <a16:creationId xmlns:a16="http://schemas.microsoft.com/office/drawing/2014/main" id="{6DD596BC-B8B0-481E-9D86-782DB09D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76600"/>
            <a:ext cx="619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iagram-54">
            <a:extLst xmlns:a="http://schemas.openxmlformats.org/drawingml/2006/main">
              <a:ext uri="{FF2B5EF4-FFF2-40B4-BE49-F238E27FC236}">
                <a16:creationId xmlns:a16="http://schemas.microsoft.com/office/drawing/2014/main" id="{6BD0C48D-ACC1-49E9-897F-C7A80949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iagram-55">
            <a:extLst xmlns:a="http://schemas.openxmlformats.org/drawingml/2006/main">
              <a:ext uri="{FF2B5EF4-FFF2-40B4-BE49-F238E27FC236}">
                <a16:creationId xmlns:a16="http://schemas.microsoft.com/office/drawing/2014/main" id="{E248331C-0CA6-4ACF-888A-5A64303B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413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agram-56">
            <a:extLst xmlns:a="http://schemas.openxmlformats.org/drawingml/2006/main">
              <a:ext uri="{FF2B5EF4-FFF2-40B4-BE49-F238E27FC236}">
                <a16:creationId xmlns:a16="http://schemas.microsoft.com/office/drawing/2014/main" id="{E1028019-BE21-4DC9-BD3E-F95817F8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114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iagram-57">
            <a:extLst xmlns:a="http://schemas.openxmlformats.org/drawingml/2006/main">
              <a:ext uri="{FF2B5EF4-FFF2-40B4-BE49-F238E27FC236}">
                <a16:creationId xmlns:a16="http://schemas.microsoft.com/office/drawing/2014/main" id="{D0C0F7B9-5F29-4C15-87F6-C946649F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688" y="3114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2" name="diagram-58">
            <a:extLst xmlns:a="http://schemas.openxmlformats.org/drawingml/2006/main">
              <a:ext uri="{FF2B5EF4-FFF2-40B4-BE49-F238E27FC236}">
                <a16:creationId xmlns:a16="http://schemas.microsoft.com/office/drawing/2014/main" id="{B62C2278-3D20-426F-A593-8C2F6735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iagram-59">
            <a:extLst xmlns:a="http://schemas.openxmlformats.org/drawingml/2006/main">
              <a:ext uri="{FF2B5EF4-FFF2-40B4-BE49-F238E27FC236}">
                <a16:creationId xmlns:a16="http://schemas.microsoft.com/office/drawing/2014/main" id="{9B879B67-CDFF-49A7-A1D1-D89D0B62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3333750"/>
            <a:ext cx="809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iagram-60">
            <a:extLst xmlns:a="http://schemas.openxmlformats.org/drawingml/2006/main">
              <a:ext uri="{FF2B5EF4-FFF2-40B4-BE49-F238E27FC236}">
                <a16:creationId xmlns:a16="http://schemas.microsoft.com/office/drawing/2014/main" id="{1FC73EC6-1BEF-4EB8-8BEA-9F2DB1E1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313" y="3114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agram-61">
            <a:extLst xmlns:a="http://schemas.openxmlformats.org/drawingml/2006/main">
              <a:ext uri="{FF2B5EF4-FFF2-40B4-BE49-F238E27FC236}">
                <a16:creationId xmlns:a16="http://schemas.microsoft.com/office/drawing/2014/main" id="{911DFA3B-0F1F-45C5-AAC4-E1607320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313" y="3114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6" name="diagram-62">
            <a:extLst xmlns:a="http://schemas.openxmlformats.org/drawingml/2006/main">
              <a:ext uri="{FF2B5EF4-FFF2-40B4-BE49-F238E27FC236}">
                <a16:creationId xmlns:a16="http://schemas.microsoft.com/office/drawing/2014/main" id="{16D64262-04E0-4A7B-89C6-099E5EA3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57375"/>
            <a:ext cx="2428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Chưa rõ bước tiếp</a:t>
            </a:r>
          </a:p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và nơi cần đến</a:t>
            </a:r>
          </a:p>
        </p:txBody>
      </p:sp>
      <p:sp>
        <p:nvSpPr>
          <p:cNvPr id="27" name="diagram-63">
            <a:extLst xmlns:a="http://schemas.openxmlformats.org/drawingml/2006/main">
              <a:ext uri="{FF2B5EF4-FFF2-40B4-BE49-F238E27FC236}">
                <a16:creationId xmlns:a16="http://schemas.microsoft.com/office/drawing/2014/main" id="{D44C8DF7-0193-426B-898B-4334857E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333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Khó biết</a:t>
            </a:r>
          </a:p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diễn tiến</a:t>
            </a:r>
          </a:p>
        </p:txBody>
      </p:sp>
      <p:sp>
        <p:nvSpPr>
          <p:cNvPr id="28" name="diagram-64">
            <a:extLst xmlns:a="http://schemas.openxmlformats.org/drawingml/2006/main">
              <a:ext uri="{FF2B5EF4-FFF2-40B4-BE49-F238E27FC236}">
                <a16:creationId xmlns:a16="http://schemas.microsoft.com/office/drawing/2014/main" id="{29D4FC98-7BF0-4E49-A0A3-6A441CA1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57375"/>
            <a:ext cx="2809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Chưa rõ lúc nào</a:t>
            </a:r>
          </a:p>
          <a:p xmlns:a="http://schemas.openxmlformats.org/drawingml/2006/main">
            <a:pPr algn="ctr">
              <a:defRPr sz="17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có thể quay lại</a:t>
            </a:r>
          </a:p>
        </p:txBody>
      </p:sp>
      <p:sp>
        <p:nvSpPr>
          <p:cNvPr id="29" name="diagram-65">
            <a:extLst xmlns:a="http://schemas.openxmlformats.org/drawingml/2006/main">
              <a:ext uri="{FF2B5EF4-FFF2-40B4-BE49-F238E27FC236}">
                <a16:creationId xmlns:a16="http://schemas.microsoft.com/office/drawing/2014/main" id="{AAC94DA4-9FF4-4020-912E-BABA18FB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33925"/>
            <a:ext cx="938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agram-66">
            <a:extLst xmlns:a="http://schemas.openxmlformats.org/drawingml/2006/main">
              <a:ext uri="{FF2B5EF4-FFF2-40B4-BE49-F238E27FC236}">
                <a16:creationId xmlns:a16="http://schemas.microsoft.com/office/drawing/2014/main" id="{63467591-DDE1-4EA2-982F-24C6FC04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Tìm giấy hoặc hỏi nhân viên để nối lại thông tin</a:t>
            </a:r>
          </a:p>
        </p:txBody>
      </p:sp>
      <p:sp>
        <p:nvSpPr>
          <p:cNvPr id="31" name="diagram-67">
            <a:extLst xmlns:a="http://schemas.openxmlformats.org/drawingml/2006/main">
              <a:ext uri="{FF2B5EF4-FFF2-40B4-BE49-F238E27FC236}">
                <a16:creationId xmlns:a16="http://schemas.microsoft.com/office/drawing/2014/main" id="{5B0A59CA-3860-484B-927B-28342A74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×  Điểm đứt mạch thông tin</a:t>
            </a:r>
          </a:p>
        </p:txBody>
      </p:sp>
      <p:sp>
        <p:nvSpPr>
          <p:cNvPr id="32" name="diagram-68">
            <a:extLst xmlns:a="http://schemas.openxmlformats.org/drawingml/2006/main">
              <a:ext uri="{FF2B5EF4-FFF2-40B4-BE49-F238E27FC236}">
                <a16:creationId xmlns:a16="http://schemas.microsoft.com/office/drawing/2014/main" id="{E688FFD2-BAB8-49F8-B937-CECF061B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Sơ đồ tổng hợp các tình huống nghiên cứu, không phải hành trình của một người.</a:t>
            </a:r>
          </a:p>
        </p:txBody>
      </p:sp>
      <p:sp>
        <p:nvSpPr>
          <p:cNvPr id="33" name="diagram-69">
            <a:extLst xmlns:a="http://schemas.openxmlformats.org/drawingml/2006/main">
              <a:ext uri="{FF2B5EF4-FFF2-40B4-BE49-F238E27FC236}">
                <a16:creationId xmlns:a16="http://schemas.microsoft.com/office/drawing/2014/main" id="{EAB37306-D671-48EE-BED2-4FCA89BC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3734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iagram-70">
            <a:extLst xmlns:a="http://schemas.openxmlformats.org/drawingml/2006/main">
              <a:ext uri="{FF2B5EF4-FFF2-40B4-BE49-F238E27FC236}">
                <a16:creationId xmlns:a16="http://schemas.microsoft.com/office/drawing/2014/main" id="{A202BD3D-D5EF-48F3-9F57-E166507F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Nhu cầu cần giải quyết</a:t>
            </a:r>
          </a:p>
        </p:txBody>
      </p:sp>
      <p:sp>
        <p:nvSpPr>
          <p:cNvPr id="2" name="diagram-71">
            <a:extLst xmlns:a="http://schemas.openxmlformats.org/drawingml/2006/main">
              <a:ext uri="{FF2B5EF4-FFF2-40B4-BE49-F238E27FC236}">
                <a16:creationId xmlns:a16="http://schemas.microsoft.com/office/drawing/2014/main" id="{967F6365-E2CC-41B9-B144-274F771E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Biết đúng việc tiếp theo, nơi đến và thời điểm có thể tiếp tục</a:t>
            </a:r>
          </a:p>
        </p:txBody>
      </p:sp>
      <p:sp>
        <p:nvSpPr>
          <p:cNvPr id="3" name="diagram-72">
            <a:extLst xmlns:a="http://schemas.openxmlformats.org/drawingml/2006/main">
              <a:ext uri="{FF2B5EF4-FFF2-40B4-BE49-F238E27FC236}">
                <a16:creationId xmlns:a16="http://schemas.microsoft.com/office/drawing/2014/main" id="{E975D597-3C20-4F0B-8252-782CEA62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-73">
            <a:extLst xmlns:a="http://schemas.openxmlformats.org/drawingml/2006/main">
              <a:ext uri="{FF2B5EF4-FFF2-40B4-BE49-F238E27FC236}">
                <a16:creationId xmlns:a16="http://schemas.microsoft.com/office/drawing/2014/main" id="{01D83478-B3B2-4BC2-A3D6-6284E56C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diagram-74">
            <a:extLst xmlns:a="http://schemas.openxmlformats.org/drawingml/2006/main">
              <a:ext uri="{FF2B5EF4-FFF2-40B4-BE49-F238E27FC236}">
                <a16:creationId xmlns:a16="http://schemas.microsoft.com/office/drawing/2014/main" id="{08074D39-26F2-4A91-A2F5-6013D1A6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Vấn đề</a:t>
            </a:r>
          </a:p>
        </p:txBody>
      </p:sp>
      <p:sp>
        <p:nvSpPr>
          <p:cNvPr id="6" name="diagram-75">
            <a:extLst xmlns:a="http://schemas.openxmlformats.org/drawingml/2006/main">
              <a:ext uri="{FF2B5EF4-FFF2-40B4-BE49-F238E27FC236}">
                <a16:creationId xmlns:a16="http://schemas.microsoft.com/office/drawing/2014/main" id="{A5C9BC92-EBF9-4A53-8B39-27567A99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Thông tin chuyển bước</a:t>
            </a:r>
          </a:p>
          <a:p xmlns:a="http://schemas.openxmlformats.org/drawingml/2006/main">
            <a: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chưa liền mạch</a:t>
            </a:r>
          </a:p>
        </p:txBody>
      </p:sp>
      <p:sp>
        <p:nvSpPr>
          <p:cNvPr id="7" name="diagram-76">
            <a:extLst xmlns:a="http://schemas.openxmlformats.org/drawingml/2006/main">
              <a:ext uri="{FF2B5EF4-FFF2-40B4-BE49-F238E27FC236}">
                <a16:creationId xmlns:a16="http://schemas.microsoft.com/office/drawing/2014/main" id="{F060821A-4482-482E-BDAD-A57AD8C4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10025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agram-77">
            <a:extLst xmlns:a="http://schemas.openxmlformats.org/drawingml/2006/main">
              <a:ext uri="{FF2B5EF4-FFF2-40B4-BE49-F238E27FC236}">
                <a16:creationId xmlns:a16="http://schemas.microsoft.com/office/drawing/2014/main" id="{AC6AEE9B-78E3-4D0D-9273-A036FD51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agram-78">
            <a:extLst xmlns:a="http://schemas.openxmlformats.org/drawingml/2006/main">
              <a:ext uri="{FF2B5EF4-FFF2-40B4-BE49-F238E27FC236}">
                <a16:creationId xmlns:a16="http://schemas.microsoft.com/office/drawing/2014/main" id="{516C3022-7036-47BB-B6F3-4A7ADCA0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diagram-79">
            <a:extLst xmlns:a="http://schemas.openxmlformats.org/drawingml/2006/main">
              <a:ext uri="{FF2B5EF4-FFF2-40B4-BE49-F238E27FC236}">
                <a16:creationId xmlns:a16="http://schemas.microsoft.com/office/drawing/2014/main" id="{B8E09D02-9C77-49C6-9E24-2A79FB43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Nhóm người dùng</a:t>
            </a:r>
          </a:p>
        </p:txBody>
      </p:sp>
      <p:sp>
        <p:nvSpPr>
          <p:cNvPr id="11" name="diagram-80">
            <a:extLst xmlns:a="http://schemas.openxmlformats.org/drawingml/2006/main">
              <a:ext uri="{FF2B5EF4-FFF2-40B4-BE49-F238E27FC236}">
                <a16:creationId xmlns:a16="http://schemas.microsoft.com/office/drawing/2014/main" id="{AB6A4598-2F4D-415B-8627-3DB991D4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Người khám ngoại trú</a:t>
            </a:r>
          </a:p>
          <a:p xmlns:a="http://schemas.openxmlformats.org/drawingml/2006/main">
            <a: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qua nhiều điểm dịch vụ</a:t>
            </a:r>
          </a:p>
        </p:txBody>
      </p:sp>
      <p:sp>
        <p:nvSpPr>
          <p:cNvPr id="12" name="diagram-81">
            <a:extLst xmlns:a="http://schemas.openxmlformats.org/drawingml/2006/main">
              <a:ext uri="{FF2B5EF4-FFF2-40B4-BE49-F238E27FC236}">
                <a16:creationId xmlns:a16="http://schemas.microsoft.com/office/drawing/2014/main" id="{B2D979CC-9B6D-47BC-AE8D-53F32664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010025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iagram-82">
            <a:extLst xmlns:a="http://schemas.openxmlformats.org/drawingml/2006/main">
              <a:ext uri="{FF2B5EF4-FFF2-40B4-BE49-F238E27FC236}">
                <a16:creationId xmlns:a16="http://schemas.microsoft.com/office/drawing/2014/main" id="{FA69794A-E193-4E81-BC53-4B911949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iagram-83">
            <a:extLst xmlns:a="http://schemas.openxmlformats.org/drawingml/2006/main">
              <a:ext uri="{FF2B5EF4-FFF2-40B4-BE49-F238E27FC236}">
                <a16:creationId xmlns:a16="http://schemas.microsoft.com/office/drawing/2014/main" id="{6730961C-0D23-42C2-8B8E-2D48B30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diagram-84">
            <a:extLst xmlns:a="http://schemas.openxmlformats.org/drawingml/2006/main">
              <a:ext uri="{FF2B5EF4-FFF2-40B4-BE49-F238E27FC236}">
                <a16:creationId xmlns:a16="http://schemas.microsoft.com/office/drawing/2014/main" id="{CEF76B3C-5961-4C13-9A88-45B80A9D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Kết quả mong muốn</a:t>
            </a:r>
          </a:p>
        </p:txBody>
      </p:sp>
      <p:sp>
        <p:nvSpPr>
          <p:cNvPr id="16" name="diagram-85">
            <a:extLst xmlns:a="http://schemas.openxmlformats.org/drawingml/2006/main">
              <a:ext uri="{FF2B5EF4-FFF2-40B4-BE49-F238E27FC236}">
                <a16:creationId xmlns:a16="http://schemas.microsoft.com/office/drawing/2014/main" id="{B4469AF9-9D23-4A8B-A1DD-FB24FD4C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Tự quyết định đúng</a:t>
            </a:r>
          </a:p>
          <a:p xmlns:a="http://schemas.openxmlformats.org/drawingml/2006/main">
            <a:pPr algn="ctr">
              <a:defRPr sz="1950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17" name="diagram-86">
            <a:extLst xmlns:a="http://schemas.openxmlformats.org/drawingml/2006/main">
              <a:ext uri="{FF2B5EF4-FFF2-40B4-BE49-F238E27FC236}">
                <a16:creationId xmlns:a16="http://schemas.microsoft.com/office/drawing/2014/main" id="{72CDFE27-3273-4FD0-82F2-6DD3232A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iagram-87">
            <a:extLst xmlns:a="http://schemas.openxmlformats.org/drawingml/2006/main">
              <a:ext uri="{FF2B5EF4-FFF2-40B4-BE49-F238E27FC236}">
                <a16:creationId xmlns:a16="http://schemas.microsoft.com/office/drawing/2014/main" id="{0A73DF0D-6DA5-44C2-9A76-66FFEFAD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Mong muốn giảm hỏi lại, chờ và di chuyển không cần thiết</a:t>
            </a:r>
          </a:p>
        </p:txBody>
      </p:sp>
      <p:sp>
        <p:nvSpPr>
          <p:cNvPr id="19" name="diagram-88">
            <a:extLst xmlns:a="http://schemas.openxmlformats.org/drawingml/2006/main">
              <a:ext uri="{FF2B5EF4-FFF2-40B4-BE49-F238E27FC236}">
                <a16:creationId xmlns:a16="http://schemas.microsoft.com/office/drawing/2014/main" id="{F0AFA006-205F-4344-8796-5EDE3161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Giả thuyết thiết kế; hiệu quả cần thử với người dùng.</a:t>
            </a:r>
          </a:p>
        </p:txBody>
      </p:sp>
      <p:sp>
        <p:nvSpPr>
          <p:cNvPr id="20" name="diagram-89">
            <a:extLst xmlns:a="http://schemas.openxmlformats.org/drawingml/2006/main">
              <a:ext uri="{FF2B5EF4-FFF2-40B4-BE49-F238E27FC236}">
                <a16:creationId xmlns:a16="http://schemas.microsoft.com/office/drawing/2014/main" id="{3F0BD093-168D-4A54-8E59-12EDB06B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70621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diagram-90">
            <a:extLst xmlns:a="http://schemas.openxmlformats.org/drawingml/2006/main">
              <a:ext uri="{FF2B5EF4-FFF2-40B4-BE49-F238E27FC236}">
                <a16:creationId xmlns:a16="http://schemas.microsoft.com/office/drawing/2014/main" id="{9AF68402-7CF1-4DBA-B98E-B8587E74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Bài học từ ba thực hành quốc tế</a:t>
            </a:r>
          </a:p>
        </p:txBody>
      </p:sp>
      <p:sp>
        <p:nvSpPr>
          <p:cNvPr id="2" name="diagram-91">
            <a:extLst xmlns:a="http://schemas.openxmlformats.org/drawingml/2006/main">
              <a:ext uri="{FF2B5EF4-FFF2-40B4-BE49-F238E27FC236}">
                <a16:creationId xmlns:a16="http://schemas.microsoft.com/office/drawing/2014/main" id="{B93ADD4F-9EC4-4207-A6AB-03D85D13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Đưa nguyên tắc thiết kế về đúng điểm bàn giao</a:t>
            </a:r>
          </a:p>
        </p:txBody>
      </p:sp>
      <p:sp>
        <p:nvSpPr>
          <p:cNvPr id="3" name="diagram-92">
            <a:extLst xmlns:a="http://schemas.openxmlformats.org/drawingml/2006/main">
              <a:ext uri="{FF2B5EF4-FFF2-40B4-BE49-F238E27FC236}">
                <a16:creationId xmlns:a16="http://schemas.microsoft.com/office/drawing/2014/main" id="{CC9A9DDE-5D7C-4FED-B553-9B8D4DE7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Thực hành tham khảo</a:t>
            </a:r>
          </a:p>
        </p:txBody>
      </p:sp>
      <p:sp>
        <p:nvSpPr>
          <p:cNvPr id="4" name="diagram-93">
            <a:extLst xmlns:a="http://schemas.openxmlformats.org/drawingml/2006/main">
              <a:ext uri="{FF2B5EF4-FFF2-40B4-BE49-F238E27FC236}">
                <a16:creationId xmlns:a16="http://schemas.microsoft.com/office/drawing/2014/main" id="{02B7A80C-2734-4C54-8A61-0A7384F7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Áp dụng vào hướng dẫn chuyển bước</a:t>
            </a:r>
          </a:p>
        </p:txBody>
      </p:sp>
      <p:sp>
        <p:nvSpPr>
          <p:cNvPr id="5" name="diagram-94">
            <a:extLst xmlns:a="http://schemas.openxmlformats.org/drawingml/2006/main">
              <a:ext uri="{FF2B5EF4-FFF2-40B4-BE49-F238E27FC236}">
                <a16:creationId xmlns:a16="http://schemas.microsoft.com/office/drawing/2014/main" id="{BC471988-4D18-4A3A-97FF-276F51DC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agram-95">
            <a:extLst xmlns:a="http://schemas.openxmlformats.org/drawingml/2006/main">
              <a:ext uri="{FF2B5EF4-FFF2-40B4-BE49-F238E27FC236}">
                <a16:creationId xmlns:a16="http://schemas.microsoft.com/office/drawing/2014/main" id="{6BD0C18C-AE18-460F-BDD7-EA3CEDE8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diagram-96">
            <a:extLst xmlns:a="http://schemas.openxmlformats.org/drawingml/2006/main">
              <a:ext uri="{FF2B5EF4-FFF2-40B4-BE49-F238E27FC236}">
                <a16:creationId xmlns:a16="http://schemas.microsoft.com/office/drawing/2014/main" id="{58E46F81-6473-43D0-AF3B-CD97808F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CUH Directions, Anh</a:t>
            </a:r>
          </a:p>
          <a:p xmlns:a="http://schemas.openxmlformats.org/drawingml/2006/main">
            <a: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Chỉ đường theo chặng</a:t>
            </a:r>
          </a:p>
        </p:txBody>
      </p:sp>
      <p:sp>
        <p:nvSpPr>
          <p:cNvPr id="8" name="diagram-97">
            <a:extLst xmlns:a="http://schemas.openxmlformats.org/drawingml/2006/main">
              <a:ext uri="{FF2B5EF4-FFF2-40B4-BE49-F238E27FC236}">
                <a16:creationId xmlns:a16="http://schemas.microsoft.com/office/drawing/2014/main" id="{E8BFAE18-FCA3-4664-B44B-02D74F6E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098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agram-98">
            <a:extLst xmlns:a="http://schemas.openxmlformats.org/drawingml/2006/main">
              <a:ext uri="{FF2B5EF4-FFF2-40B4-BE49-F238E27FC236}">
                <a16:creationId xmlns:a16="http://schemas.microsoft.com/office/drawing/2014/main" id="{8DC57CD0-9E1C-4B3A-A84C-DCB835D4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619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Mốc dễ nhận ra</a:t>
            </a:r>
          </a:p>
          <a:p xmlns:a="http://schemas.openxmlformats.org/drawingml/2006/main">
            <a: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Điểm xuất phát rõ</a:t>
            </a:r>
          </a:p>
        </p:txBody>
      </p:sp>
      <p:sp>
        <p:nvSpPr>
          <p:cNvPr id="10" name="diagram-99">
            <a:extLst xmlns:a="http://schemas.openxmlformats.org/drawingml/2006/main">
              <a:ext uri="{FF2B5EF4-FFF2-40B4-BE49-F238E27FC236}">
                <a16:creationId xmlns:a16="http://schemas.microsoft.com/office/drawing/2014/main" id="{4E1CD231-80B7-4665-A1A3-87769707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agram-100">
            <a:extLst xmlns:a="http://schemas.openxmlformats.org/drawingml/2006/main">
              <a:ext uri="{FF2B5EF4-FFF2-40B4-BE49-F238E27FC236}">
                <a16:creationId xmlns:a16="http://schemas.microsoft.com/office/drawing/2014/main" id="{D4FBBCA2-C889-49BD-9F0B-607FBE22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101">
            <a:extLst xmlns:a="http://schemas.openxmlformats.org/drawingml/2006/main">
              <a:ext uri="{FF2B5EF4-FFF2-40B4-BE49-F238E27FC236}">
                <a16:creationId xmlns:a16="http://schemas.microsoft.com/office/drawing/2014/main" id="{ED5FFBF3-9EA5-4725-9EF5-878B7E54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diagram-102">
            <a:extLst xmlns:a="http://schemas.openxmlformats.org/drawingml/2006/main">
              <a:ext uri="{FF2B5EF4-FFF2-40B4-BE49-F238E27FC236}">
                <a16:creationId xmlns:a16="http://schemas.microsoft.com/office/drawing/2014/main" id="{550DBB36-78ED-4A51-8D77-943370ED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Mayo Clinic, Mỹ</a:t>
            </a:r>
          </a:p>
          <a:p xmlns:a="http://schemas.openxmlformats.org/drawingml/2006/main">
            <a: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Xác nhận và xem lại chi tiết</a:t>
            </a:r>
          </a:p>
        </p:txBody>
      </p:sp>
      <p:sp>
        <p:nvSpPr>
          <p:cNvPr id="14" name="diagram-103">
            <a:extLst xmlns:a="http://schemas.openxmlformats.org/drawingml/2006/main">
              <a:ext uri="{FF2B5EF4-FFF2-40B4-BE49-F238E27FC236}">
                <a16:creationId xmlns:a16="http://schemas.microsoft.com/office/drawing/2014/main" id="{7350958D-A3A5-4658-BF2A-CA17D6DE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00500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agram-104">
            <a:extLst xmlns:a="http://schemas.openxmlformats.org/drawingml/2006/main">
              <a:ext uri="{FF2B5EF4-FFF2-40B4-BE49-F238E27FC236}">
                <a16:creationId xmlns:a16="http://schemas.microsoft.com/office/drawing/2014/main" id="{91AD2057-C3C2-4661-B69C-2A00C06D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4619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Phân biệt gửi yêu cầu</a:t>
            </a:r>
          </a:p>
          <a:p xmlns:a="http://schemas.openxmlformats.org/drawingml/2006/main">
            <a: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với đã hoàn tất</a:t>
            </a:r>
          </a:p>
        </p:txBody>
      </p:sp>
      <p:sp>
        <p:nvSpPr>
          <p:cNvPr id="16" name="diagram-105">
            <a:extLst xmlns:a="http://schemas.openxmlformats.org/drawingml/2006/main">
              <a:ext uri="{FF2B5EF4-FFF2-40B4-BE49-F238E27FC236}">
                <a16:creationId xmlns:a16="http://schemas.microsoft.com/office/drawing/2014/main" id="{845F2C03-E45C-4B22-A224-DDA1D958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iagram-106">
            <a:extLst xmlns:a="http://schemas.openxmlformats.org/drawingml/2006/main">
              <a:ext uri="{FF2B5EF4-FFF2-40B4-BE49-F238E27FC236}">
                <a16:creationId xmlns:a16="http://schemas.microsoft.com/office/drawing/2014/main" id="{E4589F92-795E-42CF-B234-041AF9B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iagram-107">
            <a:extLst xmlns:a="http://schemas.openxmlformats.org/drawingml/2006/main">
              <a:ext uri="{FF2B5EF4-FFF2-40B4-BE49-F238E27FC236}">
                <a16:creationId xmlns:a16="http://schemas.microsoft.com/office/drawing/2014/main" id="{483D7952-C094-49EF-ADB0-9F28E804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diagram-108">
            <a:extLst xmlns:a="http://schemas.openxmlformats.org/drawingml/2006/main">
              <a:ext uri="{FF2B5EF4-FFF2-40B4-BE49-F238E27FC236}">
                <a16:creationId xmlns:a16="http://schemas.microsoft.com/office/drawing/2014/main" id="{507C1462-3843-4D9B-B25D-EE4008E2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Mayo Clinic, Mỹ</a:t>
            </a:r>
          </a:p>
          <a:p xmlns:a="http://schemas.openxmlformats.org/drawingml/2006/main">
            <a:pPr algn="l">
              <a:defRPr sz="1875" b="0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F50"/>
                </a:solidFill>
                <a:latin typeface="Arial"/>
                <a:ea typeface="Arial"/>
                <a:cs typeface="Arial"/>
              </a:rPr>
              <a:t>Giải thích phần còn xác minh</a:t>
            </a:r>
          </a:p>
        </p:txBody>
      </p:sp>
      <p:sp>
        <p:nvSpPr>
          <p:cNvPr id="20" name="diagram-109">
            <a:extLst xmlns:a="http://schemas.openxmlformats.org/drawingml/2006/main">
              <a:ext uri="{FF2B5EF4-FFF2-40B4-BE49-F238E27FC236}">
                <a16:creationId xmlns:a16="http://schemas.microsoft.com/office/drawing/2014/main" id="{D28ED956-4BC3-43C1-AAFC-6AD6BB31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19112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iagram-110">
            <a:extLst xmlns:a="http://schemas.openxmlformats.org/drawingml/2006/main">
              <a:ext uri="{FF2B5EF4-FFF2-40B4-BE49-F238E27FC236}">
                <a16:creationId xmlns:a16="http://schemas.microsoft.com/office/drawing/2014/main" id="{C6AF7E63-1698-4C4B-B686-11153DFB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4619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Hiện phần đã xong</a:t>
            </a:r>
          </a:p>
          <a:p xmlns:a="http://schemas.openxmlformats.org/drawingml/2006/main">
            <a:pPr algn="l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và việc còn phải làm</a:t>
            </a:r>
          </a:p>
        </p:txBody>
      </p:sp>
      <p:sp>
        <p:nvSpPr>
          <p:cNvPr id="22" name="diagram-111">
            <a:extLst xmlns:a="http://schemas.openxmlformats.org/drawingml/2006/main">
              <a:ext uri="{FF2B5EF4-FFF2-40B4-BE49-F238E27FC236}">
                <a16:creationId xmlns:a16="http://schemas.microsoft.com/office/drawing/2014/main" id="{142C9CA7-A8BD-45FC-A5F0-5C1669F9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Nguồn: CUH Directions và Mayo Clinic. Link đầy đủ trong ghi chú và repo.</a:t>
            </a:r>
          </a:p>
        </p:txBody>
      </p:sp>
      <p:sp>
        <p:nvSpPr>
          <p:cNvPr id="23" name="diagram-112">
            <a:extLst xmlns:a="http://schemas.openxmlformats.org/drawingml/2006/main">
              <a:ext uri="{FF2B5EF4-FFF2-40B4-BE49-F238E27FC236}">
                <a16:creationId xmlns:a16="http://schemas.microsoft.com/office/drawing/2014/main" id="{74E23935-43AF-490B-B1B6-FE6DFDAF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92797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diagram-113">
            <a:extLst xmlns:a="http://schemas.openxmlformats.org/drawingml/2006/main">
              <a:ext uri="{FF2B5EF4-FFF2-40B4-BE49-F238E27FC236}">
                <a16:creationId xmlns:a16="http://schemas.microsoft.com/office/drawing/2014/main" id="{8C956A19-172E-4DCA-9C3C-005EF989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Prototype: hướng dẫn theo tiến độ</a:t>
            </a:r>
          </a:p>
        </p:txBody>
      </p:sp>
      <p:sp>
        <p:nvSpPr>
          <p:cNvPr id="2" name="diagram-114">
            <a:extLst xmlns:a="http://schemas.openxmlformats.org/drawingml/2006/main">
              <a:ext uri="{FF2B5EF4-FFF2-40B4-BE49-F238E27FC236}">
                <a16:creationId xmlns:a16="http://schemas.microsoft.com/office/drawing/2014/main" id="{BCE3E3FC-4408-41C3-97C2-7A7AB661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Dữ kiện xác nhận quyết định điều kiện chuyển bước; AI diễn đạt thông tin hành chính</a:t>
            </a:r>
          </a:p>
        </p:txBody>
      </p:sp>
      <p:sp>
        <p:nvSpPr>
          <p:cNvPr id="3" name="diagram-115">
            <a:extLst xmlns:a="http://schemas.openxmlformats.org/drawingml/2006/main">
              <a:ext uri="{FF2B5EF4-FFF2-40B4-BE49-F238E27FC236}">
                <a16:creationId xmlns:a16="http://schemas.microsoft.com/office/drawing/2014/main" id="{E61DA098-11F6-4B5C-86DF-CEDB798A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4" name="diagram-116">
            <a:extLst xmlns:a="http://schemas.openxmlformats.org/drawingml/2006/main">
              <a:ext uri="{FF2B5EF4-FFF2-40B4-BE49-F238E27FC236}">
                <a16:creationId xmlns:a16="http://schemas.microsoft.com/office/drawing/2014/main" id="{F469F8DF-E1EA-421C-A8F6-AB30A423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Khám đầu</a:t>
            </a:r>
          </a:p>
        </p:txBody>
      </p:sp>
      <p:sp>
        <p:nvSpPr>
          <p:cNvPr id="5" name="diagram-117">
            <a:extLst xmlns:a="http://schemas.openxmlformats.org/drawingml/2006/main">
              <a:ext uri="{FF2B5EF4-FFF2-40B4-BE49-F238E27FC236}">
                <a16:creationId xmlns:a16="http://schemas.microsoft.com/office/drawing/2014/main" id="{6FCFC69E-AC82-481E-AD8D-844270D0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agram-118">
            <a:extLst xmlns:a="http://schemas.openxmlformats.org/drawingml/2006/main">
              <a:ext uri="{FF2B5EF4-FFF2-40B4-BE49-F238E27FC236}">
                <a16:creationId xmlns:a16="http://schemas.microsoft.com/office/drawing/2014/main" id="{9A16161A-E2F8-4B1C-8399-488B0D5E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7" name="diagram-119">
            <a:extLst xmlns:a="http://schemas.openxmlformats.org/drawingml/2006/main">
              <a:ext uri="{FF2B5EF4-FFF2-40B4-BE49-F238E27FC236}">
                <a16:creationId xmlns:a16="http://schemas.microsoft.com/office/drawing/2014/main" id="{9AFD0F6B-FEF1-4BEC-89BA-FE6945DA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Làm</a:t>
            </a:r>
          </a:p>
          <a:p xmlns:a="http://schemas.openxmlformats.org/drawingml/2006/main">
            <a: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dịch vụ</a:t>
            </a:r>
          </a:p>
        </p:txBody>
      </p:sp>
      <p:sp>
        <p:nvSpPr>
          <p:cNvPr id="8" name="diagram-120">
            <a:extLst xmlns:a="http://schemas.openxmlformats.org/drawingml/2006/main">
              <a:ext uri="{FF2B5EF4-FFF2-40B4-BE49-F238E27FC236}">
                <a16:creationId xmlns:a16="http://schemas.microsoft.com/office/drawing/2014/main" id="{9F539BE0-26BC-43BC-BF80-E5DC8383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agram-121">
            <a:extLst xmlns:a="http://schemas.openxmlformats.org/drawingml/2006/main">
              <a:ext uri="{FF2B5EF4-FFF2-40B4-BE49-F238E27FC236}">
                <a16:creationId xmlns:a16="http://schemas.microsoft.com/office/drawing/2014/main" id="{2719AD95-15F3-4A7B-9DE4-F9704855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10" name="diagram-122">
            <a:extLst xmlns:a="http://schemas.openxmlformats.org/drawingml/2006/main">
              <a:ext uri="{FF2B5EF4-FFF2-40B4-BE49-F238E27FC236}">
                <a16:creationId xmlns:a16="http://schemas.microsoft.com/office/drawing/2014/main" id="{87235AF6-7FFF-4BF6-8BC9-F60755BC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Chờ</a:t>
            </a:r>
          </a:p>
          <a:p xmlns:a="http://schemas.openxmlformats.org/drawingml/2006/main">
            <a: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11" name="diagram-123">
            <a:extLst xmlns:a="http://schemas.openxmlformats.org/drawingml/2006/main">
              <a:ext uri="{FF2B5EF4-FFF2-40B4-BE49-F238E27FC236}">
                <a16:creationId xmlns:a16="http://schemas.microsoft.com/office/drawing/2014/main" id="{8A5A698C-21F3-4DD0-9F2E-145CD40A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124">
            <a:extLst xmlns:a="http://schemas.openxmlformats.org/drawingml/2006/main">
              <a:ext uri="{FF2B5EF4-FFF2-40B4-BE49-F238E27FC236}">
                <a16:creationId xmlns:a16="http://schemas.microsoft.com/office/drawing/2014/main" id="{94696869-DF67-4B22-8DC9-90A7B7F3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AEEEA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13" name="diagram-125">
            <a:extLst xmlns:a="http://schemas.openxmlformats.org/drawingml/2006/main">
              <a:ext uri="{FF2B5EF4-FFF2-40B4-BE49-F238E27FC236}">
                <a16:creationId xmlns:a16="http://schemas.microsoft.com/office/drawing/2014/main" id="{49B1D9EB-B8D2-4AB6-86C2-0CFDA34D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Đủ</a:t>
            </a:r>
          </a:p>
          <a:p xmlns:a="http://schemas.openxmlformats.org/drawingml/2006/main">
            <a: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điều kiện</a:t>
            </a:r>
          </a:p>
        </p:txBody>
      </p:sp>
      <p:sp>
        <p:nvSpPr>
          <p:cNvPr id="14" name="diagram-126">
            <a:extLst xmlns:a="http://schemas.openxmlformats.org/drawingml/2006/main">
              <a:ext uri="{FF2B5EF4-FFF2-40B4-BE49-F238E27FC236}">
                <a16:creationId xmlns:a16="http://schemas.microsoft.com/office/drawing/2014/main" id="{F288DA0C-08D7-4C60-9F22-62982B5B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agram-127">
            <a:extLst xmlns:a="http://schemas.openxmlformats.org/drawingml/2006/main">
              <a:ext uri="{FF2B5EF4-FFF2-40B4-BE49-F238E27FC236}">
                <a16:creationId xmlns:a16="http://schemas.microsoft.com/office/drawing/2014/main" id="{DDE31624-C57C-4547-91EC-F25E8256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16" name="diagram-128">
            <a:extLst xmlns:a="http://schemas.openxmlformats.org/drawingml/2006/main">
              <a:ext uri="{FF2B5EF4-FFF2-40B4-BE49-F238E27FC236}">
                <a16:creationId xmlns:a16="http://schemas.microsoft.com/office/drawing/2014/main" id="{45CEBC47-71C0-47EF-B1C8-9DD9D72B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Có mặt</a:t>
            </a:r>
          </a:p>
          <a:p xmlns:a="http://schemas.openxmlformats.org/drawingml/2006/main">
            <a: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ngoài phòng</a:t>
            </a:r>
          </a:p>
        </p:txBody>
      </p:sp>
      <p:sp>
        <p:nvSpPr>
          <p:cNvPr id="17" name="diagram-129">
            <a:extLst xmlns:a="http://schemas.openxmlformats.org/drawingml/2006/main">
              <a:ext uri="{FF2B5EF4-FFF2-40B4-BE49-F238E27FC236}">
                <a16:creationId xmlns:a16="http://schemas.microsoft.com/office/drawing/2014/main" id="{CA619549-7D6C-4CB2-BDB8-B54A00F0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098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iagram-130">
            <a:extLst xmlns:a="http://schemas.openxmlformats.org/drawingml/2006/main">
              <a:ext uri="{FF2B5EF4-FFF2-40B4-BE49-F238E27FC236}">
                <a16:creationId xmlns:a16="http://schemas.microsoft.com/office/drawing/2014/main" id="{C7AB4358-F5E3-4BC9-A12B-2C63D72F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19" name="diagram-131">
            <a:extLst xmlns:a="http://schemas.openxmlformats.org/drawingml/2006/main">
              <a:ext uri="{FF2B5EF4-FFF2-40B4-BE49-F238E27FC236}">
                <a16:creationId xmlns:a16="http://schemas.microsoft.com/office/drawing/2014/main" id="{A364BD61-A586-4EBE-A1B9-FC8DC45B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431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Bác sĩ</a:t>
            </a:r>
          </a:p>
          <a:p xmlns:a="http://schemas.openxmlformats.org/drawingml/2006/main">
            <a:pPr algn="ctr">
              <a:defRPr sz="17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gọi</a:t>
            </a:r>
          </a:p>
        </p:txBody>
      </p:sp>
      <p:sp>
        <p:nvSpPr>
          <p:cNvPr id="20" name="diagram-132">
            <a:extLst xmlns:a="http://schemas.openxmlformats.org/drawingml/2006/main">
              <a:ext uri="{FF2B5EF4-FFF2-40B4-BE49-F238E27FC236}">
                <a16:creationId xmlns:a16="http://schemas.microsoft.com/office/drawing/2014/main" id="{4881F683-AB14-4FE9-8932-D6F5168C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Hai chế độ trả kết quả</a:t>
            </a:r>
          </a:p>
        </p:txBody>
      </p:sp>
      <p:sp>
        <p:nvSpPr>
          <p:cNvPr id="21" name="diagram-133">
            <a:extLst xmlns:a="http://schemas.openxmlformats.org/drawingml/2006/main">
              <a:ext uri="{FF2B5EF4-FFF2-40B4-BE49-F238E27FC236}">
                <a16:creationId xmlns:a16="http://schemas.microsoft.com/office/drawing/2014/main" id="{538EFFB1-8C03-417F-9ADB-14A69DDF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22" name="diagram-134">
            <a:extLst xmlns:a="http://schemas.openxmlformats.org/drawingml/2006/main">
              <a:ext uri="{FF2B5EF4-FFF2-40B4-BE49-F238E27FC236}">
                <a16:creationId xmlns:a16="http://schemas.microsoft.com/office/drawing/2014/main" id="{6098A06A-2247-4E26-A4E0-EDD9B876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Điện tử</a:t>
            </a:r>
          </a:p>
          <a:p xmlns:a="http://schemas.openxmlformats.org/drawingml/2006/main">
            <a:pPr algn="ctr">
              <a:defRPr sz="19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Đủ kết quả</a:t>
            </a:r>
          </a:p>
        </p:txBody>
      </p:sp>
      <p:sp>
        <p:nvSpPr>
          <p:cNvPr id="23" name="diagram-135">
            <a:extLst xmlns:a="http://schemas.openxmlformats.org/drawingml/2006/main">
              <a:ext uri="{FF2B5EF4-FFF2-40B4-BE49-F238E27FC236}">
                <a16:creationId xmlns:a16="http://schemas.microsoft.com/office/drawing/2014/main" id="{97026E9A-DDBB-4CE6-955B-F86925AE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24" name="diagram-136">
            <a:extLst xmlns:a="http://schemas.openxmlformats.org/drawingml/2006/main">
              <a:ext uri="{FF2B5EF4-FFF2-40B4-BE49-F238E27FC236}">
                <a16:creationId xmlns:a16="http://schemas.microsoft.com/office/drawing/2014/main" id="{26E62E4A-F2B4-4059-A12F-9A764428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Nhận giấy</a:t>
            </a:r>
          </a:p>
          <a:p xmlns:a="http://schemas.openxmlformats.org/drawingml/2006/main">
            <a:pPr algn="ctr">
              <a:defRPr sz="187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Đủ kết quả và giấy</a:t>
            </a:r>
          </a:p>
        </p:txBody>
      </p:sp>
      <p:sp>
        <p:nvSpPr>
          <p:cNvPr id="25" name="diagram-137">
            <a:extLst xmlns:a="http://schemas.openxmlformats.org/drawingml/2006/main">
              <a:ext uri="{FF2B5EF4-FFF2-40B4-BE49-F238E27FC236}">
                <a16:creationId xmlns:a16="http://schemas.microsoft.com/office/drawing/2014/main" id="{1D8CF5F2-7286-417D-9DAC-2822503F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71975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iagram-138">
            <a:extLst xmlns:a="http://schemas.openxmlformats.org/drawingml/2006/main">
              <a:ext uri="{FF2B5EF4-FFF2-40B4-BE49-F238E27FC236}">
                <a16:creationId xmlns:a16="http://schemas.microsoft.com/office/drawing/2014/main" id="{9EB25D68-553C-4671-9F0A-EF7EB20F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1952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AEEEA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27" name="diagram-139">
            <a:extLst xmlns:a="http://schemas.openxmlformats.org/drawingml/2006/main">
              <a:ext uri="{FF2B5EF4-FFF2-40B4-BE49-F238E27FC236}">
                <a16:creationId xmlns:a16="http://schemas.microsoft.com/office/drawing/2014/main" id="{964E316E-5FB0-46BE-B299-9018D726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481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Hướng dẫn</a:t>
            </a:r>
          </a:p>
          <a:p xmlns:a="http://schemas.openxmlformats.org/drawingml/2006/main">
            <a: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quay lại</a:t>
            </a:r>
          </a:p>
        </p:txBody>
      </p:sp>
      <p:sp>
        <p:nvSpPr>
          <p:cNvPr id="28" name="diagram-140">
            <a:extLst xmlns:a="http://schemas.openxmlformats.org/drawingml/2006/main">
              <a:ext uri="{FF2B5EF4-FFF2-40B4-BE49-F238E27FC236}">
                <a16:creationId xmlns:a16="http://schemas.microsoft.com/office/drawing/2014/main" id="{8D9FDE9B-23FF-46FA-85B5-BA46269C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719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iagram-141">
            <a:extLst xmlns:a="http://schemas.openxmlformats.org/drawingml/2006/main">
              <a:ext uri="{FF2B5EF4-FFF2-40B4-BE49-F238E27FC236}">
                <a16:creationId xmlns:a16="http://schemas.microsoft.com/office/drawing/2014/main" id="{8F477AD3-E32E-4145-8030-D0AD9A2A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0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30" name="diagram-142">
            <a:extLst xmlns:a="http://schemas.openxmlformats.org/drawingml/2006/main">
              <a:ext uri="{FF2B5EF4-FFF2-40B4-BE49-F238E27FC236}">
                <a16:creationId xmlns:a16="http://schemas.microsoft.com/office/drawing/2014/main" id="{AAC6CDB3-8CB8-4BD2-9055-C1E8073C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481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Chờ bác sĩ</a:t>
            </a:r>
          </a:p>
          <a:p xmlns:a="http://schemas.openxmlformats.org/drawingml/2006/main">
            <a: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chủ động gọi</a:t>
            </a:r>
          </a:p>
        </p:txBody>
      </p:sp>
      <p:sp>
        <p:nvSpPr>
          <p:cNvPr id="31" name="diagram-143">
            <a:extLst xmlns:a="http://schemas.openxmlformats.org/drawingml/2006/main">
              <a:ext uri="{FF2B5EF4-FFF2-40B4-BE49-F238E27FC236}">
                <a16:creationId xmlns:a16="http://schemas.microsoft.com/office/drawing/2014/main" id="{5787E494-DCA2-4395-A736-7149138A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Phòng dịch vụ xác nhận</a:t>
            </a:r>
          </a:p>
        </p:txBody>
      </p:sp>
      <p:sp>
        <p:nvSpPr>
          <p:cNvPr id="32" name="diagram-144">
            <a:extLst xmlns:a="http://schemas.openxmlformats.org/drawingml/2006/main">
              <a:ext uri="{FF2B5EF4-FFF2-40B4-BE49-F238E27FC236}">
                <a16:creationId xmlns:a16="http://schemas.microsoft.com/office/drawing/2014/main" id="{3174F283-D56B-48F7-AA26-64B681B5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Bệnh nhân nhận hướng dẫn</a:t>
            </a:r>
          </a:p>
        </p:txBody>
      </p:sp>
      <p:sp>
        <p:nvSpPr>
          <p:cNvPr id="33" name="diagram-145">
            <a:extLst xmlns:a="http://schemas.openxmlformats.org/drawingml/2006/main">
              <a:ext uri="{FF2B5EF4-FFF2-40B4-BE49-F238E27FC236}">
                <a16:creationId xmlns:a16="http://schemas.microsoft.com/office/drawing/2014/main" id="{51E3F702-E50C-4DD4-932F-C7156DE3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292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Bác sĩ cập nhật nền</a:t>
            </a:r>
          </a:p>
        </p:txBody>
      </p:sp>
      <p:sp>
        <p:nvSpPr>
          <p:cNvPr id="34" name="diagram-146">
            <a:extLst xmlns:a="http://schemas.openxmlformats.org/drawingml/2006/main">
              <a:ext uri="{FF2B5EF4-FFF2-40B4-BE49-F238E27FC236}">
                <a16:creationId xmlns:a16="http://schemas.microsoft.com/office/drawing/2014/main" id="{B5730B71-2068-4316-B9C5-0FA2A7D3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Mô phỏng. AI thật chưa kết nối thành công; chưa có kết quả thử người dùng.</a:t>
            </a:r>
          </a:p>
        </p:txBody>
      </p:sp>
      <p:sp>
        <p:nvSpPr>
          <p:cNvPr id="35" name="diagram-147">
            <a:extLst xmlns:a="http://schemas.openxmlformats.org/drawingml/2006/main">
              <a:ext uri="{FF2B5EF4-FFF2-40B4-BE49-F238E27FC236}">
                <a16:creationId xmlns:a16="http://schemas.microsoft.com/office/drawing/2014/main" id="{040A3016-C316-4C07-9571-D09189F5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4660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diagram-148">
            <a:extLst xmlns:a="http://schemas.openxmlformats.org/drawingml/2006/main">
              <a:ext uri="{FF2B5EF4-FFF2-40B4-BE49-F238E27FC236}">
                <a16:creationId xmlns:a16="http://schemas.microsoft.com/office/drawing/2014/main" id="{783AB9B4-D6F0-4875-97BC-525D9CFE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Thử với 2–3 người</a:t>
            </a:r>
          </a:p>
        </p:txBody>
      </p:sp>
      <p:sp>
        <p:nvSpPr>
          <p:cNvPr id="2" name="diagram-149">
            <a:extLst xmlns:a="http://schemas.openxmlformats.org/drawingml/2006/main">
              <a:ext uri="{FF2B5EF4-FFF2-40B4-BE49-F238E27FC236}">
                <a16:creationId xmlns:a16="http://schemas.microsoft.com/office/drawing/2014/main" id="{F378EE42-91AD-4DA4-9FB7-88A44EF1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Chờ thực hiện thử người dùng</a:t>
            </a:r>
          </a:p>
        </p:txBody>
      </p:sp>
      <p:sp>
        <p:nvSpPr>
          <p:cNvPr id="3" name="diagram-150">
            <a:extLst xmlns:a="http://schemas.openxmlformats.org/drawingml/2006/main">
              <a:ext uri="{FF2B5EF4-FFF2-40B4-BE49-F238E27FC236}">
                <a16:creationId xmlns:a16="http://schemas.microsoft.com/office/drawing/2014/main" id="{0D2E766E-90AA-44C6-A666-A25A57A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-151">
            <a:extLst xmlns:a="http://schemas.openxmlformats.org/drawingml/2006/main">
              <a:ext uri="{FF2B5EF4-FFF2-40B4-BE49-F238E27FC236}">
                <a16:creationId xmlns:a16="http://schemas.microsoft.com/office/drawing/2014/main" id="{F9D61F67-854F-40C6-A2F1-2A2EE5A4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diagram-152">
            <a:extLst xmlns:a="http://schemas.openxmlformats.org/drawingml/2006/main">
              <a:ext uri="{FF2B5EF4-FFF2-40B4-BE49-F238E27FC236}">
                <a16:creationId xmlns:a16="http://schemas.microsoft.com/office/drawing/2014/main" id="{6B2B5827-E71C-4D39-9893-455E2243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Giao nhiệm vụ</a:t>
            </a:r>
          </a:p>
        </p:txBody>
      </p:sp>
      <p:sp>
        <p:nvSpPr>
          <p:cNvPr id="6" name="diagram-153">
            <a:extLst xmlns:a="http://schemas.openxmlformats.org/drawingml/2006/main">
              <a:ext uri="{FF2B5EF4-FFF2-40B4-BE49-F238E27FC236}">
                <a16:creationId xmlns:a16="http://schemas.microsoft.com/office/drawing/2014/main" id="{66A2CF98-57D9-4B6E-B827-FD355EEB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19425"/>
            <a:ext cx="1524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agram-154">
            <a:extLst xmlns:a="http://schemas.openxmlformats.org/drawingml/2006/main">
              <a:ext uri="{FF2B5EF4-FFF2-40B4-BE49-F238E27FC236}">
                <a16:creationId xmlns:a16="http://schemas.microsoft.com/office/drawing/2014/main" id="{68A034C3-D5DD-4B6C-9888-DEE9ACB5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agram-155">
            <a:extLst xmlns:a="http://schemas.openxmlformats.org/drawingml/2006/main">
              <a:ext uri="{FF2B5EF4-FFF2-40B4-BE49-F238E27FC236}">
                <a16:creationId xmlns:a16="http://schemas.microsoft.com/office/drawing/2014/main" id="{235B19EC-BED0-4DB2-9584-E90E130E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diagram-156">
            <a:extLst xmlns:a="http://schemas.openxmlformats.org/drawingml/2006/main">
              <a:ext uri="{FF2B5EF4-FFF2-40B4-BE49-F238E27FC236}">
                <a16:creationId xmlns:a16="http://schemas.microsoft.com/office/drawing/2014/main" id="{E9B51D5A-0909-44E4-BAA9-337A53F6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57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Quan sát</a:t>
            </a:r>
          </a:p>
        </p:txBody>
      </p:sp>
      <p:sp>
        <p:nvSpPr>
          <p:cNvPr id="10" name="diagram-157">
            <a:extLst xmlns:a="http://schemas.openxmlformats.org/drawingml/2006/main">
              <a:ext uri="{FF2B5EF4-FFF2-40B4-BE49-F238E27FC236}">
                <a16:creationId xmlns:a16="http://schemas.microsoft.com/office/drawing/2014/main" id="{1F0A41DD-9AEA-4EB8-B93B-7D02242B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19425"/>
            <a:ext cx="1524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agram-158">
            <a:extLst xmlns:a="http://schemas.openxmlformats.org/drawingml/2006/main">
              <a:ext uri="{FF2B5EF4-FFF2-40B4-BE49-F238E27FC236}">
                <a16:creationId xmlns:a16="http://schemas.microsoft.com/office/drawing/2014/main" id="{C88239C1-C1A8-48C1-A58B-9DC06342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159">
            <a:extLst xmlns:a="http://schemas.openxmlformats.org/drawingml/2006/main">
              <a:ext uri="{FF2B5EF4-FFF2-40B4-BE49-F238E27FC236}">
                <a16:creationId xmlns:a16="http://schemas.microsoft.com/office/drawing/2014/main" id="{4E64FBE9-C0BC-4832-9FA1-69BE55F1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diagram-160">
            <a:extLst xmlns:a="http://schemas.openxmlformats.org/drawingml/2006/main">
              <a:ext uri="{FF2B5EF4-FFF2-40B4-BE49-F238E27FC236}">
                <a16:creationId xmlns:a16="http://schemas.microsoft.com/office/drawing/2014/main" id="{61321013-FADD-410A-B61B-A6AD9DBD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Ghi log</a:t>
            </a:r>
          </a:p>
        </p:txBody>
      </p:sp>
      <p:sp>
        <p:nvSpPr>
          <p:cNvPr id="14" name="diagram-161">
            <a:extLst xmlns:a="http://schemas.openxmlformats.org/drawingml/2006/main">
              <a:ext uri="{FF2B5EF4-FFF2-40B4-BE49-F238E27FC236}">
                <a16:creationId xmlns:a16="http://schemas.microsoft.com/office/drawing/2014/main" id="{212C515E-D049-4AEF-8AF7-FBE51EC5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KẾ HOẠCH THỬ</a:t>
            </a:r>
          </a:p>
        </p:txBody>
      </p:sp>
      <p:sp>
        <p:nvSpPr>
          <p:cNvPr id="15" name="diagram-162">
            <a:extLst xmlns:a="http://schemas.openxmlformats.org/drawingml/2006/main">
              <a:ext uri="{FF2B5EF4-FFF2-40B4-BE49-F238E27FC236}">
                <a16:creationId xmlns:a16="http://schemas.microsoft.com/office/drawing/2014/main" id="{2B51389C-FAF0-4C25-963F-9FD2D62C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Trang chờ bằng chứng; sơ đồ thể hiện cách thử dự kiến.</a:t>
            </a:r>
          </a:p>
        </p:txBody>
      </p:sp>
      <p:sp>
        <p:nvSpPr>
          <p:cNvPr id="16" name="diagram-163">
            <a:extLst xmlns:a="http://schemas.openxmlformats.org/drawingml/2006/main">
              <a:ext uri="{FF2B5EF4-FFF2-40B4-BE49-F238E27FC236}">
                <a16:creationId xmlns:a16="http://schemas.microsoft.com/office/drawing/2014/main" id="{89BC5831-9C86-43AA-90F1-9B67D4C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16146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iagram-164">
            <a:extLst xmlns:a="http://schemas.openxmlformats.org/drawingml/2006/main">
              <a:ext uri="{FF2B5EF4-FFF2-40B4-BE49-F238E27FC236}">
                <a16:creationId xmlns:a16="http://schemas.microsoft.com/office/drawing/2014/main" id="{B2EEB7C0-8E0A-4378-B69B-0E919E00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Sửa đổi sau thử</a:t>
            </a:r>
          </a:p>
        </p:txBody>
      </p:sp>
      <p:sp>
        <p:nvSpPr>
          <p:cNvPr id="2" name="diagram-165">
            <a:extLst xmlns:a="http://schemas.openxmlformats.org/drawingml/2006/main">
              <a:ext uri="{FF2B5EF4-FFF2-40B4-BE49-F238E27FC236}">
                <a16:creationId xmlns:a16="http://schemas.microsoft.com/office/drawing/2014/main" id="{FE5ED2C6-47E5-486E-801A-ABD04436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Chờ quan sát thực tế để chọn thay đổi và kiểm tra lại</a:t>
            </a:r>
          </a:p>
        </p:txBody>
      </p:sp>
      <p:sp>
        <p:nvSpPr>
          <p:cNvPr id="3" name="diagram-166">
            <a:extLst xmlns:a="http://schemas.openxmlformats.org/drawingml/2006/main">
              <a:ext uri="{FF2B5EF4-FFF2-40B4-BE49-F238E27FC236}">
                <a16:creationId xmlns:a16="http://schemas.microsoft.com/office/drawing/2014/main" id="{DEF1BE3F-0781-4636-B0B1-12DE2DA8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66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9050">
            <a:solidFill>
              <a:srgbClr val="526773"/>
            </a:solidFill>
            <a:prstDash val="solid"/>
          </a:ln>
        </p:spPr>
      </p:sp>
      <p:sp>
        <p:nvSpPr>
          <p:cNvPr id="4" name="diagram-167">
            <a:extLst xmlns:a="http://schemas.openxmlformats.org/drawingml/2006/main">
              <a:ext uri="{FF2B5EF4-FFF2-40B4-BE49-F238E27FC236}">
                <a16:creationId xmlns:a16="http://schemas.microsoft.com/office/drawing/2014/main" id="{A7028894-8DD4-4493-B64F-672A919B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Vấn đề quan sát</a:t>
            </a:r>
          </a:p>
        </p:txBody>
      </p:sp>
      <p:sp>
        <p:nvSpPr>
          <p:cNvPr id="5" name="diagram-168">
            <a:extLst xmlns:a="http://schemas.openxmlformats.org/drawingml/2006/main">
              <a:ext uri="{FF2B5EF4-FFF2-40B4-BE49-F238E27FC236}">
                <a16:creationId xmlns:a16="http://schemas.microsoft.com/office/drawing/2014/main" id="{179DAA96-94DA-42D8-9749-2063A3AB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714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agram-169">
            <a:extLst xmlns:a="http://schemas.openxmlformats.org/drawingml/2006/main">
              <a:ext uri="{FF2B5EF4-FFF2-40B4-BE49-F238E27FC236}">
                <a16:creationId xmlns:a16="http://schemas.microsoft.com/office/drawing/2014/main" id="{9608AA26-7403-43D1-8E92-8021DF9B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9050">
            <a:solidFill>
              <a:srgbClr val="526773"/>
            </a:solidFill>
            <a:prstDash val="solid"/>
          </a:ln>
        </p:spPr>
      </p:sp>
      <p:sp>
        <p:nvSpPr>
          <p:cNvPr id="7" name="diagram-170">
            <a:extLst xmlns:a="http://schemas.openxmlformats.org/drawingml/2006/main">
              <a:ext uri="{FF2B5EF4-FFF2-40B4-BE49-F238E27FC236}">
                <a16:creationId xmlns:a16="http://schemas.microsoft.com/office/drawing/2014/main" id="{DB3D1B60-1428-48C5-9F40-83BBF21F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051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Thay đổi thiết kế</a:t>
            </a:r>
          </a:p>
        </p:txBody>
      </p:sp>
      <p:sp>
        <p:nvSpPr>
          <p:cNvPr id="8" name="diagram-171">
            <a:extLst xmlns:a="http://schemas.openxmlformats.org/drawingml/2006/main">
              <a:ext uri="{FF2B5EF4-FFF2-40B4-BE49-F238E27FC236}">
                <a16:creationId xmlns:a16="http://schemas.microsoft.com/office/drawing/2014/main" id="{87140E58-44CE-4E56-8789-99C210AD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714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agram-172">
            <a:extLst xmlns:a="http://schemas.openxmlformats.org/drawingml/2006/main">
              <a:ext uri="{FF2B5EF4-FFF2-40B4-BE49-F238E27FC236}">
                <a16:creationId xmlns:a16="http://schemas.microsoft.com/office/drawing/2014/main" id="{9DADA544-F707-40BF-BAB2-092265A4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66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9050">
            <a:solidFill>
              <a:srgbClr val="526773"/>
            </a:solidFill>
            <a:prstDash val="solid"/>
          </a:ln>
        </p:spPr>
      </p:sp>
      <p:sp>
        <p:nvSpPr>
          <p:cNvPr id="10" name="diagram-173">
            <a:extLst xmlns:a="http://schemas.openxmlformats.org/drawingml/2006/main">
              <a:ext uri="{FF2B5EF4-FFF2-40B4-BE49-F238E27FC236}">
                <a16:creationId xmlns:a16="http://schemas.microsoft.com/office/drawing/2014/main" id="{C2E9E937-F75E-41EC-AEA0-DC1947B1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Kiểm tra lại</a:t>
            </a:r>
          </a:p>
        </p:txBody>
      </p:sp>
      <p:sp>
        <p:nvSpPr>
          <p:cNvPr id="11" name="diagram-174">
            <a:extLst xmlns:a="http://schemas.openxmlformats.org/drawingml/2006/main">
              <a:ext uri="{FF2B5EF4-FFF2-40B4-BE49-F238E27FC236}">
                <a16:creationId xmlns:a16="http://schemas.microsoft.com/office/drawing/2014/main" id="{FDBE2BB4-E734-4325-9868-71B667BC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175">
            <a:extLst xmlns:a="http://schemas.openxmlformats.org/drawingml/2006/main">
              <a:ext uri="{FF2B5EF4-FFF2-40B4-BE49-F238E27FC236}">
                <a16:creationId xmlns:a16="http://schemas.microsoft.com/office/drawing/2014/main" id="{B0505D93-6FCC-4A59-AB8C-C4312761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773"/>
                </a:solidFill>
                <a:latin typeface="Arial"/>
                <a:ea typeface="Arial"/>
                <a:cs typeface="Arial"/>
              </a:rPr>
              <a:t>Chưa có dữ liệu trước/sau để báo cáo</a:t>
            </a:r>
          </a:p>
        </p:txBody>
      </p:sp>
      <p:sp>
        <p:nvSpPr>
          <p:cNvPr id="13" name="diagram-176">
            <a:extLst xmlns:a="http://schemas.openxmlformats.org/drawingml/2006/main">
              <a:ext uri="{FF2B5EF4-FFF2-40B4-BE49-F238E27FC236}">
                <a16:creationId xmlns:a16="http://schemas.microsoft.com/office/drawing/2014/main" id="{3031B27F-D0A9-4E73-A3C7-7ECA6515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Hoàn thiện sau vòng thử; chưa kết luận hiệu quả.</a:t>
            </a:r>
          </a:p>
        </p:txBody>
      </p:sp>
      <p:sp>
        <p:nvSpPr>
          <p:cNvPr id="14" name="diagram-177">
            <a:extLst xmlns:a="http://schemas.openxmlformats.org/drawingml/2006/main">
              <a:ext uri="{FF2B5EF4-FFF2-40B4-BE49-F238E27FC236}">
                <a16:creationId xmlns:a16="http://schemas.microsoft.com/office/drawing/2014/main" id="{AD99E33D-BCD2-4B8E-BDA9-3F2BBE67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1515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iagram-178">
            <a:extLst xmlns:a="http://schemas.openxmlformats.org/drawingml/2006/main">
              <a:ext uri="{FF2B5EF4-FFF2-40B4-BE49-F238E27FC236}">
                <a16:creationId xmlns:a16="http://schemas.microsoft.com/office/drawing/2014/main" id="{6B1B6A7C-3703-4407-8E50-58F7DF59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Rủi ro và các lớp bảo vệ</a:t>
            </a:r>
          </a:p>
        </p:txBody>
      </p:sp>
      <p:sp>
        <p:nvSpPr>
          <p:cNvPr id="2" name="diagram-179">
            <a:extLst xmlns:a="http://schemas.openxmlformats.org/drawingml/2006/main">
              <a:ext uri="{FF2B5EF4-FFF2-40B4-BE49-F238E27FC236}">
                <a16:creationId xmlns:a16="http://schemas.microsoft.com/office/drawing/2014/main" id="{E339D41C-5018-491A-B69A-5CC3D99C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Giới hạn AI, giữ dữ liệu riêng và luôn có đường tới con người</a:t>
            </a:r>
          </a:p>
        </p:txBody>
      </p:sp>
      <p:sp>
        <p:nvSpPr>
          <p:cNvPr id="3" name="diagram-180">
            <a:extLst xmlns:a="http://schemas.openxmlformats.org/drawingml/2006/main">
              <a:ext uri="{FF2B5EF4-FFF2-40B4-BE49-F238E27FC236}">
                <a16:creationId xmlns:a16="http://schemas.microsoft.com/office/drawing/2014/main" id="{585160E9-0DB3-4641-AEFE-68F8B413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4" name="diagram-181">
            <a:extLst xmlns:a="http://schemas.openxmlformats.org/drawingml/2006/main">
              <a:ext uri="{FF2B5EF4-FFF2-40B4-BE49-F238E27FC236}">
                <a16:creationId xmlns:a16="http://schemas.microsoft.com/office/drawing/2014/main" id="{1B9DC065-2A52-46CF-84E2-853E3D2C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Dữ kiện xác nhận</a:t>
            </a:r>
          </a:p>
        </p:txBody>
      </p:sp>
      <p:sp>
        <p:nvSpPr>
          <p:cNvPr id="5" name="diagram-182">
            <a:extLst xmlns:a="http://schemas.openxmlformats.org/drawingml/2006/main">
              <a:ext uri="{FF2B5EF4-FFF2-40B4-BE49-F238E27FC236}">
                <a16:creationId xmlns:a16="http://schemas.microsoft.com/office/drawing/2014/main" id="{6ABBA7A8-BE5E-4D92-90A9-CD186629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90800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agram-183">
            <a:extLst xmlns:a="http://schemas.openxmlformats.org/drawingml/2006/main">
              <a:ext uri="{FF2B5EF4-FFF2-40B4-BE49-F238E27FC236}">
                <a16:creationId xmlns:a16="http://schemas.microsoft.com/office/drawing/2014/main" id="{AA60F7A1-9DE7-4BDB-9B77-F1C02262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AEEEA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7" name="diagram-184">
            <a:extLst xmlns:a="http://schemas.openxmlformats.org/drawingml/2006/main">
              <a:ext uri="{FF2B5EF4-FFF2-40B4-BE49-F238E27FC236}">
                <a16:creationId xmlns:a16="http://schemas.microsoft.com/office/drawing/2014/main" id="{F92FF525-993C-4BDD-A4AD-8BBC2469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Kiểm tra quy tắc</a:t>
            </a:r>
          </a:p>
        </p:txBody>
      </p:sp>
      <p:sp>
        <p:nvSpPr>
          <p:cNvPr id="8" name="diagram-185">
            <a:extLst xmlns:a="http://schemas.openxmlformats.org/drawingml/2006/main">
              <a:ext uri="{FF2B5EF4-FFF2-40B4-BE49-F238E27FC236}">
                <a16:creationId xmlns:a16="http://schemas.microsoft.com/office/drawing/2014/main" id="{935221B4-BAD8-405D-8619-CABC7FB1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90800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agram-186">
            <a:extLst xmlns:a="http://schemas.openxmlformats.org/drawingml/2006/main">
              <a:ext uri="{FF2B5EF4-FFF2-40B4-BE49-F238E27FC236}">
                <a16:creationId xmlns:a16="http://schemas.microsoft.com/office/drawing/2014/main" id="{B6AE3689-EF13-4517-8446-674059B7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7F82"/>
            </a:solidFill>
            <a:prstDash val="solid"/>
          </a:ln>
        </p:spPr>
      </p:sp>
      <p:sp>
        <p:nvSpPr>
          <p:cNvPr id="10" name="diagram-187">
            <a:extLst xmlns:a="http://schemas.openxmlformats.org/drawingml/2006/main">
              <a:ext uri="{FF2B5EF4-FFF2-40B4-BE49-F238E27FC236}">
                <a16:creationId xmlns:a16="http://schemas.microsoft.com/office/drawing/2014/main" id="{FD7C2D2D-D5B3-4D2D-A4AF-F59C1DBB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Hướng dẫn hành chính</a:t>
            </a:r>
          </a:p>
        </p:txBody>
      </p:sp>
      <p:sp>
        <p:nvSpPr>
          <p:cNvPr id="11" name="diagram-188">
            <a:extLst xmlns:a="http://schemas.openxmlformats.org/drawingml/2006/main">
              <a:ext uri="{FF2B5EF4-FFF2-40B4-BE49-F238E27FC236}">
                <a16:creationId xmlns:a16="http://schemas.microsoft.com/office/drawing/2014/main" id="{E6B79D24-FD48-4B54-8D3E-4540C72B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33750"/>
            <a:ext cx="209550" cy="4476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64D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189">
            <a:extLst xmlns:a="http://schemas.openxmlformats.org/drawingml/2006/main">
              <a:ext uri="{FF2B5EF4-FFF2-40B4-BE49-F238E27FC236}">
                <a16:creationId xmlns:a16="http://schemas.microsoft.com/office/drawing/2014/main" id="{AB0B4968-9875-4A99-9E81-880A9400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81450"/>
            <a:ext cx="4572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9050">
            <a:solidFill>
              <a:srgbClr val="D64D53"/>
            </a:solidFill>
            <a:prstDash val="solid"/>
          </a:ln>
        </p:spPr>
      </p:sp>
      <p:sp>
        <p:nvSpPr>
          <p:cNvPr id="13" name="diagram-190">
            <a:extLst xmlns:a="http://schemas.openxmlformats.org/drawingml/2006/main">
              <a:ext uri="{FF2B5EF4-FFF2-40B4-BE49-F238E27FC236}">
                <a16:creationId xmlns:a16="http://schemas.microsoft.com/office/drawing/2014/main" id="{80964F65-2A3D-4907-A01A-3B531E3D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2907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D64D5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4D53"/>
                </a:solidFill>
                <a:latin typeface="Arial"/>
                <a:ea typeface="Arial"/>
                <a:cs typeface="Arial"/>
              </a:rPr>
              <a:t>Thiếu dữ liệu hoặc app lỗi</a:t>
            </a:r>
          </a:p>
        </p:txBody>
      </p:sp>
      <p:sp>
        <p:nvSpPr>
          <p:cNvPr id="14" name="diagram-191">
            <a:extLst xmlns:a="http://schemas.openxmlformats.org/drawingml/2006/main">
              <a:ext uri="{FF2B5EF4-FFF2-40B4-BE49-F238E27FC236}">
                <a16:creationId xmlns:a16="http://schemas.microsoft.com/office/drawing/2014/main" id="{6AF9A553-69B9-4487-937F-9C99B682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10125"/>
            <a:ext cx="20955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64D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agram-192">
            <a:extLst xmlns:a="http://schemas.openxmlformats.org/drawingml/2006/main">
              <a:ext uri="{FF2B5EF4-FFF2-40B4-BE49-F238E27FC236}">
                <a16:creationId xmlns:a16="http://schemas.microsoft.com/office/drawing/2014/main" id="{47DAB8A7-41E0-4361-AF93-83B13595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959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Giấy hướng dẫn và nhân viên hỗ trợ</a:t>
            </a:r>
          </a:p>
        </p:txBody>
      </p:sp>
      <p:sp>
        <p:nvSpPr>
          <p:cNvPr id="16" name="diagram-193">
            <a:extLst xmlns:a="http://schemas.openxmlformats.org/drawingml/2006/main">
              <a:ext uri="{FF2B5EF4-FFF2-40B4-BE49-F238E27FC236}">
                <a16:creationId xmlns:a16="http://schemas.microsoft.com/office/drawing/2014/main" id="{0E13932D-A637-4E85-ABD0-E4677750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Ẩn danh dữ liệu</a:t>
            </a:r>
          </a:p>
        </p:txBody>
      </p:sp>
      <p:sp>
        <p:nvSpPr>
          <p:cNvPr id="17" name="diagram-194">
            <a:extLst xmlns:a="http://schemas.openxmlformats.org/drawingml/2006/main">
              <a:ext uri="{FF2B5EF4-FFF2-40B4-BE49-F238E27FC236}">
                <a16:creationId xmlns:a16="http://schemas.microsoft.com/office/drawing/2014/main" id="{6C73342A-2268-4C85-B314-0CC068EA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Khóa ở server</a:t>
            </a:r>
          </a:p>
        </p:txBody>
      </p:sp>
      <p:sp>
        <p:nvSpPr>
          <p:cNvPr id="18" name="diagram-195">
            <a:extLst xmlns:a="http://schemas.openxmlformats.org/drawingml/2006/main">
              <a:ext uri="{FF2B5EF4-FFF2-40B4-BE49-F238E27FC236}">
                <a16:creationId xmlns:a16="http://schemas.microsoft.com/office/drawing/2014/main" id="{6C0970C3-0C94-4478-AD83-83104B83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Không tư vấn y khoa</a:t>
            </a:r>
          </a:p>
        </p:txBody>
      </p:sp>
      <p:sp>
        <p:nvSpPr>
          <p:cNvPr id="19" name="diagram-196">
            <a:extLst xmlns:a="http://schemas.openxmlformats.org/drawingml/2006/main">
              <a:ext uri="{FF2B5EF4-FFF2-40B4-BE49-F238E27FC236}">
                <a16:creationId xmlns:a16="http://schemas.microsoft.com/office/drawing/2014/main" id="{A8AB2636-C0EE-4951-9B63-94DEBCAF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81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Chặn tự đổi trạng thái</a:t>
            </a:r>
          </a:p>
        </p:txBody>
      </p:sp>
      <p:sp>
        <p:nvSpPr>
          <p:cNvPr id="20" name="diagram-197">
            <a:extLst xmlns:a="http://schemas.openxmlformats.org/drawingml/2006/main">
              <a:ext uri="{FF2B5EF4-FFF2-40B4-BE49-F238E27FC236}">
                <a16:creationId xmlns:a16="http://schemas.microsoft.com/office/drawing/2014/main" id="{1A71DBA9-99A4-4B83-A425-9E4BE3E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Luồng hỗ trợ khẩn cấp trực tiếp còn cần hoàn thiện và kiểm chứng.</a:t>
            </a:r>
          </a:p>
        </p:txBody>
      </p:sp>
      <p:sp>
        <p:nvSpPr>
          <p:cNvPr id="21" name="diagram-198">
            <a:extLst xmlns:a="http://schemas.openxmlformats.org/drawingml/2006/main">
              <a:ext uri="{FF2B5EF4-FFF2-40B4-BE49-F238E27FC236}">
                <a16:creationId xmlns:a16="http://schemas.microsoft.com/office/drawing/2014/main" id="{B6B00E3C-6D8F-43A3-90D4-30AD78EB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807163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diagram-199">
            <a:extLst xmlns:a="http://schemas.openxmlformats.org/drawingml/2006/main">
              <a:ext uri="{FF2B5EF4-FFF2-40B4-BE49-F238E27FC236}">
                <a16:creationId xmlns:a16="http://schemas.microsoft.com/office/drawing/2014/main" id="{F34E8EB7-6F25-4A41-9D28-1B637212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Kế hoạch coach nhóm K4</a:t>
            </a:r>
          </a:p>
        </p:txBody>
      </p:sp>
      <p:sp>
        <p:nvSpPr>
          <p:cNvPr id="2" name="diagram-200">
            <a:extLst xmlns:a="http://schemas.openxmlformats.org/drawingml/2006/main">
              <a:ext uri="{FF2B5EF4-FFF2-40B4-BE49-F238E27FC236}">
                <a16:creationId xmlns:a16="http://schemas.microsoft.com/office/drawing/2014/main" id="{309DCC48-85EC-4D32-BC18-66419586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Theo dõi bằng sản phẩm, gỡ kẹt bằng bằng chứng</a:t>
            </a:r>
          </a:p>
        </p:txBody>
      </p:sp>
      <p:sp>
        <p:nvSpPr>
          <p:cNvPr id="3" name="diagram-201">
            <a:extLst xmlns:a="http://schemas.openxmlformats.org/drawingml/2006/main">
              <a:ext uri="{FF2B5EF4-FFF2-40B4-BE49-F238E27FC236}">
                <a16:creationId xmlns:a16="http://schemas.microsoft.com/office/drawing/2014/main" id="{D31F8B9D-FEFA-42FE-8FBD-6FEF86BA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62250"/>
            <a:ext cx="9763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-202">
            <a:extLst xmlns:a="http://schemas.openxmlformats.org/drawingml/2006/main">
              <a:ext uri="{FF2B5EF4-FFF2-40B4-BE49-F238E27FC236}">
                <a16:creationId xmlns:a16="http://schemas.microsoft.com/office/drawing/2014/main" id="{13F9A1A6-1A91-49C7-8653-15E7D943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iagram-203">
            <a:extLst xmlns:a="http://schemas.openxmlformats.org/drawingml/2006/main">
              <a:ext uri="{FF2B5EF4-FFF2-40B4-BE49-F238E27FC236}">
                <a16:creationId xmlns:a16="http://schemas.microsoft.com/office/drawing/2014/main" id="{10632A5D-D92A-49CA-AB2D-9272C51C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diagram-204">
            <a:extLst xmlns:a="http://schemas.openxmlformats.org/drawingml/2006/main">
              <a:ext uri="{FF2B5EF4-FFF2-40B4-BE49-F238E27FC236}">
                <a16:creationId xmlns:a16="http://schemas.microsoft.com/office/drawing/2014/main" id="{7D6D9AC6-2187-4654-A9B9-9B9FC663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Ngày 1</a:t>
            </a:r>
          </a:p>
        </p:txBody>
      </p:sp>
      <p:sp>
        <p:nvSpPr>
          <p:cNvPr id="7" name="diagram-205">
            <a:extLst xmlns:a="http://schemas.openxmlformats.org/drawingml/2006/main">
              <a:ext uri="{FF2B5EF4-FFF2-40B4-BE49-F238E27FC236}">
                <a16:creationId xmlns:a16="http://schemas.microsoft.com/office/drawing/2014/main" id="{39254BD1-B9FC-4218-94C3-C2BA432B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Chọn phạm vi</a:t>
            </a:r>
          </a:p>
        </p:txBody>
      </p:sp>
      <p:sp>
        <p:nvSpPr>
          <p:cNvPr id="8" name="diagram-206">
            <a:extLst xmlns:a="http://schemas.openxmlformats.org/drawingml/2006/main">
              <a:ext uri="{FF2B5EF4-FFF2-40B4-BE49-F238E27FC236}">
                <a16:creationId xmlns:a16="http://schemas.microsoft.com/office/drawing/2014/main" id="{A2F390CA-2C0D-4815-9A48-BE283CDB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agram-207">
            <a:extLst xmlns:a="http://schemas.openxmlformats.org/drawingml/2006/main">
              <a:ext uri="{FF2B5EF4-FFF2-40B4-BE49-F238E27FC236}">
                <a16:creationId xmlns:a16="http://schemas.microsoft.com/office/drawing/2014/main" id="{76C7F509-A7AF-465F-8D96-2CBC2825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diagram-208">
            <a:extLst xmlns:a="http://schemas.openxmlformats.org/drawingml/2006/main">
              <a:ext uri="{FF2B5EF4-FFF2-40B4-BE49-F238E27FC236}">
                <a16:creationId xmlns:a16="http://schemas.microsoft.com/office/drawing/2014/main" id="{B0454F11-CB98-4D29-A26B-890F8F0E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Ngày 2–3</a:t>
            </a:r>
          </a:p>
        </p:txBody>
      </p:sp>
      <p:sp>
        <p:nvSpPr>
          <p:cNvPr id="11" name="diagram-209">
            <a:extLst xmlns:a="http://schemas.openxmlformats.org/drawingml/2006/main">
              <a:ext uri="{FF2B5EF4-FFF2-40B4-BE49-F238E27FC236}">
                <a16:creationId xmlns:a16="http://schemas.microsoft.com/office/drawing/2014/main" id="{7F6F1FA0-4CF5-46DE-BCAA-4BB7D6BD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Nghiên cứu</a:t>
            </a:r>
          </a:p>
        </p:txBody>
      </p:sp>
      <p:sp>
        <p:nvSpPr>
          <p:cNvPr id="12" name="diagram-210">
            <a:extLst xmlns:a="http://schemas.openxmlformats.org/drawingml/2006/main">
              <a:ext uri="{FF2B5EF4-FFF2-40B4-BE49-F238E27FC236}">
                <a16:creationId xmlns:a16="http://schemas.microsoft.com/office/drawing/2014/main" id="{E51AFC7D-E15A-46A1-B498-6C5F4D96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iagram-211">
            <a:extLst xmlns:a="http://schemas.openxmlformats.org/drawingml/2006/main">
              <a:ext uri="{FF2B5EF4-FFF2-40B4-BE49-F238E27FC236}">
                <a16:creationId xmlns:a16="http://schemas.microsoft.com/office/drawing/2014/main" id="{8A18C8C9-82FA-444E-AE0A-BF705525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diagram-212">
            <a:extLst xmlns:a="http://schemas.openxmlformats.org/drawingml/2006/main">
              <a:ext uri="{FF2B5EF4-FFF2-40B4-BE49-F238E27FC236}">
                <a16:creationId xmlns:a16="http://schemas.microsoft.com/office/drawing/2014/main" id="{FC3B2F44-C96F-4538-AC88-F8AFC2F9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Ngày 4</a:t>
            </a:r>
          </a:p>
        </p:txBody>
      </p:sp>
      <p:sp>
        <p:nvSpPr>
          <p:cNvPr id="15" name="diagram-213">
            <a:extLst xmlns:a="http://schemas.openxmlformats.org/drawingml/2006/main">
              <a:ext uri="{FF2B5EF4-FFF2-40B4-BE49-F238E27FC236}">
                <a16:creationId xmlns:a16="http://schemas.microsoft.com/office/drawing/2014/main" id="{5512FB84-322F-407E-9303-62D3D270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Need và</a:t>
            </a:r>
          </a:p>
          <a:p xmlns:a="http://schemas.openxmlformats.org/drawingml/2006/main">
            <a: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tham khảo</a:t>
            </a:r>
          </a:p>
        </p:txBody>
      </p:sp>
      <p:sp>
        <p:nvSpPr>
          <p:cNvPr id="16" name="diagram-214">
            <a:extLst xmlns:a="http://schemas.openxmlformats.org/drawingml/2006/main">
              <a:ext uri="{FF2B5EF4-FFF2-40B4-BE49-F238E27FC236}">
                <a16:creationId xmlns:a16="http://schemas.microsoft.com/office/drawing/2014/main" id="{F543FF12-CBD9-4345-A810-EBB2D2F8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iagram-215">
            <a:extLst xmlns:a="http://schemas.openxmlformats.org/drawingml/2006/main">
              <a:ext uri="{FF2B5EF4-FFF2-40B4-BE49-F238E27FC236}">
                <a16:creationId xmlns:a16="http://schemas.microsoft.com/office/drawing/2014/main" id="{DFB47FAB-072F-464C-906C-78573C0E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diagram-216">
            <a:extLst xmlns:a="http://schemas.openxmlformats.org/drawingml/2006/main">
              <a:ext uri="{FF2B5EF4-FFF2-40B4-BE49-F238E27FC236}">
                <a16:creationId xmlns:a16="http://schemas.microsoft.com/office/drawing/2014/main" id="{C378CA60-C86E-4B10-B739-3C40E4CA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Ngày 5</a:t>
            </a:r>
          </a:p>
        </p:txBody>
      </p:sp>
      <p:sp>
        <p:nvSpPr>
          <p:cNvPr id="19" name="diagram-217">
            <a:extLst xmlns:a="http://schemas.openxmlformats.org/drawingml/2006/main">
              <a:ext uri="{FF2B5EF4-FFF2-40B4-BE49-F238E27FC236}">
                <a16:creationId xmlns:a16="http://schemas.microsoft.com/office/drawing/2014/main" id="{5605593F-3B38-407F-A024-F4D9FD1E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20" name="diagram-218">
            <a:extLst xmlns:a="http://schemas.openxmlformats.org/drawingml/2006/main">
              <a:ext uri="{FF2B5EF4-FFF2-40B4-BE49-F238E27FC236}">
                <a16:creationId xmlns:a16="http://schemas.microsoft.com/office/drawing/2014/main" id="{46076F91-4082-4A70-992B-A4FE4FCE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iagram-219">
            <a:extLst xmlns:a="http://schemas.openxmlformats.org/drawingml/2006/main">
              <a:ext uri="{FF2B5EF4-FFF2-40B4-BE49-F238E27FC236}">
                <a16:creationId xmlns:a16="http://schemas.microsoft.com/office/drawing/2014/main" id="{38978773-781B-4E21-9507-414EDAD1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diagram-220">
            <a:extLst xmlns:a="http://schemas.openxmlformats.org/drawingml/2006/main">
              <a:ext uri="{FF2B5EF4-FFF2-40B4-BE49-F238E27FC236}">
                <a16:creationId xmlns:a16="http://schemas.microsoft.com/office/drawing/2014/main" id="{66280399-F6D8-434A-AE5C-A5B73F09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Ngày 6</a:t>
            </a:r>
          </a:p>
        </p:txBody>
      </p:sp>
      <p:sp>
        <p:nvSpPr>
          <p:cNvPr id="23" name="diagram-221">
            <a:extLst xmlns:a="http://schemas.openxmlformats.org/drawingml/2006/main">
              <a:ext uri="{FF2B5EF4-FFF2-40B4-BE49-F238E27FC236}">
                <a16:creationId xmlns:a16="http://schemas.microsoft.com/office/drawing/2014/main" id="{B84D5D5A-61BB-435C-AC9E-517F45A3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Thử</a:t>
            </a:r>
          </a:p>
          <a:p xmlns:a="http://schemas.openxmlformats.org/drawingml/2006/main">
            <a: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người dùng</a:t>
            </a:r>
          </a:p>
        </p:txBody>
      </p:sp>
      <p:sp>
        <p:nvSpPr>
          <p:cNvPr id="24" name="diagram-222">
            <a:extLst xmlns:a="http://schemas.openxmlformats.org/drawingml/2006/main">
              <a:ext uri="{FF2B5EF4-FFF2-40B4-BE49-F238E27FC236}">
                <a16:creationId xmlns:a16="http://schemas.microsoft.com/office/drawing/2014/main" id="{4CA79984-71FF-4C38-888B-E8A177D9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003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agram-223">
            <a:extLst xmlns:a="http://schemas.openxmlformats.org/drawingml/2006/main">
              <a:ext uri="{FF2B5EF4-FFF2-40B4-BE49-F238E27FC236}">
                <a16:creationId xmlns:a16="http://schemas.microsoft.com/office/drawing/2014/main" id="{D436EBB1-A3DF-4CFB-8541-3EE9D81A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003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diagram-224">
            <a:extLst xmlns:a="http://schemas.openxmlformats.org/drawingml/2006/main">
              <a:ext uri="{FF2B5EF4-FFF2-40B4-BE49-F238E27FC236}">
                <a16:creationId xmlns:a16="http://schemas.microsoft.com/office/drawing/2014/main" id="{75C431C7-80FB-44FE-862E-718E2797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809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Ngày 7</a:t>
            </a:r>
          </a:p>
        </p:txBody>
      </p:sp>
      <p:sp>
        <p:nvSpPr>
          <p:cNvPr id="27" name="diagram-225">
            <a:extLst xmlns:a="http://schemas.openxmlformats.org/drawingml/2006/main">
              <a:ext uri="{FF2B5EF4-FFF2-40B4-BE49-F238E27FC236}">
                <a16:creationId xmlns:a16="http://schemas.microsoft.com/office/drawing/2014/main" id="{9FD3946D-CCBA-4E51-B6B5-0EFA53C1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76625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Repo</a:t>
            </a:r>
          </a:p>
          <a:p xmlns:a="http://schemas.openxmlformats.org/drawingml/2006/main">
            <a:pPr algn="ctr">
              <a:defRPr sz="1800" b="1">
                <a:solidFill>
                  <a:srgbClr val="153F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F50"/>
                </a:solidFill>
                <a:latin typeface="Arial"/>
                <a:ea typeface="Arial"/>
                <a:cs typeface="Arial"/>
              </a:rPr>
              <a:t>và trình bày</a:t>
            </a:r>
          </a:p>
        </p:txBody>
      </p:sp>
      <p:sp>
        <p:nvSpPr>
          <p:cNvPr id="28" name="diagram-226">
            <a:extLst xmlns:a="http://schemas.openxmlformats.org/drawingml/2006/main">
              <a:ext uri="{FF2B5EF4-FFF2-40B4-BE49-F238E27FC236}">
                <a16:creationId xmlns:a16="http://schemas.microsoft.com/office/drawing/2014/main" id="{FEE598FE-EA19-4752-855F-5048B7AA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Check-in hằng ngày</a:t>
            </a:r>
          </a:p>
        </p:txBody>
      </p:sp>
      <p:sp>
        <p:nvSpPr>
          <p:cNvPr id="29" name="diagram-227">
            <a:extLst xmlns:a="http://schemas.openxmlformats.org/drawingml/2006/main">
              <a:ext uri="{FF2B5EF4-FFF2-40B4-BE49-F238E27FC236}">
                <a16:creationId xmlns:a16="http://schemas.microsoft.com/office/drawing/2014/main" id="{0402D4E5-16FB-4D9E-869B-A57412A2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314950"/>
            <a:ext cx="762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agram-228">
            <a:extLst xmlns:a="http://schemas.openxmlformats.org/drawingml/2006/main">
              <a:ext uri="{FF2B5EF4-FFF2-40B4-BE49-F238E27FC236}">
                <a16:creationId xmlns:a16="http://schemas.microsoft.com/office/drawing/2014/main" id="{AADA2389-9B06-405E-A2EB-F6A55351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Gỡ đúng chỗ kẹt</a:t>
            </a:r>
          </a:p>
        </p:txBody>
      </p:sp>
      <p:sp>
        <p:nvSpPr>
          <p:cNvPr id="31" name="diagram-229">
            <a:extLst xmlns:a="http://schemas.openxmlformats.org/drawingml/2006/main">
              <a:ext uri="{FF2B5EF4-FFF2-40B4-BE49-F238E27FC236}">
                <a16:creationId xmlns:a16="http://schemas.microsoft.com/office/drawing/2014/main" id="{8ACED386-2885-475D-8A86-4F3B27E1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14950"/>
            <a:ext cx="762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7F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iagram-230">
            <a:extLst xmlns:a="http://schemas.openxmlformats.org/drawingml/2006/main">
              <a:ext uri="{FF2B5EF4-FFF2-40B4-BE49-F238E27FC236}">
                <a16:creationId xmlns:a16="http://schemas.microsoft.com/office/drawing/2014/main" id="{124EBDB4-C436-4B96-8EEA-052A8A59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Đọc chéo chất lượng</a:t>
            </a:r>
          </a:p>
        </p:txBody>
      </p:sp>
      <p:sp>
        <p:nvSpPr>
          <p:cNvPr id="33" name="diagram-231">
            <a:extLst xmlns:a="http://schemas.openxmlformats.org/drawingml/2006/main">
              <a:ext uri="{FF2B5EF4-FFF2-40B4-BE49-F238E27FC236}">
                <a16:creationId xmlns:a16="http://schemas.microsoft.com/office/drawing/2014/main" id="{F4D5718F-8603-4FA6-80EF-AEB70718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Kế hoạch dự kiến cho nhóm 5–10 bạn; check-in 10 phút mỗi ngày.</a:t>
            </a:r>
          </a:p>
        </p:txBody>
      </p:sp>
      <p:sp>
        <p:nvSpPr>
          <p:cNvPr id="34" name="diagram-232">
            <a:extLst xmlns:a="http://schemas.openxmlformats.org/drawingml/2006/main">
              <a:ext uri="{FF2B5EF4-FFF2-40B4-BE49-F238E27FC236}">
                <a16:creationId xmlns:a16="http://schemas.microsoft.com/office/drawing/2014/main" id="{9EFE1570-26E2-470E-9E22-2B09659E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1">
                <a:solidFill>
                  <a:srgbClr val="107F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7F8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2159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2026-10-19T09:48:02.8290000Z</dcterms:created>
  <dcterms:modified xsi:type="dcterms:W3CDTF">2026-10-19T09:48:02.8290000Z</dcterms:modified>
</coreProperties>
</file>