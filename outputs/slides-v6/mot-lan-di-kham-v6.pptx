
<file path=[Content_Types].xml><?xml version="1.0" encoding="utf-8"?>
<Types xmlns="http://schemas.openxmlformats.org/package/2006/content-types">
  <Default Extension="xml" ContentType="application/vnd.openxmlformats-package.core-properties+xml"/>
  <Default Extension="png" ContentType="image/png"/>
  <Default Extension="svg" ContentType="image/svg+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bdcef2055556428e" /><Relationship Type="http://schemas.openxmlformats.org/officeDocument/2006/relationships/extended-properties" Target="/docProps/app.xml" Id="R5ac8f0b268534ce1" /><Relationship Type="http://schemas.openxmlformats.org/officeDocument/2006/relationships/officeDocument" Target="/ppt/presentation.xml" Id="Re2f25811f7cd402c" /></Relationships>
</file>

<file path=ppt/presentation.xml><?xml version="1.0" encoding="utf-8"?>
<p:presentation xmlns:p="http://schemas.openxmlformats.org/presentationml/2006/main">
  <p:sldMasterIdLst>
    <p:sldMasterId xmlns:r="http://schemas.openxmlformats.org/officeDocument/2006/relationships" id="2147483648" r:id="R9cd096a2326d4dec"/>
  </p:sldMasterIdLst>
  <p:notesMasterIdLst>
    <p:notesMasterId xmlns:r="http://schemas.openxmlformats.org/officeDocument/2006/relationships" r:id="R167885e131aa4502"/>
  </p:notesMasterIdLst>
  <p:sldIdLst>
    <p:sldId xmlns:r="http://schemas.openxmlformats.org/officeDocument/2006/relationships" id="256" r:id="R944162d488fa4b3f"/>
    <p:sldId xmlns:r="http://schemas.openxmlformats.org/officeDocument/2006/relationships" id="257" r:id="Rfadc2d3f8f0b4840"/>
    <p:sldId xmlns:r="http://schemas.openxmlformats.org/officeDocument/2006/relationships" id="258" r:id="R508a822f72f14e1d"/>
    <p:sldId xmlns:r="http://schemas.openxmlformats.org/officeDocument/2006/relationships" id="259" r:id="R2321f309d70149ba"/>
    <p:sldId xmlns:r="http://schemas.openxmlformats.org/officeDocument/2006/relationships" id="260" r:id="Ra6fe664667ca4159"/>
    <p:sldId xmlns:r="http://schemas.openxmlformats.org/officeDocument/2006/relationships" id="261" r:id="Rbe8c6b3558ec42cf"/>
    <p:sldId xmlns:r="http://schemas.openxmlformats.org/officeDocument/2006/relationships" id="262" r:id="R67160b17dff54f1e"/>
    <p:sldId xmlns:r="http://schemas.openxmlformats.org/officeDocument/2006/relationships" id="263" r:id="R8b6fc879e05d4b75"/>
    <p:sldId xmlns:r="http://schemas.openxmlformats.org/officeDocument/2006/relationships" id="264" r:id="Rdfe0efdb9aad407c"/>
    <p:sldId xmlns:r="http://schemas.openxmlformats.org/officeDocument/2006/relationships" id="265" r:id="R929b4484b4b247f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741f26f7f2454f38" /><Relationship Type="http://schemas.openxmlformats.org/officeDocument/2006/relationships/slideMaster" Target="/ppt/slideMasters/slideMaster1.xml" Id="R9cd096a2326d4dec" /><Relationship Type="http://schemas.openxmlformats.org/officeDocument/2006/relationships/notesMaster" Target="/ppt/notesMasters/notesMaster1.xml" Id="R167885e131aa4502" /><Relationship Type="http://schemas.openxmlformats.org/officeDocument/2006/relationships/presProps" Target="/ppt/presProps.xml" Id="Ra9b502ba1ec84c2f" /><Relationship Type="http://schemas.openxmlformats.org/officeDocument/2006/relationships/tableStyles" Target="/ppt/tableStyles.xml" Id="Ra24940c3f02f4473" /><Relationship Type="http://schemas.openxmlformats.org/officeDocument/2006/relationships/slide" Target="/ppt/slides/slide1.xml" Id="R944162d488fa4b3f" /><Relationship Type="http://schemas.openxmlformats.org/officeDocument/2006/relationships/slide" Target="/ppt/slides/slide2.xml" Id="Rfadc2d3f8f0b4840" /><Relationship Type="http://schemas.openxmlformats.org/officeDocument/2006/relationships/slide" Target="/ppt/slides/slide3.xml" Id="R508a822f72f14e1d" /><Relationship Type="http://schemas.openxmlformats.org/officeDocument/2006/relationships/slide" Target="/ppt/slides/slide4.xml" Id="R2321f309d70149ba" /><Relationship Type="http://schemas.openxmlformats.org/officeDocument/2006/relationships/slide" Target="/ppt/slides/slide5.xml" Id="Ra6fe664667ca4159" /><Relationship Type="http://schemas.openxmlformats.org/officeDocument/2006/relationships/slide" Target="/ppt/slides/slide6.xml" Id="Rbe8c6b3558ec42cf" /><Relationship Type="http://schemas.openxmlformats.org/officeDocument/2006/relationships/slide" Target="/ppt/slides/slide7.xml" Id="R67160b17dff54f1e" /><Relationship Type="http://schemas.openxmlformats.org/officeDocument/2006/relationships/slide" Target="/ppt/slides/slide8.xml" Id="R8b6fc879e05d4b75" /><Relationship Type="http://schemas.openxmlformats.org/officeDocument/2006/relationships/slide" Target="/ppt/slides/slide9.xml" Id="Rdfe0efdb9aad407c" /><Relationship Type="http://schemas.openxmlformats.org/officeDocument/2006/relationships/slide" Target="/ppt/slides/slide10.xml" Id="R929b4484b4b247f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23018e5527a54703"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0f408ff45fa34796" /><Relationship Type="http://schemas.openxmlformats.org/officeDocument/2006/relationships/notesMaster" Target="/ppt/notesMasters/notesMaster1.xml" Id="Rf8253844cff44660" /></Relationships>
</file>

<file path=ppt/notesSlides/_rels/notesSlide2.xml.rels>&#65279;<?xml version="1.0" encoding="utf-8"?><Relationships xmlns="http://schemas.openxmlformats.org/package/2006/relationships"><Relationship Type="http://schemas.openxmlformats.org/officeDocument/2006/relationships/slide" Target="/ppt/slides/slide2.xml" Id="R4d1a354ffcc04fb8" /><Relationship Type="http://schemas.openxmlformats.org/officeDocument/2006/relationships/notesMaster" Target="/ppt/notesMasters/notesMaster1.xml" Id="Rf5ed1de0b0d44c8e" /></Relationships>
</file>

<file path=ppt/notesSlides/_rels/notesSlide3.xml.rels>&#65279;<?xml version="1.0" encoding="utf-8"?><Relationships xmlns="http://schemas.openxmlformats.org/package/2006/relationships"><Relationship Type="http://schemas.openxmlformats.org/officeDocument/2006/relationships/slide" Target="/ppt/slides/slide3.xml" Id="R09ef05e9226249f5" /><Relationship Type="http://schemas.openxmlformats.org/officeDocument/2006/relationships/notesMaster" Target="/ppt/notesMasters/notesMaster1.xml" Id="R5a7ec515f9d24259" /></Relationships>
</file>

<file path=ppt/notesSlides/_rels/notesSlide4.xml.rels>&#65279;<?xml version="1.0" encoding="utf-8"?><Relationships xmlns="http://schemas.openxmlformats.org/package/2006/relationships"><Relationship Type="http://schemas.openxmlformats.org/officeDocument/2006/relationships/slide" Target="/ppt/slides/slide4.xml" Id="Ra471d46d98414c99" /><Relationship Type="http://schemas.openxmlformats.org/officeDocument/2006/relationships/notesMaster" Target="/ppt/notesMasters/notesMaster1.xml" Id="Rbc55371d8d384149" /></Relationships>
</file>

<file path=ppt/notesSlides/_rels/notesSlide5.xml.rels>&#65279;<?xml version="1.0" encoding="utf-8"?><Relationships xmlns="http://schemas.openxmlformats.org/package/2006/relationships"><Relationship Type="http://schemas.openxmlformats.org/officeDocument/2006/relationships/slide" Target="/ppt/slides/slide5.xml" Id="R878e6925055b4b29" /><Relationship Type="http://schemas.openxmlformats.org/officeDocument/2006/relationships/notesMaster" Target="/ppt/notesMasters/notesMaster1.xml" Id="Rfe32fa20e4604cdc" /></Relationships>
</file>

<file path=ppt/notesSlides/_rels/notesSlide6.xml.rels>&#65279;<?xml version="1.0" encoding="utf-8"?><Relationships xmlns="http://schemas.openxmlformats.org/package/2006/relationships"><Relationship Type="http://schemas.openxmlformats.org/officeDocument/2006/relationships/slide" Target="/ppt/slides/slide6.xml" Id="Rb7f69fdee5b44508" /><Relationship Type="http://schemas.openxmlformats.org/officeDocument/2006/relationships/notesMaster" Target="/ppt/notesMasters/notesMaster1.xml" Id="Rf8cd13ef260a4e1d" /></Relationships>
</file>

<file path=ppt/notesSlides/_rels/notesSlide7.xml.rels>&#65279;<?xml version="1.0" encoding="utf-8"?><Relationships xmlns="http://schemas.openxmlformats.org/package/2006/relationships"><Relationship Type="http://schemas.openxmlformats.org/officeDocument/2006/relationships/slide" Target="/ppt/slides/slide7.xml" Id="R2e80c50ee5eb4b67" /><Relationship Type="http://schemas.openxmlformats.org/officeDocument/2006/relationships/notesMaster" Target="/ppt/notesMasters/notesMaster1.xml" Id="Rc40151e5a23f4bfb" /></Relationships>
</file>

<file path=ppt/notesSlides/_rels/notesSlide8.xml.rels>&#65279;<?xml version="1.0" encoding="utf-8"?><Relationships xmlns="http://schemas.openxmlformats.org/package/2006/relationships"><Relationship Type="http://schemas.openxmlformats.org/officeDocument/2006/relationships/slide" Target="/ppt/slides/slide8.xml" Id="R5141d2f8c739495d" /><Relationship Type="http://schemas.openxmlformats.org/officeDocument/2006/relationships/notesMaster" Target="/ppt/notesMasters/notesMaster1.xml" Id="R6dd1476c9a3e42e6" /></Relationships>
</file>

<file path=ppt/notesSlides/_rels/notesSlide9.xml.rels>&#65279;<?xml version="1.0" encoding="utf-8"?><Relationships xmlns="http://schemas.openxmlformats.org/package/2006/relationships"><Relationship Type="http://schemas.openxmlformats.org/officeDocument/2006/relationships/slide" Target="/ppt/slides/slide9.xml" Id="Rd4968dc1124448ae" /><Relationship Type="http://schemas.openxmlformats.org/officeDocument/2006/relationships/notesMaster" Target="/ppt/notesMasters/notesMaster1.xml" Id="R14f1227d0dd940d8"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efee6a292ec472e" /><Relationship Type="http://schemas.openxmlformats.org/officeDocument/2006/relationships/notesMaster" Target="/ppt/notesMasters/notesMaster1.xml" Id="Rcb53037e8dbe4406"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người tham gia. Nguồn: README.md; need-statement.md. Nội dung mô phỏng, chưa tích hợp MyVinmec. Codex hỗ trợ soạn nội dung và thiết kế. Người làm bài kiểm tra bản cuối.</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01-phong-van/P1.md, P2.md, P3.md. Hai phỏng vấn ngày 17/10/2026, mỗi buổi 60–90 phút, có đồng ý dùng ẩn danh. Ghi chép chủ yếu diễn giải. Phương pháp theo lựa chọn người làm bài là 2 phỏng vấn + 1 tự thuật.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và mã bằng chứng giữ trong 02-journey-map/journey-map.md, P1/P2/P3. Tổng hợp tình huống, không phải một người gặp toàn bộ điểm đau. P1 có điều phối hỗ trợ; P2 nhớ phòng đầu; P3 biết nơi quay lại. Không gán thang cảm xúc hoặc thời gian giả.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03-need-statement/need-statement.md. Problem–population–outcome, không đưa giải pháp vào need statement. Hiệu quả giảm hỏi/chờ/di chuyển chưa đo.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CUH Directions - mobile app (https://www.cuh.nhs.uk/visiting-our-hospitals/cuh-directions-mobile-app/); Mayo Clinic Scheduling an appointment online (https://www.mayoclinic.org/scheduling-an-appointment-online/vid-20521112); Registration (https://www.mayoclinic.org/billing-insurance/before-arrival/registration). Đọc 18/10/2026. Chưa chứng minh hiệu quả tại Vinmec.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05-prototype/simulation-spec.md, prompts.md, test-report.md. 110 tests đạt theo báo cáo; UI mới chưa chạy lại E2E; 24 eval NOT_LIVE. Phòng/tầng/bản đồ dựng. Sẵn sàng là tự khai báo, bác sĩ chủ động gọi. Hai mode không trộn trong lượt. Chưa thử người dùng.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Minh họa AI mang tính ý tưởng, không phải ảnh buổi thử thực tế. Nguồn: 05-prototype/user-test-log.md. Người làm bài cung cấp phản hồi của T1 và T2 ngày 19/10/2026. Đây là diễn giải, không phải trích dẫn nguyên văn. Chưa cung cấp ngày thử, đồng ý, nhiệm vụ, thời gian, tỷ lệ hoàn thành. T2 đề xuất âm thanh cho người mắt kém, chưa chứng minh đã thử với nhóm này.</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05-prototype/user-feedback-revision.md. Thu gọn chữ trên màn lượt khám. Thêm giọng đọc vi-VN, chỉ dẫn từng mốc, vị trí minh họa và chọn lại mốc khi đi nhầm. Google Maps chỉ là liên kết tìm cơ sở, chưa tích hợp định vị trong nhà. Chưa thử lại với T1/T2, chưa đo hiệu quả.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06-rui-ro-dao-duc/risk-register.md (R01–R11). Đây là biện pháp thiết kế dự kiến, chưa chứng minh an toàn triển khai. Đường khẩn cấp còn cần hoàn thiện, xác nhận với cơ sở và kiểm chứng. AI LIVE chưa xác minh. Dữ liệu mô phỏng và minh họa ý tưởng.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Nguồn: 07-coach-plan/coach-plan.md. Kế hoạch dự kiến, chưa phải hoạt động coach đã thực hiện. Nhóm 5–10 bạn chia cặp luân phiên vai; check-in 10 phút/ngày. Codex hỗ trợ tổng hợp, code và soạn bài; Canva hỗ trợ thiết kế; người làm bài chịu trách nhiệm. Minh họa AI mang tính ý tưởng, không phải ảnh nghiên cứu thực tế.</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d0b7ea0223a1448e"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521ba4371bdf4006"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f836e7ccf2274ee7"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87f7ee965fe349e7"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fecdc4b83b01418f"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9fdb1dc7f83c4a7d"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1996074-C1A2-49B2-98EC-95BF6A4CA236}"/>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9A71BE1E-93E3-4FDA-B655-E67208CDB464}"/>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B6E07964-F26F-4B12-BFE5-42F5AE3F05EF}"/>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6B4BDE8-E62C-4293-935D-538A98FFD6E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CAF411ED-A760-497A-898A-3F8F3685ADFF}"/>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4953DBFF-C1F1-4C88-B2D0-6D4F42371B0D}"/>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AB0911A3-95EC-42CF-B708-DCBE3AF5788C}"/>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168F59E-4609-4D92-B89B-6CE1AD873598}"/>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C3CC070B-E87D-479A-8DA4-6C8479331DA8}"/>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022428F8-42B1-4647-96DC-3B211D118901}"/>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5c7daddaa62c4dac" /><Relationship Type="http://schemas.openxmlformats.org/officeDocument/2006/relationships/slideLayout" Target="/ppt/slideLayouts/slideLayout1.xml" Id="Re1813b04d2a44d15" /><Relationship Type="http://schemas.openxmlformats.org/officeDocument/2006/relationships/slideLayout" Target="/ppt/slideLayouts/slideLayout2.xml" Id="Rd711971bdf8f4415" /><Relationship Type="http://schemas.openxmlformats.org/officeDocument/2006/relationships/slideLayout" Target="/ppt/slideLayouts/slideLayout3.xml" Id="R4058f3259a7f40d5" /><Relationship Type="http://schemas.openxmlformats.org/officeDocument/2006/relationships/slideLayout" Target="/ppt/slideLayouts/slideLayout4.xml" Id="R8c723f60133e407b" /><Relationship Type="http://schemas.openxmlformats.org/officeDocument/2006/relationships/slideLayout" Target="/ppt/slideLayouts/slideLayout5.xml" Id="Re15517cd9cf048f6" /><Relationship Type="http://schemas.openxmlformats.org/officeDocument/2006/relationships/slideLayout" Target="/ppt/slideLayouts/slideLayout6.xml" Id="R1a2f0dfbba8e4e94"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1813b04d2a44d15"/>
    <p:sldLayoutId xmlns:r="http://schemas.openxmlformats.org/officeDocument/2006/relationships" id="2147483650" r:id="Rd711971bdf8f4415"/>
    <p:sldLayoutId xmlns:r="http://schemas.openxmlformats.org/officeDocument/2006/relationships" id="2147483651" r:id="R4058f3259a7f40d5"/>
    <p:sldLayoutId xmlns:r="http://schemas.openxmlformats.org/officeDocument/2006/relationships" id="2147483652" r:id="R8c723f60133e407b"/>
    <p:sldLayoutId xmlns:r="http://schemas.openxmlformats.org/officeDocument/2006/relationships" id="2147483653" r:id="Re15517cd9cf048f6"/>
    <p:sldLayoutId xmlns:r="http://schemas.openxmlformats.org/officeDocument/2006/relationships" id="2147483654" r:id="R1a2f0dfbba8e4e94"/>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86220dbeb04a4e11" /><Relationship Type="http://schemas.openxmlformats.org/officeDocument/2006/relationships/image" Target="/ppt/media/image.png" Id="Rd75a677540614d7a" /><Relationship Type="http://schemas.openxmlformats.org/officeDocument/2006/relationships/notesSlide" Target="/ppt/notesSlides/notesSlide1.xml" Id="R0ccea24df7e749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86adc85e6d9d476c" /><Relationship Type="http://schemas.openxmlformats.org/officeDocument/2006/relationships/image" Target="/ppt/media/image2.png" Id="R29ce2294f81647dc" /><Relationship Type="http://schemas.openxmlformats.org/officeDocument/2006/relationships/notesSlide" Target="/ppt/notesSlides/notesSlide2.xml" Id="Ra468ae1f82ce482d"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78113588c4c14ca2" /><Relationship Type="http://schemas.openxmlformats.org/officeDocument/2006/relationships/image" Target="/ppt/media/image3.png" Id="Ref7ba0de281d4a8d" /><Relationship Type="http://schemas.openxmlformats.org/officeDocument/2006/relationships/image" Target="/ppt/media/image.svg" Id="Rc89e19404d2e4141" /><Relationship Type="http://schemas.openxmlformats.org/officeDocument/2006/relationships/image" Target="/ppt/media/image4.png" Id="Rf2e4815b834a4ee0" /><Relationship Type="http://schemas.openxmlformats.org/officeDocument/2006/relationships/image" Target="/ppt/media/image2.svg" Id="R761bfdb1df5e41c0" /><Relationship Type="http://schemas.openxmlformats.org/officeDocument/2006/relationships/image" Target="/ppt/media/image5.png" Id="R3f290c5273774fe7" /><Relationship Type="http://schemas.openxmlformats.org/officeDocument/2006/relationships/image" Target="/ppt/media/image3.svg" Id="R265686e7573441ad" /><Relationship Type="http://schemas.openxmlformats.org/officeDocument/2006/relationships/image" Target="/ppt/media/image6.png" Id="R8bb129bdbcd444ce" /><Relationship Type="http://schemas.openxmlformats.org/officeDocument/2006/relationships/image" Target="/ppt/media/image4.svg" Id="R1a133056a049461b" /><Relationship Type="http://schemas.openxmlformats.org/officeDocument/2006/relationships/image" Target="/ppt/media/image7.png" Id="Rcddc6a1e4ece44d1" /><Relationship Type="http://schemas.openxmlformats.org/officeDocument/2006/relationships/image" Target="/ppt/media/image5.svg" Id="Ra3297ea6d9ab4093" /><Relationship Type="http://schemas.openxmlformats.org/officeDocument/2006/relationships/notesSlide" Target="/ppt/notesSlides/notesSlide3.xml" Id="Rc2a2a570a299476b"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3e8f9010f7de4be4" /><Relationship Type="http://schemas.openxmlformats.org/officeDocument/2006/relationships/image" Target="/ppt/media/image8.png" Id="R38f290eab9e64481" /><Relationship Type="http://schemas.openxmlformats.org/officeDocument/2006/relationships/image" Target="/ppt/media/image6.svg" Id="Rc86a007698d149ca" /><Relationship Type="http://schemas.openxmlformats.org/officeDocument/2006/relationships/image" Target="/ppt/media/image9.png" Id="R710d4f489c8b4bae" /><Relationship Type="http://schemas.openxmlformats.org/officeDocument/2006/relationships/image" Target="/ppt/media/image7.svg" Id="R97d204d828334afe" /><Relationship Type="http://schemas.openxmlformats.org/officeDocument/2006/relationships/image" Target="/ppt/media/image10.png" Id="Raa4e83cc0841431b" /><Relationship Type="http://schemas.openxmlformats.org/officeDocument/2006/relationships/image" Target="/ppt/media/image8.svg" Id="R14349656baa14a49" /><Relationship Type="http://schemas.openxmlformats.org/officeDocument/2006/relationships/image" Target="/ppt/media/image11.png" Id="Rc0ea75266cae4bb8" /><Relationship Type="http://schemas.openxmlformats.org/officeDocument/2006/relationships/image" Target="/ppt/media/image9.svg" Id="R2dee19b8dd1a4334" /><Relationship Type="http://schemas.openxmlformats.org/officeDocument/2006/relationships/image" Target="/ppt/media/image12.png" Id="Rf90743c0d31243c5" /><Relationship Type="http://schemas.openxmlformats.org/officeDocument/2006/relationships/notesSlide" Target="/ppt/notesSlides/notesSlide4.xml" Id="Re78fb3935fa54cd0"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1eb3faa31cb4665" /><Relationship Type="http://schemas.openxmlformats.org/officeDocument/2006/relationships/image" Target="/ppt/media/image13.png" Id="R7f4efb98b3024785" /><Relationship Type="http://schemas.openxmlformats.org/officeDocument/2006/relationships/image" Target="/ppt/media/image10.svg" Id="Ree5e99a480f242f0" /><Relationship Type="http://schemas.openxmlformats.org/officeDocument/2006/relationships/image" Target="/ppt/media/image14.png" Id="R52aa11db895648cf" /><Relationship Type="http://schemas.openxmlformats.org/officeDocument/2006/relationships/image" Target="/ppt/media/image11.svg" Id="R1a0a6ad1f0054a0e" /><Relationship Type="http://schemas.openxmlformats.org/officeDocument/2006/relationships/image" Target="/ppt/media/image15.png" Id="Ra4bce023125d4fb7" /><Relationship Type="http://schemas.openxmlformats.org/officeDocument/2006/relationships/image" Target="/ppt/media/image12.svg" Id="R648131d42bf64efe" /><Relationship Type="http://schemas.openxmlformats.org/officeDocument/2006/relationships/image" Target="/ppt/media/image16.png" Id="R399b6347c1684dd0" /><Relationship Type="http://schemas.openxmlformats.org/officeDocument/2006/relationships/image" Target="/ppt/media/image13.svg" Id="R9bd798cff9004d0c" /><Relationship Type="http://schemas.openxmlformats.org/officeDocument/2006/relationships/notesSlide" Target="/ppt/notesSlides/notesSlide5.xml" Id="R2491856997914aa8"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4da3479ab31542ba" /><Relationship Type="http://schemas.openxmlformats.org/officeDocument/2006/relationships/image" Target="/ppt/media/image17.png" Id="Rec78714a0ceb4498" /><Relationship Type="http://schemas.openxmlformats.org/officeDocument/2006/relationships/image" Target="/ppt/media/image14.svg" Id="R7b5d64fa345643f9" /><Relationship Type="http://schemas.openxmlformats.org/officeDocument/2006/relationships/image" Target="/ppt/media/image18.png" Id="R03129e513d9146a2" /><Relationship Type="http://schemas.openxmlformats.org/officeDocument/2006/relationships/image" Target="/ppt/media/image15.svg" Id="Rcbefbea730424244" /><Relationship Type="http://schemas.openxmlformats.org/officeDocument/2006/relationships/image" Target="/ppt/media/image19.png" Id="R4bb9f5c9800b451a" /><Relationship Type="http://schemas.openxmlformats.org/officeDocument/2006/relationships/image" Target="/ppt/media/image16.svg" Id="R5dc04c9a63f74940" /><Relationship Type="http://schemas.openxmlformats.org/officeDocument/2006/relationships/image" Target="/ppt/media/image20.png" Id="R5118372d6d7e45eb" /><Relationship Type="http://schemas.openxmlformats.org/officeDocument/2006/relationships/image" Target="/ppt/media/image17.svg" Id="Rbee27af8928e49d7" /><Relationship Type="http://schemas.openxmlformats.org/officeDocument/2006/relationships/image" Target="/ppt/media/image21.png" Id="R3aa1ee4a79e7437c" /><Relationship Type="http://schemas.openxmlformats.org/officeDocument/2006/relationships/image" Target="/ppt/media/image18.svg" Id="R2eff3c4006384eab" /><Relationship Type="http://schemas.openxmlformats.org/officeDocument/2006/relationships/image" Target="/ppt/media/image22.png" Id="Re0c890390fe14fcf" /><Relationship Type="http://schemas.openxmlformats.org/officeDocument/2006/relationships/image" Target="/ppt/media/image19.svg" Id="Rad753d2da9a34e0a" /><Relationship Type="http://schemas.openxmlformats.org/officeDocument/2006/relationships/notesSlide" Target="/ppt/notesSlides/notesSlide6.xml" Id="R76b64c992eec49ba"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4410341be1541f5" /><Relationship Type="http://schemas.openxmlformats.org/officeDocument/2006/relationships/image" Target="/ppt/media/image23.png" Id="R7c4708f48bec4867" /><Relationship Type="http://schemas.openxmlformats.org/officeDocument/2006/relationships/notesSlide" Target="/ppt/notesSlides/notesSlide7.xml" Id="Rbe7d3a06338e41d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194bcb5d7c8e488a" /><Relationship Type="http://schemas.openxmlformats.org/officeDocument/2006/relationships/image" Target="/ppt/media/image24.png" Id="R96c8778a04954661" /><Relationship Type="http://schemas.openxmlformats.org/officeDocument/2006/relationships/image" Target="/ppt/media/image20.svg" Id="Rb5ef1d1bcd514593" /><Relationship Type="http://schemas.openxmlformats.org/officeDocument/2006/relationships/image" Target="/ppt/media/image25.png" Id="Rb3929226e71a4e97" /><Relationship Type="http://schemas.openxmlformats.org/officeDocument/2006/relationships/notesSlide" Target="/ppt/notesSlides/notesSlide8.xml" Id="R9a03658898aa4f73"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7dda1167ff64bf5" /><Relationship Type="http://schemas.openxmlformats.org/officeDocument/2006/relationships/image" Target="/ppt/media/image26.png" Id="R2d71d622361a4074" /><Relationship Type="http://schemas.openxmlformats.org/officeDocument/2006/relationships/image" Target="/ppt/media/image21.svg" Id="R0dcc9c18d5554893" /><Relationship Type="http://schemas.openxmlformats.org/officeDocument/2006/relationships/image" Target="/ppt/media/image27.png" Id="R94b85311a6ae44c3" /><Relationship Type="http://schemas.openxmlformats.org/officeDocument/2006/relationships/image" Target="/ppt/media/image22.svg" Id="R13db1ac8d5704f07" /><Relationship Type="http://schemas.openxmlformats.org/officeDocument/2006/relationships/image" Target="/ppt/media/image28.png" Id="R65f1c67e088a4011" /><Relationship Type="http://schemas.openxmlformats.org/officeDocument/2006/relationships/image" Target="/ppt/media/image23.svg" Id="Rf7dd40e2e1d042be" /><Relationship Type="http://schemas.openxmlformats.org/officeDocument/2006/relationships/image" Target="/ppt/media/image29.png" Id="Rceb727c0f10040df" /><Relationship Type="http://schemas.openxmlformats.org/officeDocument/2006/relationships/image" Target="/ppt/media/image24.svg" Id="R933049f6963e411d" /><Relationship Type="http://schemas.openxmlformats.org/officeDocument/2006/relationships/image" Target="/ppt/media/image30.png" Id="R0ef1e943858446ec" /><Relationship Type="http://schemas.openxmlformats.org/officeDocument/2006/relationships/image" Target="/ppt/media/image25.svg" Id="R092e622cf048406f" /><Relationship Type="http://schemas.openxmlformats.org/officeDocument/2006/relationships/notesSlide" Target="/ppt/notesSlides/notesSlide9.xml" Id="R2d8ac1a6e8374d4f"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1fbc99ebbdd4e06" /><Relationship Type="http://schemas.openxmlformats.org/officeDocument/2006/relationships/image" Target="/ppt/media/image31.png" Id="R9e2589339c494254" /><Relationship Type="http://schemas.openxmlformats.org/officeDocument/2006/relationships/image" Target="/ppt/media/image26.svg" Id="R029bf1f5752c4a8d" /><Relationship Type="http://schemas.openxmlformats.org/officeDocument/2006/relationships/image" Target="/ppt/media/image32.png" Id="R141454db0ceb4b8e" /><Relationship Type="http://schemas.openxmlformats.org/officeDocument/2006/relationships/notesSlide" Target="/ppt/notesSlides/notesSlide10.xml" Id="Re4b61ea72ad54efa" /></Relationships>
</file>

<file path=ppt/slides/slide1.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8" name="diagram-1">
            <a:extLst xmlns:a="http://schemas.openxmlformats.org/drawingml/2006/main">
              <a:ext uri="{FF2B5EF4-FFF2-40B4-BE49-F238E27FC236}">
                <a16:creationId xmlns:a16="http://schemas.microsoft.com/office/drawing/2014/main" id="{80A0F243-5AFB-432C-8490-C4DAA17B876A}"/>
              </a:ext>
            </a:extLst>
          </p:cNvPr>
          <p:cNvSpPr>
            <a:spLocks xmlns:a="http://schemas.openxmlformats.org/drawingml/2006/main" noGrp="1"/>
          </p:cNvSpPr>
          <p:nvPr/>
        </p:nvSpPr>
        <p:spPr>
          <a:xfrm xmlns:a="http://schemas.openxmlformats.org/drawingml/2006/main">
            <a:off x="619125" y="542925"/>
            <a:ext cx="952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500" b="1">
                <a:solidFill>
                  <a:srgbClr val="79B8FF"/>
                </a:solidFill>
                <a:latin typeface="Arial"/>
                <a:ea typeface="Arial"/>
                <a:cs typeface="Arial"/>
              </a:defRPr>
            </a:defPPr>
            <a:lvl1pPr algn="l">
              <a:defRPr sz="1500" b="1">
                <a:solidFill>
                  <a:srgbClr val="79B8FF"/>
                </a:solidFill>
                <a:latin typeface="Arial"/>
                <a:ea typeface="Arial"/>
                <a:cs typeface="Arial"/>
              </a:defRPr>
            </a:lvl1pPr>
            <a:lvl2pPr algn="l">
              <a:defRPr sz="1500" b="1">
                <a:solidFill>
                  <a:srgbClr val="79B8FF"/>
                </a:solidFill>
                <a:latin typeface="Arial"/>
                <a:ea typeface="Arial"/>
                <a:cs typeface="Arial"/>
              </a:defRPr>
            </a:lvl2pPr>
            <a:lvl3pPr algn="l">
              <a:defRPr sz="1500" b="1">
                <a:solidFill>
                  <a:srgbClr val="79B8FF"/>
                </a:solidFill>
                <a:latin typeface="Arial"/>
                <a:ea typeface="Arial"/>
                <a:cs typeface="Arial"/>
              </a:defRPr>
            </a:lvl3pPr>
            <a:lvl4pPr algn="l">
              <a:defRPr sz="1500" b="1">
                <a:solidFill>
                  <a:srgbClr val="79B8FF"/>
                </a:solidFill>
                <a:latin typeface="Arial"/>
                <a:ea typeface="Arial"/>
                <a:cs typeface="Arial"/>
              </a:defRPr>
            </a:lvl4pPr>
            <a:lvl5pPr algn="l">
              <a:defRPr sz="1500" b="1">
                <a:solidFill>
                  <a:srgbClr val="79B8FF"/>
                </a:solidFill>
                <a:latin typeface="Arial"/>
                <a:ea typeface="Arial"/>
                <a:cs typeface="Arial"/>
              </a:defRPr>
            </a:lvl5pPr>
            <a:lvl6pPr algn="l">
              <a:defRPr sz="1500" b="1">
                <a:solidFill>
                  <a:srgbClr val="79B8FF"/>
                </a:solidFill>
                <a:latin typeface="Arial"/>
                <a:ea typeface="Arial"/>
                <a:cs typeface="Arial"/>
              </a:defRPr>
            </a:lvl6pPr>
            <a:lvl7pPr algn="l">
              <a:defRPr sz="1500" b="1">
                <a:solidFill>
                  <a:srgbClr val="79B8FF"/>
                </a:solidFill>
                <a:latin typeface="Arial"/>
                <a:ea typeface="Arial"/>
                <a:cs typeface="Arial"/>
              </a:defRPr>
            </a:lvl7pPr>
            <a:lvl8pPr algn="l">
              <a:defRPr sz="1500" b="1">
                <a:solidFill>
                  <a:srgbClr val="79B8FF"/>
                </a:solidFill>
                <a:latin typeface="Arial"/>
                <a:ea typeface="Arial"/>
                <a:cs typeface="Arial"/>
              </a:defRPr>
            </a:lvl8pPr>
            <a:lvl9pPr algn="l">
              <a:defRPr sz="1500" b="1">
                <a:solidFill>
                  <a:srgbClr val="79B8FF"/>
                </a:solidFill>
                <a:latin typeface="Arial"/>
                <a:ea typeface="Arial"/>
                <a:cs typeface="Arial"/>
              </a:defRPr>
            </a:lvl9pPr>
          </a:lstStyle>
          <a:p xmlns:a="http://schemas.openxmlformats.org/drawingml/2006/main">
            <a:pPr algn="l">
              <a:defRPr sz="1500" b="1">
                <a:solidFill>
                  <a:srgbClr val="79B8FF"/>
                </a:solidFill>
                <a:latin typeface="Arial"/>
                <a:ea typeface="Arial"/>
                <a:cs typeface="Arial"/>
              </a:defRPr>
            </a:pPr>
            <a:r>
              <a:rPr sz="1500" b="1">
                <a:solidFill>
                  <a:srgbClr val="79B8FF"/>
                </a:solidFill>
                <a:latin typeface="Arial"/>
                <a:ea typeface="Arial"/>
                <a:cs typeface="Arial"/>
              </a:rPr>
              <a:t>EXPLORATION SPRINT 2026</a:t>
            </a:r>
          </a:p>
        </p:txBody>
      </p:sp>
      <p:sp>
        <p:nvSpPr>
          <p:cNvPr id="2" name="diagram-2">
            <a:extLst xmlns:a="http://schemas.openxmlformats.org/drawingml/2006/main">
              <a:ext uri="{FF2B5EF4-FFF2-40B4-BE49-F238E27FC236}">
                <a16:creationId xmlns:a16="http://schemas.microsoft.com/office/drawing/2014/main" id="{2109E7E6-D416-4797-A5EF-1B28C0BEB86B}"/>
              </a:ext>
            </a:extLst>
          </p:cNvPr>
          <p:cNvSpPr>
            <a:spLocks xmlns:a="http://schemas.openxmlformats.org/drawingml/2006/main" noGrp="1"/>
          </p:cNvSpPr>
          <p:nvPr/>
        </p:nvSpPr>
        <p:spPr>
          <a:xfrm xmlns:a="http://schemas.openxmlformats.org/drawingml/2006/main">
            <a:off x="619125" y="1495425"/>
            <a:ext cx="6953250" cy="2047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6000" b="1">
                <a:solidFill>
                  <a:srgbClr val="FFFFFF"/>
                </a:solidFill>
                <a:latin typeface="Arial"/>
                <a:ea typeface="Arial"/>
                <a:cs typeface="Arial"/>
              </a:defRPr>
            </a:defPPr>
            <a:lvl1pPr algn="l">
              <a:defRPr sz="6000" b="1">
                <a:solidFill>
                  <a:srgbClr val="FFFFFF"/>
                </a:solidFill>
                <a:latin typeface="Arial"/>
                <a:ea typeface="Arial"/>
                <a:cs typeface="Arial"/>
              </a:defRPr>
            </a:lvl1pPr>
            <a:lvl2pPr algn="l">
              <a:defRPr sz="6000" b="1">
                <a:solidFill>
                  <a:srgbClr val="FFFFFF"/>
                </a:solidFill>
                <a:latin typeface="Arial"/>
                <a:ea typeface="Arial"/>
                <a:cs typeface="Arial"/>
              </a:defRPr>
            </a:lvl2pPr>
            <a:lvl3pPr algn="l">
              <a:defRPr sz="6000" b="1">
                <a:solidFill>
                  <a:srgbClr val="FFFFFF"/>
                </a:solidFill>
                <a:latin typeface="Arial"/>
                <a:ea typeface="Arial"/>
                <a:cs typeface="Arial"/>
              </a:defRPr>
            </a:lvl3pPr>
            <a:lvl4pPr algn="l">
              <a:defRPr sz="6000" b="1">
                <a:solidFill>
                  <a:srgbClr val="FFFFFF"/>
                </a:solidFill>
                <a:latin typeface="Arial"/>
                <a:ea typeface="Arial"/>
                <a:cs typeface="Arial"/>
              </a:defRPr>
            </a:lvl4pPr>
            <a:lvl5pPr algn="l">
              <a:defRPr sz="6000" b="1">
                <a:solidFill>
                  <a:srgbClr val="FFFFFF"/>
                </a:solidFill>
                <a:latin typeface="Arial"/>
                <a:ea typeface="Arial"/>
                <a:cs typeface="Arial"/>
              </a:defRPr>
            </a:lvl5pPr>
            <a:lvl6pPr algn="l">
              <a:defRPr sz="6000" b="1">
                <a:solidFill>
                  <a:srgbClr val="FFFFFF"/>
                </a:solidFill>
                <a:latin typeface="Arial"/>
                <a:ea typeface="Arial"/>
                <a:cs typeface="Arial"/>
              </a:defRPr>
            </a:lvl6pPr>
            <a:lvl7pPr algn="l">
              <a:defRPr sz="6000" b="1">
                <a:solidFill>
                  <a:srgbClr val="FFFFFF"/>
                </a:solidFill>
                <a:latin typeface="Arial"/>
                <a:ea typeface="Arial"/>
                <a:cs typeface="Arial"/>
              </a:defRPr>
            </a:lvl7pPr>
            <a:lvl8pPr algn="l">
              <a:defRPr sz="6000" b="1">
                <a:solidFill>
                  <a:srgbClr val="FFFFFF"/>
                </a:solidFill>
                <a:latin typeface="Arial"/>
                <a:ea typeface="Arial"/>
                <a:cs typeface="Arial"/>
              </a:defRPr>
            </a:lvl8pPr>
            <a:lvl9pPr algn="l">
              <a:defRPr sz="6000" b="1">
                <a:solidFill>
                  <a:srgbClr val="FFFFFF"/>
                </a:solidFill>
                <a:latin typeface="Arial"/>
                <a:ea typeface="Arial"/>
                <a:cs typeface="Arial"/>
              </a:defRPr>
            </a:lvl9pPr>
          </a:lstStyle>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Một lần</a:t>
            </a:r>
          </a:p>
          <a:p xmlns:a="http://schemas.openxmlformats.org/drawingml/2006/main">
            <a:pPr algn="l">
              <a:defRPr sz="6000" b="1">
                <a:solidFill>
                  <a:srgbClr val="FFFFFF"/>
                </a:solidFill>
                <a:latin typeface="Arial"/>
                <a:ea typeface="Arial"/>
                <a:cs typeface="Arial"/>
              </a:defRPr>
            </a:pPr>
            <a:r>
              <a:rPr sz="6000" b="1">
                <a:solidFill>
                  <a:srgbClr val="FFFFFF"/>
                </a:solidFill>
                <a:latin typeface="Arial"/>
                <a:ea typeface="Arial"/>
                <a:cs typeface="Arial"/>
              </a:rPr>
              <a:t>đi khám</a:t>
            </a:r>
          </a:p>
        </p:txBody>
      </p:sp>
      <p:sp>
        <p:nvSpPr>
          <p:cNvPr id="3" name="diagram-3">
            <a:extLst xmlns:a="http://schemas.openxmlformats.org/drawingml/2006/main">
              <a:ext uri="{FF2B5EF4-FFF2-40B4-BE49-F238E27FC236}">
                <a16:creationId xmlns:a16="http://schemas.microsoft.com/office/drawing/2014/main" id="{9A1F99F8-199C-405B-8457-2D03B926A47F}"/>
              </a:ext>
            </a:extLst>
          </p:cNvPr>
          <p:cNvSpPr>
            <a:spLocks xmlns:a="http://schemas.openxmlformats.org/drawingml/2006/main" noGrp="1"/>
          </p:cNvSpPr>
          <p:nvPr/>
        </p:nvSpPr>
        <p:spPr>
          <a:xfrm xmlns:a="http://schemas.openxmlformats.org/drawingml/2006/main">
            <a:off x="619125" y="3914775"/>
            <a:ext cx="7239000" cy="952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400" b="0">
                <a:solidFill>
                  <a:srgbClr val="D5E4F0"/>
                </a:solidFill>
                <a:latin typeface="Arial"/>
                <a:ea typeface="Arial"/>
                <a:cs typeface="Arial"/>
              </a:defRPr>
            </a:defPPr>
            <a:lvl1pPr algn="l">
              <a:defRPr sz="2400" b="0">
                <a:solidFill>
                  <a:srgbClr val="D5E4F0"/>
                </a:solidFill>
                <a:latin typeface="Arial"/>
                <a:ea typeface="Arial"/>
                <a:cs typeface="Arial"/>
              </a:defRPr>
            </a:lvl1pPr>
            <a:lvl2pPr algn="l">
              <a:defRPr sz="2400" b="0">
                <a:solidFill>
                  <a:srgbClr val="D5E4F0"/>
                </a:solidFill>
                <a:latin typeface="Arial"/>
                <a:ea typeface="Arial"/>
                <a:cs typeface="Arial"/>
              </a:defRPr>
            </a:lvl2pPr>
            <a:lvl3pPr algn="l">
              <a:defRPr sz="2400" b="0">
                <a:solidFill>
                  <a:srgbClr val="D5E4F0"/>
                </a:solidFill>
                <a:latin typeface="Arial"/>
                <a:ea typeface="Arial"/>
                <a:cs typeface="Arial"/>
              </a:defRPr>
            </a:lvl3pPr>
            <a:lvl4pPr algn="l">
              <a:defRPr sz="2400" b="0">
                <a:solidFill>
                  <a:srgbClr val="D5E4F0"/>
                </a:solidFill>
                <a:latin typeface="Arial"/>
                <a:ea typeface="Arial"/>
                <a:cs typeface="Arial"/>
              </a:defRPr>
            </a:lvl4pPr>
            <a:lvl5pPr algn="l">
              <a:defRPr sz="2400" b="0">
                <a:solidFill>
                  <a:srgbClr val="D5E4F0"/>
                </a:solidFill>
                <a:latin typeface="Arial"/>
                <a:ea typeface="Arial"/>
                <a:cs typeface="Arial"/>
              </a:defRPr>
            </a:lvl5pPr>
            <a:lvl6pPr algn="l">
              <a:defRPr sz="2400" b="0">
                <a:solidFill>
                  <a:srgbClr val="D5E4F0"/>
                </a:solidFill>
                <a:latin typeface="Arial"/>
                <a:ea typeface="Arial"/>
                <a:cs typeface="Arial"/>
              </a:defRPr>
            </a:lvl6pPr>
            <a:lvl7pPr algn="l">
              <a:defRPr sz="2400" b="0">
                <a:solidFill>
                  <a:srgbClr val="D5E4F0"/>
                </a:solidFill>
                <a:latin typeface="Arial"/>
                <a:ea typeface="Arial"/>
                <a:cs typeface="Arial"/>
              </a:defRPr>
            </a:lvl7pPr>
            <a:lvl8pPr algn="l">
              <a:defRPr sz="2400" b="0">
                <a:solidFill>
                  <a:srgbClr val="D5E4F0"/>
                </a:solidFill>
                <a:latin typeface="Arial"/>
                <a:ea typeface="Arial"/>
                <a:cs typeface="Arial"/>
              </a:defRPr>
            </a:lvl8pPr>
            <a:lvl9pPr algn="l">
              <a:defRPr sz="2400" b="0">
                <a:solidFill>
                  <a:srgbClr val="D5E4F0"/>
                </a:solidFill>
                <a:latin typeface="Arial"/>
                <a:ea typeface="Arial"/>
                <a:cs typeface="Arial"/>
              </a:defRPr>
            </a:lvl9pPr>
          </a:lstStyle>
          <a:p xmlns:a="http://schemas.openxmlformats.org/drawingml/2006/main">
            <a:pPr algn="l">
              <a:defRPr sz="2400" b="0">
                <a:solidFill>
                  <a:srgbClr val="D5E4F0"/>
                </a:solidFill>
                <a:latin typeface="Arial"/>
                <a:ea typeface="Arial"/>
                <a:cs typeface="Arial"/>
              </a:defRPr>
            </a:pPr>
            <a:r>
              <a:rPr sz="2400" b="0">
                <a:solidFill>
                  <a:srgbClr val="D5E4F0"/>
                </a:solidFill>
                <a:latin typeface="Arial"/>
                <a:ea typeface="Arial"/>
                <a:cs typeface="Arial"/>
              </a:rPr>
              <a:t>Hướng dẫn chuyển bước</a:t>
            </a:r>
          </a:p>
          <a:p xmlns:a="http://schemas.openxmlformats.org/drawingml/2006/main">
            <a:pPr algn="l">
              <a:defRPr sz="2400" b="0">
                <a:solidFill>
                  <a:srgbClr val="D5E4F0"/>
                </a:solidFill>
                <a:latin typeface="Arial"/>
                <a:ea typeface="Arial"/>
                <a:cs typeface="Arial"/>
              </a:defRPr>
            </a:pPr>
            <a:r>
              <a:rPr sz="2400" b="0">
                <a:solidFill>
                  <a:srgbClr val="D5E4F0"/>
                </a:solidFill>
                <a:latin typeface="Arial"/>
                <a:ea typeface="Arial"/>
                <a:cs typeface="Arial"/>
              </a:rPr>
              <a:t>trong lượt khám ngoại trú</a:t>
            </a:r>
          </a:p>
        </p:txBody>
      </p:sp>
      <p:sp>
        <p:nvSpPr>
          <p:cNvPr id="4" name="diagram-4">
            <a:extLst xmlns:a="http://schemas.openxmlformats.org/drawingml/2006/main">
              <a:ext uri="{FF2B5EF4-FFF2-40B4-BE49-F238E27FC236}">
                <a16:creationId xmlns:a16="http://schemas.microsoft.com/office/drawing/2014/main" id="{F2CABBD5-3B5C-421D-BAF8-67A9D1EA5B1A}"/>
              </a:ext>
            </a:extLst>
          </p:cNvPr>
          <p:cNvSpPr>
            <a:spLocks xmlns:a="http://schemas.openxmlformats.org/drawingml/2006/main" noGrp="1"/>
          </p:cNvSpPr>
          <p:nvPr/>
        </p:nvSpPr>
        <p:spPr>
          <a:xfrm xmlns:a="http://schemas.openxmlformats.org/drawingml/2006/main">
            <a:off x="8572500" y="1238250"/>
            <a:ext cx="2857500" cy="1428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79B8FF"/>
                </a:solidFill>
                <a:latin typeface="Arial"/>
                <a:ea typeface="Arial"/>
                <a:cs typeface="Arial"/>
              </a:defRPr>
            </a:defPPr>
            <a:lvl1pPr algn="l">
              <a:defRPr sz="2325" b="1">
                <a:solidFill>
                  <a:srgbClr val="79B8FF"/>
                </a:solidFill>
                <a:latin typeface="Arial"/>
                <a:ea typeface="Arial"/>
                <a:cs typeface="Arial"/>
              </a:defRPr>
            </a:lvl1pPr>
            <a:lvl2pPr algn="l">
              <a:defRPr sz="2325" b="1">
                <a:solidFill>
                  <a:srgbClr val="79B8FF"/>
                </a:solidFill>
                <a:latin typeface="Arial"/>
                <a:ea typeface="Arial"/>
                <a:cs typeface="Arial"/>
              </a:defRPr>
            </a:lvl2pPr>
            <a:lvl3pPr algn="l">
              <a:defRPr sz="2325" b="1">
                <a:solidFill>
                  <a:srgbClr val="79B8FF"/>
                </a:solidFill>
                <a:latin typeface="Arial"/>
                <a:ea typeface="Arial"/>
                <a:cs typeface="Arial"/>
              </a:defRPr>
            </a:lvl3pPr>
            <a:lvl4pPr algn="l">
              <a:defRPr sz="2325" b="1">
                <a:solidFill>
                  <a:srgbClr val="79B8FF"/>
                </a:solidFill>
                <a:latin typeface="Arial"/>
                <a:ea typeface="Arial"/>
                <a:cs typeface="Arial"/>
              </a:defRPr>
            </a:lvl4pPr>
            <a:lvl5pPr algn="l">
              <a:defRPr sz="2325" b="1">
                <a:solidFill>
                  <a:srgbClr val="79B8FF"/>
                </a:solidFill>
                <a:latin typeface="Arial"/>
                <a:ea typeface="Arial"/>
                <a:cs typeface="Arial"/>
              </a:defRPr>
            </a:lvl5pPr>
            <a:lvl6pPr algn="l">
              <a:defRPr sz="2325" b="1">
                <a:solidFill>
                  <a:srgbClr val="79B8FF"/>
                </a:solidFill>
                <a:latin typeface="Arial"/>
                <a:ea typeface="Arial"/>
                <a:cs typeface="Arial"/>
              </a:defRPr>
            </a:lvl6pPr>
            <a:lvl7pPr algn="l">
              <a:defRPr sz="2325" b="1">
                <a:solidFill>
                  <a:srgbClr val="79B8FF"/>
                </a:solidFill>
                <a:latin typeface="Arial"/>
                <a:ea typeface="Arial"/>
                <a:cs typeface="Arial"/>
              </a:defRPr>
            </a:lvl7pPr>
            <a:lvl8pPr algn="l">
              <a:defRPr sz="2325" b="1">
                <a:solidFill>
                  <a:srgbClr val="79B8FF"/>
                </a:solidFill>
                <a:latin typeface="Arial"/>
                <a:ea typeface="Arial"/>
                <a:cs typeface="Arial"/>
              </a:defRPr>
            </a:lvl8pPr>
            <a:lvl9pPr algn="l">
              <a:defRPr sz="2325" b="1">
                <a:solidFill>
                  <a:srgbClr val="79B8FF"/>
                </a:solidFill>
                <a:latin typeface="Arial"/>
                <a:ea typeface="Arial"/>
                <a:cs typeface="Arial"/>
              </a:defRPr>
            </a:lvl9pPr>
          </a:lstStyle>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Việc gì tiếp?</a:t>
            </a:r>
          </a:p>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Tới đâu?</a:t>
            </a:r>
          </a:p>
          <a:p xmlns:a="http://schemas.openxmlformats.org/drawingml/2006/main">
            <a:pPr algn="l">
              <a:defRPr sz="2325" b="1">
                <a:solidFill>
                  <a:srgbClr val="79B8FF"/>
                </a:solidFill>
                <a:latin typeface="Arial"/>
                <a:ea typeface="Arial"/>
                <a:cs typeface="Arial"/>
              </a:defRPr>
            </a:pPr>
            <a:r>
              <a:rPr sz="2325" b="1">
                <a:solidFill>
                  <a:srgbClr val="79B8FF"/>
                </a:solidFill>
                <a:latin typeface="Arial"/>
                <a:ea typeface="Arial"/>
                <a:cs typeface="Arial"/>
              </a:rPr>
              <a:t>Khi nào?</a:t>
            </a:r>
          </a:p>
        </p:txBody>
      </p:sp>
      <p:pic>
        <p:nvPicPr>
          <p:cNvPr id="5" name="">
            <a:extLst xmlns:a="http://schemas.openxmlformats.org/drawingml/2006/main">
              <a:ext uri="{FF2B5EF4-FFF2-40B4-BE49-F238E27FC236}">
                <a16:creationId xmlns:a16="http://schemas.microsoft.com/office/drawing/2014/main" id="{B45C7208-1207-4E2C-A633-1B7631117F5B}"/>
              </a:ext>
            </a:extLst>
          </p:cNvPr>
          <p:cNvPicPr>
            <a:picLocks xmlns:a="http://schemas.openxmlformats.org/drawingml/2006/main" noChangeAspect="1"/>
          </p:cNvPicPr>
          <p:nvPr/>
        </p:nvPicPr>
        <p:blipFill>
          <a:blip xmlns:r="http://schemas.openxmlformats.org/officeDocument/2006/relationships" xmlns:a="http://schemas.openxmlformats.org/drawingml/2006/main" r:embed="Rd75a677540614d7a"/>
          <a:stretch xmlns:a="http://schemas.openxmlformats.org/drawingml/2006/main"/>
        </p:blipFill>
        <p:spPr>
          <a:xfrm xmlns:a="http://schemas.openxmlformats.org/drawingml/2006/main">
            <a:off x="8167688" y="2905125"/>
            <a:ext cx="2619375" cy="3143250"/>
          </a:xfrm>
          <a:prstGeom xmlns:a="http://schemas.openxmlformats.org/drawingml/2006/main" prst="rect">
            <a:avLst/>
          </a:prstGeom>
        </p:spPr>
      </p:pic>
      <p:sp>
        <p:nvSpPr>
          <p:cNvPr id="6" name="diagram-5">
            <a:extLst xmlns:a="http://schemas.openxmlformats.org/drawingml/2006/main">
              <a:ext uri="{FF2B5EF4-FFF2-40B4-BE49-F238E27FC236}">
                <a16:creationId xmlns:a16="http://schemas.microsoft.com/office/drawing/2014/main" id="{BBE33AA6-0658-4157-BB2A-689BF51D2B9F}"/>
              </a:ext>
            </a:extLst>
          </p:cNvPr>
          <p:cNvSpPr>
            <a:spLocks xmlns:a="http://schemas.openxmlformats.org/drawingml/2006/main" noGrp="1"/>
          </p:cNvSpPr>
          <p:nvPr/>
        </p:nvSpPr>
        <p:spPr>
          <a:xfrm xmlns:a="http://schemas.openxmlformats.org/drawingml/2006/main">
            <a:off x="619125" y="6200775"/>
            <a:ext cx="10001250"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defRPr sz="1275" b="0">
                <a:solidFill>
                  <a:srgbClr val="C1D2E0"/>
                </a:solidFill>
                <a:latin typeface="Arial"/>
                <a:ea typeface="Arial"/>
                <a:cs typeface="Arial"/>
              </a:defRPr>
            </a:lvl1pPr>
            <a:lvl2pPr algn="l">
              <a:defRPr sz="1275" b="0">
                <a:solidFill>
                  <a:srgbClr val="C1D2E0"/>
                </a:solidFill>
                <a:latin typeface="Arial"/>
                <a:ea typeface="Arial"/>
                <a:cs typeface="Arial"/>
              </a:defRPr>
            </a:lvl2pPr>
            <a:lvl3pPr algn="l">
              <a:defRPr sz="1275" b="0">
                <a:solidFill>
                  <a:srgbClr val="C1D2E0"/>
                </a:solidFill>
                <a:latin typeface="Arial"/>
                <a:ea typeface="Arial"/>
                <a:cs typeface="Arial"/>
              </a:defRPr>
            </a:lvl3pPr>
            <a:lvl4pPr algn="l">
              <a:defRPr sz="1275" b="0">
                <a:solidFill>
                  <a:srgbClr val="C1D2E0"/>
                </a:solidFill>
                <a:latin typeface="Arial"/>
                <a:ea typeface="Arial"/>
                <a:cs typeface="Arial"/>
              </a:defRPr>
            </a:lvl4pPr>
            <a:lvl5pPr algn="l">
              <a:defRPr sz="1275" b="0">
                <a:solidFill>
                  <a:srgbClr val="C1D2E0"/>
                </a:solidFill>
                <a:latin typeface="Arial"/>
                <a:ea typeface="Arial"/>
                <a:cs typeface="Arial"/>
              </a:defRPr>
            </a:lvl5pPr>
            <a:lvl6pPr algn="l">
              <a:defRPr sz="1275" b="0">
                <a:solidFill>
                  <a:srgbClr val="C1D2E0"/>
                </a:solidFill>
                <a:latin typeface="Arial"/>
                <a:ea typeface="Arial"/>
                <a:cs typeface="Arial"/>
              </a:defRPr>
            </a:lvl6pPr>
            <a:lvl7pPr algn="l">
              <a:defRPr sz="1275" b="0">
                <a:solidFill>
                  <a:srgbClr val="C1D2E0"/>
                </a:solidFill>
                <a:latin typeface="Arial"/>
                <a:ea typeface="Arial"/>
                <a:cs typeface="Arial"/>
              </a:defRPr>
            </a:lvl7pPr>
            <a:lvl8pPr algn="l">
              <a:defRPr sz="1275" b="0">
                <a:solidFill>
                  <a:srgbClr val="C1D2E0"/>
                </a:solidFill>
                <a:latin typeface="Arial"/>
                <a:ea typeface="Arial"/>
                <a:cs typeface="Arial"/>
              </a:defRPr>
            </a:lvl8pPr>
            <a:lvl9pPr algn="l">
              <a:defRPr sz="1275" b="0">
                <a:solidFill>
                  <a:srgbClr val="C1D2E0"/>
                </a:solidFill>
                <a:latin typeface="Arial"/>
                <a:ea typeface="Arial"/>
                <a:cs typeface="Arial"/>
              </a:defRPr>
            </a:lvl9pPr>
          </a:lstStyle>
          <a:p xmlns:a="http://schemas.openxmlformats.org/drawingml/2006/main">
            <a:pPr algn="l">
              <a:defRPr sz="1275" b="0">
                <a:solidFill>
                  <a:srgbClr val="C1D2E0"/>
                </a:solidFill>
                <a:latin typeface="Arial"/>
                <a:ea typeface="Arial"/>
                <a:cs typeface="Arial"/>
              </a:defRPr>
            </a:pPr>
            <a:r>
              <a:rPr sz="1275" b="0">
                <a:solidFill>
                  <a:srgbClr val="C1D2E0"/>
                </a:solidFill>
                <a:latin typeface="Arial"/>
                <a:ea typeface="Arial"/>
                <a:cs typeface="Arial"/>
              </a:rPr>
              <a:t>Vinmec · Bản đang hoàn thiện · 19/10/2026</a:t>
            </a:r>
          </a:p>
        </p:txBody>
      </p:sp>
      <p:sp>
        <p:nvSpPr>
          <p:cNvPr id="7" name="diagram-6">
            <a:extLst xmlns:a="http://schemas.openxmlformats.org/drawingml/2006/main">
              <a:ext uri="{FF2B5EF4-FFF2-40B4-BE49-F238E27FC236}">
                <a16:creationId xmlns:a16="http://schemas.microsoft.com/office/drawing/2014/main" id="{7CFC3480-B452-4607-9032-1BF1B82BB0CA}"/>
              </a:ext>
            </a:extLst>
          </p:cNvPr>
          <p:cNvSpPr>
            <a:spLocks xmlns:a="http://schemas.openxmlformats.org/drawingml/2006/main" noGrp="1"/>
          </p:cNvSpPr>
          <p:nvPr/>
        </p:nvSpPr>
        <p:spPr>
          <a:xfrm xmlns:a="http://schemas.openxmlformats.org/drawingml/2006/main">
            <a:off x="11287125" y="6200775"/>
            <a:ext cx="428625" cy="3429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defRPr sz="1350" b="1">
                <a:solidFill>
                  <a:srgbClr val="79B8FF"/>
                </a:solidFill>
                <a:latin typeface="Arial"/>
                <a:ea typeface="Arial"/>
                <a:cs typeface="Arial"/>
              </a:defRPr>
            </a:lvl1pPr>
            <a:lvl2pPr algn="r">
              <a:defRPr sz="1350" b="1">
                <a:solidFill>
                  <a:srgbClr val="79B8FF"/>
                </a:solidFill>
                <a:latin typeface="Arial"/>
                <a:ea typeface="Arial"/>
                <a:cs typeface="Arial"/>
              </a:defRPr>
            </a:lvl2pPr>
            <a:lvl3pPr algn="r">
              <a:defRPr sz="1350" b="1">
                <a:solidFill>
                  <a:srgbClr val="79B8FF"/>
                </a:solidFill>
                <a:latin typeface="Arial"/>
                <a:ea typeface="Arial"/>
                <a:cs typeface="Arial"/>
              </a:defRPr>
            </a:lvl3pPr>
            <a:lvl4pPr algn="r">
              <a:defRPr sz="1350" b="1">
                <a:solidFill>
                  <a:srgbClr val="79B8FF"/>
                </a:solidFill>
                <a:latin typeface="Arial"/>
                <a:ea typeface="Arial"/>
                <a:cs typeface="Arial"/>
              </a:defRPr>
            </a:lvl4pPr>
            <a:lvl5pPr algn="r">
              <a:defRPr sz="1350" b="1">
                <a:solidFill>
                  <a:srgbClr val="79B8FF"/>
                </a:solidFill>
                <a:latin typeface="Arial"/>
                <a:ea typeface="Arial"/>
                <a:cs typeface="Arial"/>
              </a:defRPr>
            </a:lvl5pPr>
            <a:lvl6pPr algn="r">
              <a:defRPr sz="1350" b="1">
                <a:solidFill>
                  <a:srgbClr val="79B8FF"/>
                </a:solidFill>
                <a:latin typeface="Arial"/>
                <a:ea typeface="Arial"/>
                <a:cs typeface="Arial"/>
              </a:defRPr>
            </a:lvl6pPr>
            <a:lvl7pPr algn="r">
              <a:defRPr sz="1350" b="1">
                <a:solidFill>
                  <a:srgbClr val="79B8FF"/>
                </a:solidFill>
                <a:latin typeface="Arial"/>
                <a:ea typeface="Arial"/>
                <a:cs typeface="Arial"/>
              </a:defRPr>
            </a:lvl7pPr>
            <a:lvl8pPr algn="r">
              <a:defRPr sz="1350" b="1">
                <a:solidFill>
                  <a:srgbClr val="79B8FF"/>
                </a:solidFill>
                <a:latin typeface="Arial"/>
                <a:ea typeface="Arial"/>
                <a:cs typeface="Arial"/>
              </a:defRPr>
            </a:lvl8pPr>
            <a:lvl9pPr algn="r">
              <a:defRPr sz="1350" b="1">
                <a:solidFill>
                  <a:srgbClr val="79B8FF"/>
                </a:solidFill>
                <a:latin typeface="Arial"/>
                <a:ea typeface="Arial"/>
                <a:cs typeface="Arial"/>
              </a:defRPr>
            </a:lvl9pPr>
          </a:lstStyle>
          <a:p xmlns:a="http://schemas.openxmlformats.org/drawingml/2006/main">
            <a:pPr algn="r">
              <a:defRPr sz="1350" b="1">
                <a:solidFill>
                  <a:srgbClr val="79B8FF"/>
                </a:solidFill>
                <a:latin typeface="Arial"/>
                <a:ea typeface="Arial"/>
                <a:cs typeface="Arial"/>
              </a:defRPr>
            </a:pPr>
            <a:r>
              <a:rPr sz="1350" b="1">
                <a:solidFill>
                  <a:srgbClr val="79B8FF"/>
                </a:solidFill>
                <a:latin typeface="Arial"/>
                <a:ea typeface="Arial"/>
                <a:cs typeface="Arial"/>
              </a:rPr>
              <a:t>01</a:t>
            </a:r>
          </a:p>
        </p:txBody>
      </p:sp>
    </p:spTree>
    <p:extLst>
      <p:ext uri="{BB962C8B-B14F-4D97-AF65-F5344CB8AC3E}">
        <p14:creationId xmlns:p14="http://schemas.microsoft.com/office/powerpoint/2010/main" val="403818456"/>
      </p:ext>
    </p:extLst>
  </p:cSld>
</p:sld>
</file>

<file path=ppt/slides/slide2.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4" name="diagram-7">
            <a:extLst xmlns:a="http://schemas.openxmlformats.org/drawingml/2006/main">
              <a:ext uri="{FF2B5EF4-FFF2-40B4-BE49-F238E27FC236}">
                <a16:creationId xmlns:a16="http://schemas.microsoft.com/office/drawing/2014/main" id="{1E7AB22E-A91A-4E7A-881A-51136075FF03}"/>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Nghiên cứu trải nghiệm</a:t>
            </a:r>
          </a:p>
        </p:txBody>
      </p:sp>
      <p:sp>
        <p:nvSpPr>
          <p:cNvPr id="2" name="diagram-8">
            <a:extLst xmlns:a="http://schemas.openxmlformats.org/drawingml/2006/main">
              <a:ext uri="{FF2B5EF4-FFF2-40B4-BE49-F238E27FC236}">
                <a16:creationId xmlns:a16="http://schemas.microsoft.com/office/drawing/2014/main" id="{33A247C4-F0D1-4210-8F5E-A86077BAA0D8}"/>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Hai cuộc phỏng vấn và một trải nghiệm tự thuật</a:t>
            </a:r>
          </a:p>
        </p:txBody>
      </p:sp>
      <p:pic>
        <p:nvPicPr>
          <p:cNvPr id="3" name="">
            <a:extLst xmlns:a="http://schemas.openxmlformats.org/drawingml/2006/main">
              <a:ext uri="{FF2B5EF4-FFF2-40B4-BE49-F238E27FC236}">
                <a16:creationId xmlns:a16="http://schemas.microsoft.com/office/drawing/2014/main" id="{DD247944-1323-4911-AC7C-F861DC24603C}"/>
              </a:ext>
            </a:extLst>
          </p:cNvPr>
          <p:cNvPicPr>
            <a:picLocks xmlns:a="http://schemas.openxmlformats.org/drawingml/2006/main" noChangeAspect="1"/>
          </p:cNvPicPr>
          <p:nvPr/>
        </p:nvPicPr>
        <p:blipFill>
          <a:blip xmlns:r="http://schemas.openxmlformats.org/officeDocument/2006/relationships" xmlns:a="http://schemas.openxmlformats.org/drawingml/2006/main" r:embed="R29ce2294f81647dc"/>
          <a:stretch xmlns:a="http://schemas.openxmlformats.org/drawingml/2006/main"/>
        </p:blipFill>
        <p:spPr>
          <a:xfrm xmlns:a="http://schemas.openxmlformats.org/drawingml/2006/main">
            <a:off x="523875" y="2159000"/>
            <a:ext cx="4953000" cy="3302000"/>
          </a:xfrm>
          <a:prstGeom xmlns:a="http://schemas.openxmlformats.org/drawingml/2006/main" prst="rect">
            <a:avLst/>
          </a:prstGeom>
        </p:spPr>
      </p:pic>
      <p:sp>
        <p:nvSpPr>
          <p:cNvPr id="4" name="diagram-9">
            <a:extLst xmlns:a="http://schemas.openxmlformats.org/drawingml/2006/main">
              <a:ext uri="{FF2B5EF4-FFF2-40B4-BE49-F238E27FC236}">
                <a16:creationId xmlns:a16="http://schemas.microsoft.com/office/drawing/2014/main" id="{D1755071-EA80-455B-9323-0FFD11833091}"/>
              </a:ext>
            </a:extLst>
          </p:cNvPr>
          <p:cNvSpPr>
            <a:spLocks xmlns:a="http://schemas.openxmlformats.org/drawingml/2006/main" noGrp="1"/>
          </p:cNvSpPr>
          <p:nvPr/>
        </p:nvSpPr>
        <p:spPr>
          <a:xfrm xmlns:a="http://schemas.openxmlformats.org/drawingml/2006/main">
            <a:off x="6286500" y="1762125"/>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defRPr sz="7875" b="1">
                <a:solidFill>
                  <a:srgbClr val="246BCE"/>
                </a:solidFill>
                <a:latin typeface="Arial"/>
                <a:ea typeface="Arial"/>
                <a:cs typeface="Arial"/>
              </a:defRPr>
            </a:lvl1pPr>
            <a:lvl2pPr algn="l">
              <a:defRPr sz="7875" b="1">
                <a:solidFill>
                  <a:srgbClr val="246BCE"/>
                </a:solidFill>
                <a:latin typeface="Arial"/>
                <a:ea typeface="Arial"/>
                <a:cs typeface="Arial"/>
              </a:defRPr>
            </a:lvl2pPr>
            <a:lvl3pPr algn="l">
              <a:defRPr sz="7875" b="1">
                <a:solidFill>
                  <a:srgbClr val="246BCE"/>
                </a:solidFill>
                <a:latin typeface="Arial"/>
                <a:ea typeface="Arial"/>
                <a:cs typeface="Arial"/>
              </a:defRPr>
            </a:lvl3pPr>
            <a:lvl4pPr algn="l">
              <a:defRPr sz="7875" b="1">
                <a:solidFill>
                  <a:srgbClr val="246BCE"/>
                </a:solidFill>
                <a:latin typeface="Arial"/>
                <a:ea typeface="Arial"/>
                <a:cs typeface="Arial"/>
              </a:defRPr>
            </a:lvl4pPr>
            <a:lvl5pPr algn="l">
              <a:defRPr sz="7875" b="1">
                <a:solidFill>
                  <a:srgbClr val="246BCE"/>
                </a:solidFill>
                <a:latin typeface="Arial"/>
                <a:ea typeface="Arial"/>
                <a:cs typeface="Arial"/>
              </a:defRPr>
            </a:lvl5pPr>
            <a:lvl6pPr algn="l">
              <a:defRPr sz="7875" b="1">
                <a:solidFill>
                  <a:srgbClr val="246BCE"/>
                </a:solidFill>
                <a:latin typeface="Arial"/>
                <a:ea typeface="Arial"/>
                <a:cs typeface="Arial"/>
              </a:defRPr>
            </a:lvl6pPr>
            <a:lvl7pPr algn="l">
              <a:defRPr sz="7875" b="1">
                <a:solidFill>
                  <a:srgbClr val="246BCE"/>
                </a:solidFill>
                <a:latin typeface="Arial"/>
                <a:ea typeface="Arial"/>
                <a:cs typeface="Arial"/>
              </a:defRPr>
            </a:lvl7pPr>
            <a:lvl8pPr algn="l">
              <a:defRPr sz="7875" b="1">
                <a:solidFill>
                  <a:srgbClr val="246BCE"/>
                </a:solidFill>
                <a:latin typeface="Arial"/>
                <a:ea typeface="Arial"/>
                <a:cs typeface="Arial"/>
              </a:defRPr>
            </a:lvl8pPr>
            <a:lvl9pPr algn="l">
              <a:defRPr sz="7875" b="1">
                <a:solidFill>
                  <a:srgbClr val="246BCE"/>
                </a:solidFill>
                <a:latin typeface="Arial"/>
                <a:ea typeface="Arial"/>
                <a:cs typeface="Arial"/>
              </a:defRPr>
            </a:lvl9pPr>
          </a:lstStyle>
          <a:p xmlns:a="http://schemas.openxmlformats.org/drawingml/2006/main">
            <a:pPr algn="l">
              <a:defRPr sz="7875" b="1">
                <a:solidFill>
                  <a:srgbClr val="246BCE"/>
                </a:solidFill>
                <a:latin typeface="Arial"/>
                <a:ea typeface="Arial"/>
                <a:cs typeface="Arial"/>
              </a:defRPr>
            </a:pPr>
            <a:r>
              <a:rPr sz="7875" b="1">
                <a:solidFill>
                  <a:srgbClr val="246BCE"/>
                </a:solidFill>
                <a:latin typeface="Arial"/>
                <a:ea typeface="Arial"/>
                <a:cs typeface="Arial"/>
              </a:rPr>
              <a:t>2</a:t>
            </a:r>
          </a:p>
        </p:txBody>
      </p:sp>
      <p:sp>
        <p:nvSpPr>
          <p:cNvPr id="5" name="diagram-10">
            <a:extLst xmlns:a="http://schemas.openxmlformats.org/drawingml/2006/main">
              <a:ext uri="{FF2B5EF4-FFF2-40B4-BE49-F238E27FC236}">
                <a16:creationId xmlns:a16="http://schemas.microsoft.com/office/drawing/2014/main" id="{F3B91088-B1AE-40C0-ACC6-9FCBA22ECFC1}"/>
              </a:ext>
            </a:extLst>
          </p:cNvPr>
          <p:cNvSpPr>
            <a:spLocks xmlns:a="http://schemas.openxmlformats.org/drawingml/2006/main" noGrp="1"/>
          </p:cNvSpPr>
          <p:nvPr/>
        </p:nvSpPr>
        <p:spPr>
          <a:xfrm xmlns:a="http://schemas.openxmlformats.org/drawingml/2006/main">
            <a:off x="8096250" y="2047875"/>
            <a:ext cx="33813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325" b="1">
                <a:solidFill>
                  <a:srgbClr val="102A43"/>
                </a:solidFill>
                <a:latin typeface="Arial"/>
                <a:ea typeface="Arial"/>
                <a:cs typeface="Arial"/>
              </a:defRPr>
            </a:defPPr>
            <a:lvl1pPr algn="l">
              <a:defRPr sz="2325" b="1">
                <a:solidFill>
                  <a:srgbClr val="102A43"/>
                </a:solidFill>
                <a:latin typeface="Arial"/>
                <a:ea typeface="Arial"/>
                <a:cs typeface="Arial"/>
              </a:defRPr>
            </a:lvl1pPr>
            <a:lvl2pPr algn="l">
              <a:defRPr sz="2325" b="1">
                <a:solidFill>
                  <a:srgbClr val="102A43"/>
                </a:solidFill>
                <a:latin typeface="Arial"/>
                <a:ea typeface="Arial"/>
                <a:cs typeface="Arial"/>
              </a:defRPr>
            </a:lvl2pPr>
            <a:lvl3pPr algn="l">
              <a:defRPr sz="2325" b="1">
                <a:solidFill>
                  <a:srgbClr val="102A43"/>
                </a:solidFill>
                <a:latin typeface="Arial"/>
                <a:ea typeface="Arial"/>
                <a:cs typeface="Arial"/>
              </a:defRPr>
            </a:lvl3pPr>
            <a:lvl4pPr algn="l">
              <a:defRPr sz="2325" b="1">
                <a:solidFill>
                  <a:srgbClr val="102A43"/>
                </a:solidFill>
                <a:latin typeface="Arial"/>
                <a:ea typeface="Arial"/>
                <a:cs typeface="Arial"/>
              </a:defRPr>
            </a:lvl4pPr>
            <a:lvl5pPr algn="l">
              <a:defRPr sz="2325" b="1">
                <a:solidFill>
                  <a:srgbClr val="102A43"/>
                </a:solidFill>
                <a:latin typeface="Arial"/>
                <a:ea typeface="Arial"/>
                <a:cs typeface="Arial"/>
              </a:defRPr>
            </a:lvl5pPr>
            <a:lvl6pPr algn="l">
              <a:defRPr sz="2325" b="1">
                <a:solidFill>
                  <a:srgbClr val="102A43"/>
                </a:solidFill>
                <a:latin typeface="Arial"/>
                <a:ea typeface="Arial"/>
                <a:cs typeface="Arial"/>
              </a:defRPr>
            </a:lvl6pPr>
            <a:lvl7pPr algn="l">
              <a:defRPr sz="2325" b="1">
                <a:solidFill>
                  <a:srgbClr val="102A43"/>
                </a:solidFill>
                <a:latin typeface="Arial"/>
                <a:ea typeface="Arial"/>
                <a:cs typeface="Arial"/>
              </a:defRPr>
            </a:lvl7pPr>
            <a:lvl8pPr algn="l">
              <a:defRPr sz="2325" b="1">
                <a:solidFill>
                  <a:srgbClr val="102A43"/>
                </a:solidFill>
                <a:latin typeface="Arial"/>
                <a:ea typeface="Arial"/>
                <a:cs typeface="Arial"/>
              </a:defRPr>
            </a:lvl8pPr>
            <a:lvl9pPr algn="l">
              <a:defRPr sz="2325" b="1">
                <a:solidFill>
                  <a:srgbClr val="102A43"/>
                </a:solidFill>
                <a:latin typeface="Arial"/>
                <a:ea typeface="Arial"/>
                <a:cs typeface="Arial"/>
              </a:defRPr>
            </a:lvl9pPr>
          </a:lstStyle>
          <a:p xmlns:a="http://schemas.openxmlformats.org/drawingml/2006/main">
            <a:pPr algn="l">
              <a:defRPr sz="2325" b="1">
                <a:solidFill>
                  <a:srgbClr val="102A43"/>
                </a:solidFill>
                <a:latin typeface="Arial"/>
                <a:ea typeface="Arial"/>
                <a:cs typeface="Arial"/>
              </a:defRPr>
            </a:pPr>
            <a:r>
              <a:rPr sz="2325" b="1">
                <a:solidFill>
                  <a:srgbClr val="102A43"/>
                </a:solidFill>
                <a:latin typeface="Arial"/>
                <a:ea typeface="Arial"/>
                <a:cs typeface="Arial"/>
              </a:rPr>
              <a:t>Cuộc phỏng vấn</a:t>
            </a:r>
          </a:p>
        </p:txBody>
      </p:sp>
      <p:sp>
        <p:nvSpPr>
          <p:cNvPr id="6" name="diagram-11">
            <a:extLst xmlns:a="http://schemas.openxmlformats.org/drawingml/2006/main">
              <a:ext uri="{FF2B5EF4-FFF2-40B4-BE49-F238E27FC236}">
                <a16:creationId xmlns:a16="http://schemas.microsoft.com/office/drawing/2014/main" id="{5EA187E1-C6FD-47DA-BD64-A788E94D0EDB}"/>
              </a:ext>
            </a:extLst>
          </p:cNvPr>
          <p:cNvSpPr>
            <a:spLocks xmlns:a="http://schemas.openxmlformats.org/drawingml/2006/main" noGrp="1"/>
          </p:cNvSpPr>
          <p:nvPr/>
        </p:nvSpPr>
        <p:spPr>
          <a:xfrm xmlns:a="http://schemas.openxmlformats.org/drawingml/2006/main">
            <a:off x="8096250" y="2667000"/>
            <a:ext cx="3381375"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Trải nghiệm người tham gia kể lại</a:t>
            </a:r>
          </a:p>
        </p:txBody>
      </p:sp>
      <p:sp>
        <p:nvSpPr>
          <p:cNvPr id="7" name="diagram-12">
            <a:extLst xmlns:a="http://schemas.openxmlformats.org/drawingml/2006/main">
              <a:ext uri="{FF2B5EF4-FFF2-40B4-BE49-F238E27FC236}">
                <a16:creationId xmlns:a16="http://schemas.microsoft.com/office/drawing/2014/main" id="{828D2383-56BE-4174-BC0A-AE3B80A10A32}"/>
              </a:ext>
            </a:extLst>
          </p:cNvPr>
          <p:cNvSpPr>
            <a:spLocks xmlns:a="http://schemas.openxmlformats.org/drawingml/2006/main" noGrp="1"/>
          </p:cNvSpPr>
          <p:nvPr/>
        </p:nvSpPr>
        <p:spPr>
          <a:xfrm xmlns:a="http://schemas.openxmlformats.org/drawingml/2006/main">
            <a:off x="6286500" y="3619500"/>
            <a:ext cx="5191125"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sp>
        <p:nvSpPr>
          <p:cNvPr id="8" name="diagram-13">
            <a:extLst xmlns:a="http://schemas.openxmlformats.org/drawingml/2006/main">
              <a:ext uri="{FF2B5EF4-FFF2-40B4-BE49-F238E27FC236}">
                <a16:creationId xmlns:a16="http://schemas.microsoft.com/office/drawing/2014/main" id="{EE3EA8B5-023F-4B56-BABF-5A61BE370BEC}"/>
              </a:ext>
            </a:extLst>
          </p:cNvPr>
          <p:cNvSpPr>
            <a:spLocks xmlns:a="http://schemas.openxmlformats.org/drawingml/2006/main" noGrp="1"/>
          </p:cNvSpPr>
          <p:nvPr/>
        </p:nvSpPr>
        <p:spPr>
          <a:xfrm xmlns:a="http://schemas.openxmlformats.org/drawingml/2006/main">
            <a:off x="6286500" y="3810000"/>
            <a:ext cx="152400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875" b="1">
                <a:solidFill>
                  <a:srgbClr val="246BCE"/>
                </a:solidFill>
                <a:latin typeface="Arial"/>
                <a:ea typeface="Arial"/>
                <a:cs typeface="Arial"/>
              </a:defRPr>
            </a:defPPr>
            <a:lvl1pPr algn="l">
              <a:defRPr sz="7875" b="1">
                <a:solidFill>
                  <a:srgbClr val="246BCE"/>
                </a:solidFill>
                <a:latin typeface="Arial"/>
                <a:ea typeface="Arial"/>
                <a:cs typeface="Arial"/>
              </a:defRPr>
            </a:lvl1pPr>
            <a:lvl2pPr algn="l">
              <a:defRPr sz="7875" b="1">
                <a:solidFill>
                  <a:srgbClr val="246BCE"/>
                </a:solidFill>
                <a:latin typeface="Arial"/>
                <a:ea typeface="Arial"/>
                <a:cs typeface="Arial"/>
              </a:defRPr>
            </a:lvl2pPr>
            <a:lvl3pPr algn="l">
              <a:defRPr sz="7875" b="1">
                <a:solidFill>
                  <a:srgbClr val="246BCE"/>
                </a:solidFill>
                <a:latin typeface="Arial"/>
                <a:ea typeface="Arial"/>
                <a:cs typeface="Arial"/>
              </a:defRPr>
            </a:lvl3pPr>
            <a:lvl4pPr algn="l">
              <a:defRPr sz="7875" b="1">
                <a:solidFill>
                  <a:srgbClr val="246BCE"/>
                </a:solidFill>
                <a:latin typeface="Arial"/>
                <a:ea typeface="Arial"/>
                <a:cs typeface="Arial"/>
              </a:defRPr>
            </a:lvl4pPr>
            <a:lvl5pPr algn="l">
              <a:defRPr sz="7875" b="1">
                <a:solidFill>
                  <a:srgbClr val="246BCE"/>
                </a:solidFill>
                <a:latin typeface="Arial"/>
                <a:ea typeface="Arial"/>
                <a:cs typeface="Arial"/>
              </a:defRPr>
            </a:lvl5pPr>
            <a:lvl6pPr algn="l">
              <a:defRPr sz="7875" b="1">
                <a:solidFill>
                  <a:srgbClr val="246BCE"/>
                </a:solidFill>
                <a:latin typeface="Arial"/>
                <a:ea typeface="Arial"/>
                <a:cs typeface="Arial"/>
              </a:defRPr>
            </a:lvl6pPr>
            <a:lvl7pPr algn="l">
              <a:defRPr sz="7875" b="1">
                <a:solidFill>
                  <a:srgbClr val="246BCE"/>
                </a:solidFill>
                <a:latin typeface="Arial"/>
                <a:ea typeface="Arial"/>
                <a:cs typeface="Arial"/>
              </a:defRPr>
            </a:lvl7pPr>
            <a:lvl8pPr algn="l">
              <a:defRPr sz="7875" b="1">
                <a:solidFill>
                  <a:srgbClr val="246BCE"/>
                </a:solidFill>
                <a:latin typeface="Arial"/>
                <a:ea typeface="Arial"/>
                <a:cs typeface="Arial"/>
              </a:defRPr>
            </a:lvl8pPr>
            <a:lvl9pPr algn="l">
              <a:defRPr sz="7875" b="1">
                <a:solidFill>
                  <a:srgbClr val="246BCE"/>
                </a:solidFill>
                <a:latin typeface="Arial"/>
                <a:ea typeface="Arial"/>
                <a:cs typeface="Arial"/>
              </a:defRPr>
            </a:lvl9pPr>
          </a:lstStyle>
          <a:p xmlns:a="http://schemas.openxmlformats.org/drawingml/2006/main">
            <a:pPr algn="l">
              <a:defRPr sz="7875" b="1">
                <a:solidFill>
                  <a:srgbClr val="246BCE"/>
                </a:solidFill>
                <a:latin typeface="Arial"/>
                <a:ea typeface="Arial"/>
                <a:cs typeface="Arial"/>
              </a:defRPr>
            </a:pPr>
            <a:r>
              <a:rPr sz="7875" b="1">
                <a:solidFill>
                  <a:srgbClr val="246BCE"/>
                </a:solidFill>
                <a:latin typeface="Arial"/>
                <a:ea typeface="Arial"/>
                <a:cs typeface="Arial"/>
              </a:rPr>
              <a:t>1</a:t>
            </a:r>
          </a:p>
        </p:txBody>
      </p:sp>
      <p:sp>
        <p:nvSpPr>
          <p:cNvPr id="9" name="diagram-14">
            <a:extLst xmlns:a="http://schemas.openxmlformats.org/drawingml/2006/main">
              <a:ext uri="{FF2B5EF4-FFF2-40B4-BE49-F238E27FC236}">
                <a16:creationId xmlns:a16="http://schemas.microsoft.com/office/drawing/2014/main" id="{D4AF769B-AE71-4E46-B20C-F607E0078E90}"/>
              </a:ext>
            </a:extLst>
          </p:cNvPr>
          <p:cNvSpPr>
            <a:spLocks xmlns:a="http://schemas.openxmlformats.org/drawingml/2006/main" noGrp="1"/>
          </p:cNvSpPr>
          <p:nvPr/>
        </p:nvSpPr>
        <p:spPr>
          <a:xfrm xmlns:a="http://schemas.openxmlformats.org/drawingml/2006/main">
            <a:off x="8096250" y="4000500"/>
            <a:ext cx="3381375"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102A43"/>
                </a:solidFill>
                <a:latin typeface="Arial"/>
                <a:ea typeface="Arial"/>
                <a:cs typeface="Arial"/>
              </a:defRPr>
            </a:defPPr>
            <a:lvl1pPr algn="l">
              <a:defRPr sz="2250" b="1">
                <a:solidFill>
                  <a:srgbClr val="102A43"/>
                </a:solidFill>
                <a:latin typeface="Arial"/>
                <a:ea typeface="Arial"/>
                <a:cs typeface="Arial"/>
              </a:defRPr>
            </a:lvl1pPr>
            <a:lvl2pPr algn="l">
              <a:defRPr sz="2250" b="1">
                <a:solidFill>
                  <a:srgbClr val="102A43"/>
                </a:solidFill>
                <a:latin typeface="Arial"/>
                <a:ea typeface="Arial"/>
                <a:cs typeface="Arial"/>
              </a:defRPr>
            </a:lvl2pPr>
            <a:lvl3pPr algn="l">
              <a:defRPr sz="2250" b="1">
                <a:solidFill>
                  <a:srgbClr val="102A43"/>
                </a:solidFill>
                <a:latin typeface="Arial"/>
                <a:ea typeface="Arial"/>
                <a:cs typeface="Arial"/>
              </a:defRPr>
            </a:lvl3pPr>
            <a:lvl4pPr algn="l">
              <a:defRPr sz="2250" b="1">
                <a:solidFill>
                  <a:srgbClr val="102A43"/>
                </a:solidFill>
                <a:latin typeface="Arial"/>
                <a:ea typeface="Arial"/>
                <a:cs typeface="Arial"/>
              </a:defRPr>
            </a:lvl4pPr>
            <a:lvl5pPr algn="l">
              <a:defRPr sz="2250" b="1">
                <a:solidFill>
                  <a:srgbClr val="102A43"/>
                </a:solidFill>
                <a:latin typeface="Arial"/>
                <a:ea typeface="Arial"/>
                <a:cs typeface="Arial"/>
              </a:defRPr>
            </a:lvl5pPr>
            <a:lvl6pPr algn="l">
              <a:defRPr sz="2250" b="1">
                <a:solidFill>
                  <a:srgbClr val="102A43"/>
                </a:solidFill>
                <a:latin typeface="Arial"/>
                <a:ea typeface="Arial"/>
                <a:cs typeface="Arial"/>
              </a:defRPr>
            </a:lvl6pPr>
            <a:lvl7pPr algn="l">
              <a:defRPr sz="2250" b="1">
                <a:solidFill>
                  <a:srgbClr val="102A43"/>
                </a:solidFill>
                <a:latin typeface="Arial"/>
                <a:ea typeface="Arial"/>
                <a:cs typeface="Arial"/>
              </a:defRPr>
            </a:lvl7pPr>
            <a:lvl8pPr algn="l">
              <a:defRPr sz="2250" b="1">
                <a:solidFill>
                  <a:srgbClr val="102A43"/>
                </a:solidFill>
                <a:latin typeface="Arial"/>
                <a:ea typeface="Arial"/>
                <a:cs typeface="Arial"/>
              </a:defRPr>
            </a:lvl8pPr>
            <a:lvl9pPr algn="l">
              <a:defRPr sz="2250" b="1">
                <a:solidFill>
                  <a:srgbClr val="102A43"/>
                </a:solidFill>
                <a:latin typeface="Arial"/>
                <a:ea typeface="Arial"/>
                <a:cs typeface="Arial"/>
              </a:defRPr>
            </a:lvl9pPr>
          </a:lstStyle>
          <a:p xmlns:a="http://schemas.openxmlformats.org/drawingml/2006/main">
            <a:pPr algn="l">
              <a:defRPr sz="2250" b="1">
                <a:solidFill>
                  <a:srgbClr val="102A43"/>
                </a:solidFill>
                <a:latin typeface="Arial"/>
                <a:ea typeface="Arial"/>
                <a:cs typeface="Arial"/>
              </a:defRPr>
            </a:pPr>
            <a:r>
              <a:rPr sz="2250" b="1">
                <a:solidFill>
                  <a:srgbClr val="102A43"/>
                </a:solidFill>
                <a:latin typeface="Arial"/>
                <a:ea typeface="Arial"/>
                <a:cs typeface="Arial"/>
              </a:rPr>
              <a:t>Trải nghiệm tự thuật</a:t>
            </a:r>
          </a:p>
        </p:txBody>
      </p:sp>
      <p:sp>
        <p:nvSpPr>
          <p:cNvPr id="10" name="diagram-15">
            <a:extLst xmlns:a="http://schemas.openxmlformats.org/drawingml/2006/main">
              <a:ext uri="{FF2B5EF4-FFF2-40B4-BE49-F238E27FC236}">
                <a16:creationId xmlns:a16="http://schemas.microsoft.com/office/drawing/2014/main" id="{70EA080D-682E-4C33-9A28-51EB49BA5576}"/>
              </a:ext>
            </a:extLst>
          </p:cNvPr>
          <p:cNvSpPr>
            <a:spLocks xmlns:a="http://schemas.openxmlformats.org/drawingml/2006/main" noGrp="1"/>
          </p:cNvSpPr>
          <p:nvPr/>
        </p:nvSpPr>
        <p:spPr>
          <a:xfrm xmlns:a="http://schemas.openxmlformats.org/drawingml/2006/main">
            <a:off x="8096250" y="4810125"/>
            <a:ext cx="3381375"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Góc nhìn của người làm bài</a:t>
            </a:r>
          </a:p>
        </p:txBody>
      </p:sp>
      <p:sp>
        <p:nvSpPr>
          <p:cNvPr id="11" name="diagram-16">
            <a:extLst xmlns:a="http://schemas.openxmlformats.org/drawingml/2006/main">
              <a:ext uri="{FF2B5EF4-FFF2-40B4-BE49-F238E27FC236}">
                <a16:creationId xmlns:a16="http://schemas.microsoft.com/office/drawing/2014/main" id="{C7845FEB-7A69-48C7-88C1-D880BBDA92B7}"/>
              </a:ext>
            </a:extLst>
          </p:cNvPr>
          <p:cNvSpPr>
            <a:spLocks xmlns:a="http://schemas.openxmlformats.org/drawingml/2006/main" noGrp="1"/>
          </p:cNvSpPr>
          <p:nvPr/>
        </p:nvSpPr>
        <p:spPr>
          <a:xfrm xmlns:a="http://schemas.openxmlformats.org/drawingml/2006/main">
            <a:off x="666750" y="5676900"/>
            <a:ext cx="10810875"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Tổng hợp hành vi, cảm nhận và điểm vướng để xác định nhu cầu.</a:t>
            </a:r>
          </a:p>
        </p:txBody>
      </p:sp>
      <p:sp>
        <p:nvSpPr>
          <p:cNvPr id="12" name="diagram-17">
            <a:extLst xmlns:a="http://schemas.openxmlformats.org/drawingml/2006/main">
              <a:ext uri="{FF2B5EF4-FFF2-40B4-BE49-F238E27FC236}">
                <a16:creationId xmlns:a16="http://schemas.microsoft.com/office/drawing/2014/main" id="{16481D6E-2B35-4A6D-8C8D-A3042DF8A714}"/>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Dữ liệu ẩn danh; ghi chép diễn giải; mẫu nghiên cứu còn nhỏ.</a:t>
            </a:r>
          </a:p>
        </p:txBody>
      </p:sp>
      <p:sp>
        <p:nvSpPr>
          <p:cNvPr id="13" name="diagram-18">
            <a:extLst xmlns:a="http://schemas.openxmlformats.org/drawingml/2006/main">
              <a:ext uri="{FF2B5EF4-FFF2-40B4-BE49-F238E27FC236}">
                <a16:creationId xmlns:a16="http://schemas.microsoft.com/office/drawing/2014/main" id="{D6D180D4-0654-4D80-986D-F4F066644AC5}"/>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02</a:t>
            </a:r>
          </a:p>
        </p:txBody>
      </p:sp>
    </p:spTree>
    <p:extLst>
      <p:ext uri="{BB962C8B-B14F-4D97-AF65-F5344CB8AC3E}">
        <p14:creationId xmlns:p14="http://schemas.microsoft.com/office/powerpoint/2010/main" val="1369485007"/>
      </p:ext>
    </p:extLst>
  </p:cSld>
</p:sld>
</file>

<file path=ppt/slides/slide3.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9" name="diagram-19">
            <a:extLst xmlns:a="http://schemas.openxmlformats.org/drawingml/2006/main">
              <a:ext uri="{FF2B5EF4-FFF2-40B4-BE49-F238E27FC236}">
                <a16:creationId xmlns:a16="http://schemas.microsoft.com/office/drawing/2014/main" id="{2295682E-B64B-4053-8FB2-CF2CB5809736}"/>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Điểm đau nằm ở các lần chuyển bước</a:t>
            </a:r>
          </a:p>
        </p:txBody>
      </p:sp>
      <p:sp>
        <p:nvSpPr>
          <p:cNvPr id="2" name="diagram-20">
            <a:extLst xmlns:a="http://schemas.openxmlformats.org/drawingml/2006/main">
              <a:ext uri="{FF2B5EF4-FFF2-40B4-BE49-F238E27FC236}">
                <a16:creationId xmlns:a16="http://schemas.microsoft.com/office/drawing/2014/main" id="{12A2E564-F5FF-40F5-B8AC-C076A7FBE61F}"/>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Dòng việc tiếp tục, nhưng thông tin để quyết định có thể bị đứt đoạn</a:t>
            </a:r>
          </a:p>
        </p:txBody>
      </p:sp>
      <p:pic>
        <p:nvPicPr>
          <p:cNvPr id="3" name="">
            <a:extLst xmlns:a="http://schemas.openxmlformats.org/drawingml/2006/main">
              <a:ext uri="{FF2B5EF4-FFF2-40B4-BE49-F238E27FC236}">
                <a16:creationId xmlns:a16="http://schemas.microsoft.com/office/drawing/2014/main" id="{F1BCE5D0-4593-4609-A80C-0A4026C2A7CF}"/>
              </a:ext>
            </a:extLst>
          </p:cNvPr>
          <p:cNvPicPr>
            <a:picLocks xmlns:a="http://schemas.openxmlformats.org/drawingml/2006/main" noChangeAspect="1"/>
          </p:cNvPicPr>
          <p:nvPr/>
        </p:nvPicPr>
        <p:blipFill>
          <a:blip xmlns:r="http://schemas.openxmlformats.org/officeDocument/2006/relationships" xmlns:a="http://schemas.openxmlformats.org/drawingml/2006/main" r:embed="Ref7ba0de281d4a8d">
            <a:extLst>
              <a:ext uri="{96DAC541-7B7A-43D3-8B79-37D633B846F1}">
                <asvg:svgBlip xmlns:asvg="http://schemas.microsoft.com/office/drawing/2016/SVG/main" r:embed="Rc89e19404d2e4141"/>
              </a:ext>
            </a:extLst>
          </a:blip>
          <a:stretch xmlns:a="http://schemas.openxmlformats.org/drawingml/2006/main"/>
        </p:blipFill>
        <p:spPr>
          <a:xfrm xmlns:a="http://schemas.openxmlformats.org/drawingml/2006/main">
            <a:off x="1276350" y="2590800"/>
            <a:ext cx="266700" cy="2667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BFA3001-13E2-47A1-84BC-C47FAAA80645}"/>
              </a:ext>
            </a:extLst>
          </p:cNvPr>
          <p:cNvPicPr>
            <a:picLocks xmlns:a="http://schemas.openxmlformats.org/drawingml/2006/main" noChangeAspect="1"/>
          </p:cNvPicPr>
          <p:nvPr/>
        </p:nvPicPr>
        <p:blipFill>
          <a:blip xmlns:r="http://schemas.openxmlformats.org/officeDocument/2006/relationships" xmlns:a="http://schemas.openxmlformats.org/drawingml/2006/main" r:embed="Rf2e4815b834a4ee0">
            <a:extLst>
              <a:ext uri="{96DAC541-7B7A-43D3-8B79-37D633B846F1}">
                <asvg:svgBlip xmlns:asvg="http://schemas.microsoft.com/office/drawing/2016/SVG/main" r:embed="R761bfdb1df5e41c0"/>
              </a:ext>
            </a:extLst>
          </a:blip>
          <a:stretch xmlns:a="http://schemas.openxmlformats.org/drawingml/2006/main"/>
        </p:blipFill>
        <p:spPr>
          <a:xfrm xmlns:a="http://schemas.openxmlformats.org/drawingml/2006/main">
            <a:off x="3609975" y="2590800"/>
            <a:ext cx="266700" cy="2667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1BE3CDDE-3765-4EFA-B32A-59689C20F679}"/>
              </a:ext>
            </a:extLst>
          </p:cNvPr>
          <p:cNvPicPr>
            <a:picLocks xmlns:a="http://schemas.openxmlformats.org/drawingml/2006/main" noChangeAspect="1"/>
          </p:cNvPicPr>
          <p:nvPr/>
        </p:nvPicPr>
        <p:blipFill>
          <a:blip xmlns:r="http://schemas.openxmlformats.org/officeDocument/2006/relationships" xmlns:a="http://schemas.openxmlformats.org/drawingml/2006/main" r:embed="R3f290c5273774fe7">
            <a:extLst>
              <a:ext uri="{96DAC541-7B7A-43D3-8B79-37D633B846F1}">
                <asvg:svgBlip xmlns:asvg="http://schemas.microsoft.com/office/drawing/2016/SVG/main" r:embed="R265686e7573441ad"/>
              </a:ext>
            </a:extLst>
          </a:blip>
          <a:stretch xmlns:a="http://schemas.openxmlformats.org/drawingml/2006/main"/>
        </p:blipFill>
        <p:spPr>
          <a:xfrm xmlns:a="http://schemas.openxmlformats.org/drawingml/2006/main">
            <a:off x="5943600" y="2590800"/>
            <a:ext cx="266700" cy="26670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F1CCAC02-CF2E-4174-AE65-D6DDD610F82F}"/>
              </a:ext>
            </a:extLst>
          </p:cNvPr>
          <p:cNvPicPr>
            <a:picLocks xmlns:a="http://schemas.openxmlformats.org/drawingml/2006/main" noChangeAspect="1"/>
          </p:cNvPicPr>
          <p:nvPr/>
        </p:nvPicPr>
        <p:blipFill>
          <a:blip xmlns:r="http://schemas.openxmlformats.org/officeDocument/2006/relationships" xmlns:a="http://schemas.openxmlformats.org/drawingml/2006/main" r:embed="R8bb129bdbcd444ce">
            <a:extLst>
              <a:ext uri="{96DAC541-7B7A-43D3-8B79-37D633B846F1}">
                <asvg:svgBlip xmlns:asvg="http://schemas.microsoft.com/office/drawing/2016/SVG/main" r:embed="R1a133056a049461b"/>
              </a:ext>
            </a:extLst>
          </a:blip>
          <a:stretch xmlns:a="http://schemas.openxmlformats.org/drawingml/2006/main"/>
        </p:blipFill>
        <p:spPr>
          <a:xfrm xmlns:a="http://schemas.openxmlformats.org/drawingml/2006/main">
            <a:off x="8277225" y="2590800"/>
            <a:ext cx="266700" cy="2667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92ADABA8-0877-4FD0-9267-49655B4EC757}"/>
              </a:ext>
            </a:extLst>
          </p:cNvPr>
          <p:cNvPicPr>
            <a:picLocks xmlns:a="http://schemas.openxmlformats.org/drawingml/2006/main" noChangeAspect="1"/>
          </p:cNvPicPr>
          <p:nvPr/>
        </p:nvPicPr>
        <p:blipFill>
          <a:blip xmlns:r="http://schemas.openxmlformats.org/officeDocument/2006/relationships" xmlns:a="http://schemas.openxmlformats.org/drawingml/2006/main" r:embed="Rcddc6a1e4ece44d1">
            <a:extLst>
              <a:ext uri="{96DAC541-7B7A-43D3-8B79-37D633B846F1}">
                <asvg:svgBlip xmlns:asvg="http://schemas.microsoft.com/office/drawing/2016/SVG/main" r:embed="Ra3297ea6d9ab4093"/>
              </a:ext>
            </a:extLst>
          </a:blip>
          <a:stretch xmlns:a="http://schemas.openxmlformats.org/drawingml/2006/main"/>
        </p:blipFill>
        <p:spPr>
          <a:xfrm xmlns:a="http://schemas.openxmlformats.org/drawingml/2006/main">
            <a:off x="10610850" y="2590800"/>
            <a:ext cx="266700" cy="266700"/>
          </a:xfrm>
          <a:prstGeom xmlns:a="http://schemas.openxmlformats.org/drawingml/2006/main" prst="rect">
            <a:avLst/>
          </a:prstGeom>
        </p:spPr>
      </p:pic>
      <p:sp>
        <p:nvSpPr>
          <p:cNvPr id="8" name="diagram-21">
            <a:extLst xmlns:a="http://schemas.openxmlformats.org/drawingml/2006/main">
              <a:ext uri="{FF2B5EF4-FFF2-40B4-BE49-F238E27FC236}">
                <a16:creationId xmlns:a16="http://schemas.microsoft.com/office/drawing/2014/main" id="{9520FB18-449D-4AE3-86E6-55395762C5B8}"/>
              </a:ext>
            </a:extLst>
          </p:cNvPr>
          <p:cNvSpPr>
            <a:spLocks xmlns:a="http://schemas.openxmlformats.org/drawingml/2006/main" noGrp="1"/>
          </p:cNvSpPr>
          <p:nvPr/>
        </p:nvSpPr>
        <p:spPr>
          <a:xfrm xmlns:a="http://schemas.openxmlformats.org/drawingml/2006/main">
            <a:off x="5715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9" name="diagram-22">
            <a:extLst xmlns:a="http://schemas.openxmlformats.org/drawingml/2006/main">
              <a:ext uri="{FF2B5EF4-FFF2-40B4-BE49-F238E27FC236}">
                <a16:creationId xmlns:a16="http://schemas.microsoft.com/office/drawing/2014/main" id="{20E5C5C2-3297-410B-9788-5B5946B49BE8}"/>
              </a:ext>
            </a:extLst>
          </p:cNvPr>
          <p:cNvSpPr>
            <a:spLocks xmlns:a="http://schemas.openxmlformats.org/drawingml/2006/main" noGrp="1"/>
          </p:cNvSpPr>
          <p:nvPr/>
        </p:nvSpPr>
        <p:spPr>
          <a:xfrm xmlns:a="http://schemas.openxmlformats.org/drawingml/2006/main">
            <a:off x="6667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Rời phòng</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khám đầu</a:t>
            </a:r>
          </a:p>
        </p:txBody>
      </p:sp>
      <p:sp>
        <p:nvSpPr>
          <p:cNvPr id="10" name="diagram-23">
            <a:extLst xmlns:a="http://schemas.openxmlformats.org/drawingml/2006/main">
              <a:ext uri="{FF2B5EF4-FFF2-40B4-BE49-F238E27FC236}">
                <a16:creationId xmlns:a16="http://schemas.microsoft.com/office/drawing/2014/main" id="{BF373B51-D183-40E0-B089-B6E0C47754AF}"/>
              </a:ext>
            </a:extLst>
          </p:cNvPr>
          <p:cNvSpPr>
            <a:spLocks xmlns:a="http://schemas.openxmlformats.org/drawingml/2006/main" noGrp="1"/>
          </p:cNvSpPr>
          <p:nvPr/>
        </p:nvSpPr>
        <p:spPr>
          <a:xfrm xmlns:a="http://schemas.openxmlformats.org/drawingml/2006/main">
            <a:off x="290512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1" name="diagram-24">
            <a:extLst xmlns:a="http://schemas.openxmlformats.org/drawingml/2006/main">
              <a:ext uri="{FF2B5EF4-FFF2-40B4-BE49-F238E27FC236}">
                <a16:creationId xmlns:a16="http://schemas.microsoft.com/office/drawing/2014/main" id="{14B54122-3FA2-4F42-B765-604CE01864BA}"/>
              </a:ext>
            </a:extLst>
          </p:cNvPr>
          <p:cNvSpPr>
            <a:spLocks xmlns:a="http://schemas.openxmlformats.org/drawingml/2006/main" noGrp="1"/>
          </p:cNvSpPr>
          <p:nvPr/>
        </p:nvSpPr>
        <p:spPr>
          <a:xfrm xmlns:a="http://schemas.openxmlformats.org/drawingml/2006/main">
            <a:off x="300037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Tìm điểm</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tiếp theo</a:t>
            </a:r>
          </a:p>
        </p:txBody>
      </p:sp>
      <p:sp>
        <p:nvSpPr>
          <p:cNvPr id="12" name="diagram-25">
            <a:extLst xmlns:a="http://schemas.openxmlformats.org/drawingml/2006/main">
              <a:ext uri="{FF2B5EF4-FFF2-40B4-BE49-F238E27FC236}">
                <a16:creationId xmlns:a16="http://schemas.microsoft.com/office/drawing/2014/main" id="{667208E1-FEE0-4EE3-99B0-9EA418350650}"/>
              </a:ext>
            </a:extLst>
          </p:cNvPr>
          <p:cNvSpPr>
            <a:spLocks xmlns:a="http://schemas.openxmlformats.org/drawingml/2006/main" noGrp="1"/>
          </p:cNvSpPr>
          <p:nvPr/>
        </p:nvSpPr>
        <p:spPr>
          <a:xfrm xmlns:a="http://schemas.openxmlformats.org/drawingml/2006/main">
            <a:off x="523875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26">
            <a:extLst xmlns:a="http://schemas.openxmlformats.org/drawingml/2006/main">
              <a:ext uri="{FF2B5EF4-FFF2-40B4-BE49-F238E27FC236}">
                <a16:creationId xmlns:a16="http://schemas.microsoft.com/office/drawing/2014/main" id="{32B84AD6-192E-423E-9B3C-0681A82EFE63}"/>
              </a:ext>
            </a:extLst>
          </p:cNvPr>
          <p:cNvSpPr>
            <a:spLocks xmlns:a="http://schemas.openxmlformats.org/drawingml/2006/main" noGrp="1"/>
          </p:cNvSpPr>
          <p:nvPr/>
        </p:nvSpPr>
        <p:spPr>
          <a:xfrm xmlns:a="http://schemas.openxmlformats.org/drawingml/2006/main">
            <a:off x="533400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Thực hiện</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dịch vụ</a:t>
            </a:r>
          </a:p>
        </p:txBody>
      </p:sp>
      <p:sp>
        <p:nvSpPr>
          <p:cNvPr id="14" name="diagram-27">
            <a:extLst xmlns:a="http://schemas.openxmlformats.org/drawingml/2006/main">
              <a:ext uri="{FF2B5EF4-FFF2-40B4-BE49-F238E27FC236}">
                <a16:creationId xmlns:a16="http://schemas.microsoft.com/office/drawing/2014/main" id="{BC0726DF-549B-46E7-8F38-5D3ABAA04BD0}"/>
              </a:ext>
            </a:extLst>
          </p:cNvPr>
          <p:cNvSpPr>
            <a:spLocks xmlns:a="http://schemas.openxmlformats.org/drawingml/2006/main" noGrp="1"/>
          </p:cNvSpPr>
          <p:nvPr/>
        </p:nvSpPr>
        <p:spPr>
          <a:xfrm xmlns:a="http://schemas.openxmlformats.org/drawingml/2006/main">
            <a:off x="7572375"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5" name="diagram-28">
            <a:extLst xmlns:a="http://schemas.openxmlformats.org/drawingml/2006/main">
              <a:ext uri="{FF2B5EF4-FFF2-40B4-BE49-F238E27FC236}">
                <a16:creationId xmlns:a16="http://schemas.microsoft.com/office/drawing/2014/main" id="{69493561-EF7B-48EF-BE31-D077A3154C3E}"/>
              </a:ext>
            </a:extLst>
          </p:cNvPr>
          <p:cNvSpPr>
            <a:spLocks xmlns:a="http://schemas.openxmlformats.org/drawingml/2006/main" noGrp="1"/>
          </p:cNvSpPr>
          <p:nvPr/>
        </p:nvSpPr>
        <p:spPr>
          <a:xfrm xmlns:a="http://schemas.openxmlformats.org/drawingml/2006/main">
            <a:off x="7667625"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Chờ và nhận</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kết quả</a:t>
            </a:r>
          </a:p>
        </p:txBody>
      </p:sp>
      <p:sp>
        <p:nvSpPr>
          <p:cNvPr id="16" name="diagram-29">
            <a:extLst xmlns:a="http://schemas.openxmlformats.org/drawingml/2006/main">
              <a:ext uri="{FF2B5EF4-FFF2-40B4-BE49-F238E27FC236}">
                <a16:creationId xmlns:a16="http://schemas.microsoft.com/office/drawing/2014/main" id="{4A7E3C3F-8857-4219-B4F8-712F1C7D4C43}"/>
              </a:ext>
            </a:extLst>
          </p:cNvPr>
          <p:cNvSpPr>
            <a:spLocks xmlns:a="http://schemas.openxmlformats.org/drawingml/2006/main" noGrp="1"/>
          </p:cNvSpPr>
          <p:nvPr/>
        </p:nvSpPr>
        <p:spPr>
          <a:xfrm xmlns:a="http://schemas.openxmlformats.org/drawingml/2006/main">
            <a:off x="9906000" y="2895600"/>
            <a:ext cx="1714500" cy="895350"/>
          </a:xfrm>
          <a:prstGeom xmlns:a="http://schemas.openxmlformats.org/drawingml/2006/main" prst="roundRect">
            <a:avLst>
              <a:gd name="adj" fmla="val 8511"/>
            </a:avLst>
          </a:prstGeom>
          <a:solidFill xmlns:a="http://schemas.openxmlformats.org/drawingml/2006/main">
            <a:srgbClr val="FFFFFF"/>
          </a:solidFill>
          <a:ln xmlns:a="http://schemas.openxmlformats.org/drawingml/2006/main" w="19050">
            <a:solidFill>
              <a:srgbClr val="246BCE"/>
            </a:solidFill>
            <a:prstDash val="solid"/>
          </a:ln>
        </p:spPr>
      </p:sp>
      <p:sp>
        <p:nvSpPr>
          <p:cNvPr id="17" name="diagram-30">
            <a:extLst xmlns:a="http://schemas.openxmlformats.org/drawingml/2006/main">
              <a:ext uri="{FF2B5EF4-FFF2-40B4-BE49-F238E27FC236}">
                <a16:creationId xmlns:a16="http://schemas.microsoft.com/office/drawing/2014/main" id="{42FC3354-88CE-4CB5-BF2F-17F83C7D067E}"/>
              </a:ext>
            </a:extLst>
          </p:cNvPr>
          <p:cNvSpPr>
            <a:spLocks xmlns:a="http://schemas.openxmlformats.org/drawingml/2006/main" noGrp="1"/>
          </p:cNvSpPr>
          <p:nvPr/>
        </p:nvSpPr>
        <p:spPr>
          <a:xfrm xmlns:a="http://schemas.openxmlformats.org/drawingml/2006/main">
            <a:off x="10001250" y="2943225"/>
            <a:ext cx="1524000" cy="8001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Quay lại</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bác sĩ</a:t>
            </a:r>
          </a:p>
        </p:txBody>
      </p:sp>
      <p:sp>
        <p:nvSpPr>
          <p:cNvPr id="18" name="diagram-31">
            <a:extLst xmlns:a="http://schemas.openxmlformats.org/drawingml/2006/main">
              <a:ext uri="{FF2B5EF4-FFF2-40B4-BE49-F238E27FC236}">
                <a16:creationId xmlns:a16="http://schemas.microsoft.com/office/drawing/2014/main" id="{27973D78-EE12-4EB6-9AE2-7F13A86EF032}"/>
              </a:ext>
            </a:extLst>
          </p:cNvPr>
          <p:cNvSpPr>
            <a:spLocks xmlns:a="http://schemas.openxmlformats.org/drawingml/2006/main" noGrp="1"/>
          </p:cNvSpPr>
          <p:nvPr/>
        </p:nvSpPr>
        <p:spPr>
          <a:xfrm xmlns:a="http://schemas.openxmlformats.org/drawingml/2006/main">
            <a:off x="228600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19" name="diagram-32">
            <a:extLst xmlns:a="http://schemas.openxmlformats.org/drawingml/2006/main">
              <a:ext uri="{FF2B5EF4-FFF2-40B4-BE49-F238E27FC236}">
                <a16:creationId xmlns:a16="http://schemas.microsoft.com/office/drawing/2014/main" id="{429440E7-15C5-45C0-BA7D-3A1A548278CB}"/>
              </a:ext>
            </a:extLst>
          </p:cNvPr>
          <p:cNvSpPr>
            <a:spLocks xmlns:a="http://schemas.openxmlformats.org/drawingml/2006/main" noGrp="1"/>
          </p:cNvSpPr>
          <p:nvPr/>
        </p:nvSpPr>
        <p:spPr>
          <a:xfrm xmlns:a="http://schemas.openxmlformats.org/drawingml/2006/main">
            <a:off x="282416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0" name="diagram-33">
            <a:extLst xmlns:a="http://schemas.openxmlformats.org/drawingml/2006/main">
              <a:ext uri="{FF2B5EF4-FFF2-40B4-BE49-F238E27FC236}">
                <a16:creationId xmlns:a16="http://schemas.microsoft.com/office/drawing/2014/main" id="{2EB3F221-3471-4253-866E-7062DAF7C55E}"/>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1" name="diagram-34">
            <a:extLst xmlns:a="http://schemas.openxmlformats.org/drawingml/2006/main">
              <a:ext uri="{FF2B5EF4-FFF2-40B4-BE49-F238E27FC236}">
                <a16:creationId xmlns:a16="http://schemas.microsoft.com/office/drawing/2014/main" id="{D36E097A-BAD4-42FE-8C94-5188CD7318DE}"/>
              </a:ext>
            </a:extLst>
          </p:cNvPr>
          <p:cNvSpPr>
            <a:spLocks xmlns:a="http://schemas.openxmlformats.org/drawingml/2006/main" noGrp="1"/>
          </p:cNvSpPr>
          <p:nvPr/>
        </p:nvSpPr>
        <p:spPr>
          <a:xfrm xmlns:a="http://schemas.openxmlformats.org/drawingml/2006/main">
            <a:off x="235743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2" name="diagram-35">
            <a:extLst xmlns:a="http://schemas.openxmlformats.org/drawingml/2006/main">
              <a:ext uri="{FF2B5EF4-FFF2-40B4-BE49-F238E27FC236}">
                <a16:creationId xmlns:a16="http://schemas.microsoft.com/office/drawing/2014/main" id="{97CBA8BF-116C-47E6-A732-E4F54A87F56A}"/>
              </a:ext>
            </a:extLst>
          </p:cNvPr>
          <p:cNvSpPr>
            <a:spLocks xmlns:a="http://schemas.openxmlformats.org/drawingml/2006/main" noGrp="1"/>
          </p:cNvSpPr>
          <p:nvPr/>
        </p:nvSpPr>
        <p:spPr>
          <a:xfrm xmlns:a="http://schemas.openxmlformats.org/drawingml/2006/main">
            <a:off x="4619625" y="3276600"/>
            <a:ext cx="619125"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3" name="diagram-36">
            <a:extLst xmlns:a="http://schemas.openxmlformats.org/drawingml/2006/main">
              <a:ext uri="{FF2B5EF4-FFF2-40B4-BE49-F238E27FC236}">
                <a16:creationId xmlns:a16="http://schemas.microsoft.com/office/drawing/2014/main" id="{BF3AFD20-4481-464C-B6BA-4ABB11449B61}"/>
              </a:ext>
            </a:extLst>
          </p:cNvPr>
          <p:cNvSpPr>
            <a:spLocks xmlns:a="http://schemas.openxmlformats.org/drawingml/2006/main" noGrp="1"/>
          </p:cNvSpPr>
          <p:nvPr/>
        </p:nvSpPr>
        <p:spPr>
          <a:xfrm xmlns:a="http://schemas.openxmlformats.org/drawingml/2006/main">
            <a:off x="6953250"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4" name="diagram-37">
            <a:extLst xmlns:a="http://schemas.openxmlformats.org/drawingml/2006/main">
              <a:ext uri="{FF2B5EF4-FFF2-40B4-BE49-F238E27FC236}">
                <a16:creationId xmlns:a16="http://schemas.microsoft.com/office/drawing/2014/main" id="{05D407DD-0321-4BDB-B8A6-E1F29C1929E5}"/>
              </a:ext>
            </a:extLst>
          </p:cNvPr>
          <p:cNvSpPr>
            <a:spLocks xmlns:a="http://schemas.openxmlformats.org/drawingml/2006/main" noGrp="1"/>
          </p:cNvSpPr>
          <p:nvPr/>
        </p:nvSpPr>
        <p:spPr>
          <a:xfrm xmlns:a="http://schemas.openxmlformats.org/drawingml/2006/main">
            <a:off x="7491413"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5" name="diagram-38">
            <a:extLst xmlns:a="http://schemas.openxmlformats.org/drawingml/2006/main">
              <a:ext uri="{FF2B5EF4-FFF2-40B4-BE49-F238E27FC236}">
                <a16:creationId xmlns:a16="http://schemas.microsoft.com/office/drawing/2014/main" id="{B2EFE3C0-FFD1-42B5-97FA-F46043027AD9}"/>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26" name="diagram-39">
            <a:extLst xmlns:a="http://schemas.openxmlformats.org/drawingml/2006/main">
              <a:ext uri="{FF2B5EF4-FFF2-40B4-BE49-F238E27FC236}">
                <a16:creationId xmlns:a16="http://schemas.microsoft.com/office/drawing/2014/main" id="{4A1F0556-520A-46D3-9372-5B8088D010D9}"/>
              </a:ext>
            </a:extLst>
          </p:cNvPr>
          <p:cNvSpPr>
            <a:spLocks xmlns:a="http://schemas.openxmlformats.org/drawingml/2006/main" noGrp="1"/>
          </p:cNvSpPr>
          <p:nvPr/>
        </p:nvSpPr>
        <p:spPr>
          <a:xfrm xmlns:a="http://schemas.openxmlformats.org/drawingml/2006/main">
            <a:off x="7024688"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27" name="diagram-40">
            <a:extLst xmlns:a="http://schemas.openxmlformats.org/drawingml/2006/main">
              <a:ext uri="{FF2B5EF4-FFF2-40B4-BE49-F238E27FC236}">
                <a16:creationId xmlns:a16="http://schemas.microsoft.com/office/drawing/2014/main" id="{5D3EC47D-D243-4338-A84B-9CD185EFF076}"/>
              </a:ext>
            </a:extLst>
          </p:cNvPr>
          <p:cNvSpPr>
            <a:spLocks xmlns:a="http://schemas.openxmlformats.org/drawingml/2006/main" noGrp="1"/>
          </p:cNvSpPr>
          <p:nvPr/>
        </p:nvSpPr>
        <p:spPr>
          <a:xfrm xmlns:a="http://schemas.openxmlformats.org/drawingml/2006/main">
            <a:off x="9286875"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8" name="diagram-41">
            <a:extLst xmlns:a="http://schemas.openxmlformats.org/drawingml/2006/main">
              <a:ext uri="{FF2B5EF4-FFF2-40B4-BE49-F238E27FC236}">
                <a16:creationId xmlns:a16="http://schemas.microsoft.com/office/drawing/2014/main" id="{3D2DC78B-867B-4B81-99A7-ABC85C7510DE}"/>
              </a:ext>
            </a:extLst>
          </p:cNvPr>
          <p:cNvSpPr>
            <a:spLocks xmlns:a="http://schemas.openxmlformats.org/drawingml/2006/main" noGrp="1"/>
          </p:cNvSpPr>
          <p:nvPr/>
        </p:nvSpPr>
        <p:spPr>
          <a:xfrm xmlns:a="http://schemas.openxmlformats.org/drawingml/2006/main">
            <a:off x="9825038" y="3333750"/>
            <a:ext cx="80963" cy="38100"/>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29" name="diagram-42">
            <a:extLst xmlns:a="http://schemas.openxmlformats.org/drawingml/2006/main">
              <a:ext uri="{FF2B5EF4-FFF2-40B4-BE49-F238E27FC236}">
                <a16:creationId xmlns:a16="http://schemas.microsoft.com/office/drawing/2014/main" id="{EAF76A7F-FE13-4A55-93E2-5B715E71603B}"/>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ellipse">
            <a:avLst/>
          </a:prstGeom>
          <a:solidFill xmlns:a="http://schemas.openxmlformats.org/drawingml/2006/main">
            <a:srgbClr val="FCEBED"/>
          </a:solidFill>
          <a:ln xmlns:a="http://schemas.openxmlformats.org/drawingml/2006/main" w="0">
            <a:noFill/>
            <a:prstDash val="solid"/>
          </a:ln>
        </p:spPr>
      </p:sp>
      <p:sp>
        <p:nvSpPr>
          <p:cNvPr id="30" name="diagram-43">
            <a:extLst xmlns:a="http://schemas.openxmlformats.org/drawingml/2006/main">
              <a:ext uri="{FF2B5EF4-FFF2-40B4-BE49-F238E27FC236}">
                <a16:creationId xmlns:a16="http://schemas.microsoft.com/office/drawing/2014/main" id="{204B9ED4-F7E9-4600-93A2-B2DE973264DE}"/>
              </a:ext>
            </a:extLst>
          </p:cNvPr>
          <p:cNvSpPr>
            <a:spLocks xmlns:a="http://schemas.openxmlformats.org/drawingml/2006/main" noGrp="1"/>
          </p:cNvSpPr>
          <p:nvPr/>
        </p:nvSpPr>
        <p:spPr>
          <a:xfrm xmlns:a="http://schemas.openxmlformats.org/drawingml/2006/main">
            <a:off x="9358313" y="3114675"/>
            <a:ext cx="476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3450" b="1">
                <a:solidFill>
                  <a:srgbClr val="D64D53"/>
                </a:solidFill>
                <a:latin typeface="Arial"/>
                <a:ea typeface="Arial"/>
                <a:cs typeface="Arial"/>
              </a:defRPr>
            </a:defPPr>
            <a:lvl1pPr algn="ctr">
              <a:defRPr sz="3450" b="1">
                <a:solidFill>
                  <a:srgbClr val="D64D53"/>
                </a:solidFill>
                <a:latin typeface="Arial"/>
                <a:ea typeface="Arial"/>
                <a:cs typeface="Arial"/>
              </a:defRPr>
            </a:lvl1pPr>
            <a:lvl2pPr algn="ctr">
              <a:defRPr sz="3450" b="1">
                <a:solidFill>
                  <a:srgbClr val="D64D53"/>
                </a:solidFill>
                <a:latin typeface="Arial"/>
                <a:ea typeface="Arial"/>
                <a:cs typeface="Arial"/>
              </a:defRPr>
            </a:lvl2pPr>
            <a:lvl3pPr algn="ctr">
              <a:defRPr sz="3450" b="1">
                <a:solidFill>
                  <a:srgbClr val="D64D53"/>
                </a:solidFill>
                <a:latin typeface="Arial"/>
                <a:ea typeface="Arial"/>
                <a:cs typeface="Arial"/>
              </a:defRPr>
            </a:lvl3pPr>
            <a:lvl4pPr algn="ctr">
              <a:defRPr sz="3450" b="1">
                <a:solidFill>
                  <a:srgbClr val="D64D53"/>
                </a:solidFill>
                <a:latin typeface="Arial"/>
                <a:ea typeface="Arial"/>
                <a:cs typeface="Arial"/>
              </a:defRPr>
            </a:lvl4pPr>
            <a:lvl5pPr algn="ctr">
              <a:defRPr sz="3450" b="1">
                <a:solidFill>
                  <a:srgbClr val="D64D53"/>
                </a:solidFill>
                <a:latin typeface="Arial"/>
                <a:ea typeface="Arial"/>
                <a:cs typeface="Arial"/>
              </a:defRPr>
            </a:lvl5pPr>
            <a:lvl6pPr algn="ctr">
              <a:defRPr sz="3450" b="1">
                <a:solidFill>
                  <a:srgbClr val="D64D53"/>
                </a:solidFill>
                <a:latin typeface="Arial"/>
                <a:ea typeface="Arial"/>
                <a:cs typeface="Arial"/>
              </a:defRPr>
            </a:lvl6pPr>
            <a:lvl7pPr algn="ctr">
              <a:defRPr sz="3450" b="1">
                <a:solidFill>
                  <a:srgbClr val="D64D53"/>
                </a:solidFill>
                <a:latin typeface="Arial"/>
                <a:ea typeface="Arial"/>
                <a:cs typeface="Arial"/>
              </a:defRPr>
            </a:lvl7pPr>
            <a:lvl8pPr algn="ctr">
              <a:defRPr sz="3450" b="1">
                <a:solidFill>
                  <a:srgbClr val="D64D53"/>
                </a:solidFill>
                <a:latin typeface="Arial"/>
                <a:ea typeface="Arial"/>
                <a:cs typeface="Arial"/>
              </a:defRPr>
            </a:lvl8pPr>
            <a:lvl9pPr algn="ctr">
              <a:defRPr sz="3450" b="1">
                <a:solidFill>
                  <a:srgbClr val="D64D53"/>
                </a:solidFill>
                <a:latin typeface="Arial"/>
                <a:ea typeface="Arial"/>
                <a:cs typeface="Arial"/>
              </a:defRPr>
            </a:lvl9pPr>
          </a:lstStyle>
          <a:p xmlns:a="http://schemas.openxmlformats.org/drawingml/2006/main">
            <a:pPr algn="ctr">
              <a:defRPr sz="3450" b="1">
                <a:solidFill>
                  <a:srgbClr val="D64D53"/>
                </a:solidFill>
                <a:latin typeface="Arial"/>
                <a:ea typeface="Arial"/>
                <a:cs typeface="Arial"/>
              </a:defRPr>
            </a:pPr>
            <a:r>
              <a:rPr sz="3450" b="1">
                <a:solidFill>
                  <a:srgbClr val="D64D53"/>
                </a:solidFill>
                <a:latin typeface="Arial"/>
                <a:ea typeface="Arial"/>
                <a:cs typeface="Arial"/>
              </a:rPr>
              <a:t>×</a:t>
            </a:r>
          </a:p>
        </p:txBody>
      </p:sp>
      <p:sp>
        <p:nvSpPr>
          <p:cNvPr id="31" name="diagram-44">
            <a:extLst xmlns:a="http://schemas.openxmlformats.org/drawingml/2006/main">
              <a:ext uri="{FF2B5EF4-FFF2-40B4-BE49-F238E27FC236}">
                <a16:creationId xmlns:a16="http://schemas.microsoft.com/office/drawing/2014/main" id="{7CBDAFF0-394B-4785-9D00-B58D78668CA3}"/>
              </a:ext>
            </a:extLst>
          </p:cNvPr>
          <p:cNvSpPr>
            <a:spLocks xmlns:a="http://schemas.openxmlformats.org/drawingml/2006/main" noGrp="1"/>
          </p:cNvSpPr>
          <p:nvPr/>
        </p:nvSpPr>
        <p:spPr>
          <a:xfrm xmlns:a="http://schemas.openxmlformats.org/drawingml/2006/main">
            <a:off x="1524000" y="1857375"/>
            <a:ext cx="2428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Chưa rõ bước tiếp</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và nơi cần đến</a:t>
            </a:r>
          </a:p>
        </p:txBody>
      </p:sp>
      <p:sp>
        <p:nvSpPr>
          <p:cNvPr id="32" name="diagram-45">
            <a:extLst xmlns:a="http://schemas.openxmlformats.org/drawingml/2006/main">
              <a:ext uri="{FF2B5EF4-FFF2-40B4-BE49-F238E27FC236}">
                <a16:creationId xmlns:a16="http://schemas.microsoft.com/office/drawing/2014/main" id="{2EDE0713-7935-4F3C-9CF0-7920C549022E}"/>
              </a:ext>
            </a:extLst>
          </p:cNvPr>
          <p:cNvSpPr>
            <a:spLocks xmlns:a="http://schemas.openxmlformats.org/drawingml/2006/main" noGrp="1"/>
          </p:cNvSpPr>
          <p:nvPr/>
        </p:nvSpPr>
        <p:spPr>
          <a:xfrm xmlns:a="http://schemas.openxmlformats.org/drawingml/2006/main">
            <a:off x="6096000" y="1857375"/>
            <a:ext cx="233362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Khó biết</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diễn tiến</a:t>
            </a:r>
          </a:p>
        </p:txBody>
      </p:sp>
      <p:sp>
        <p:nvSpPr>
          <p:cNvPr id="33" name="diagram-46">
            <a:extLst xmlns:a="http://schemas.openxmlformats.org/drawingml/2006/main">
              <a:ext uri="{FF2B5EF4-FFF2-40B4-BE49-F238E27FC236}">
                <a16:creationId xmlns:a16="http://schemas.microsoft.com/office/drawing/2014/main" id="{0BCD8F83-3456-425E-A7F4-81B2E648EAEC}"/>
              </a:ext>
            </a:extLst>
          </p:cNvPr>
          <p:cNvSpPr>
            <a:spLocks xmlns:a="http://schemas.openxmlformats.org/drawingml/2006/main" noGrp="1"/>
          </p:cNvSpPr>
          <p:nvPr/>
        </p:nvSpPr>
        <p:spPr>
          <a:xfrm xmlns:a="http://schemas.openxmlformats.org/drawingml/2006/main">
            <a:off x="8572500" y="1857375"/>
            <a:ext cx="2809875"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D64D53"/>
                </a:solidFill>
                <a:latin typeface="Arial"/>
                <a:ea typeface="Arial"/>
                <a:cs typeface="Arial"/>
              </a:defRPr>
            </a:defPPr>
            <a:lvl1pPr algn="ctr">
              <a:defRPr sz="1725" b="1">
                <a:solidFill>
                  <a:srgbClr val="D64D53"/>
                </a:solidFill>
                <a:latin typeface="Arial"/>
                <a:ea typeface="Arial"/>
                <a:cs typeface="Arial"/>
              </a:defRPr>
            </a:lvl1pPr>
            <a:lvl2pPr algn="ctr">
              <a:defRPr sz="1725" b="1">
                <a:solidFill>
                  <a:srgbClr val="D64D53"/>
                </a:solidFill>
                <a:latin typeface="Arial"/>
                <a:ea typeface="Arial"/>
                <a:cs typeface="Arial"/>
              </a:defRPr>
            </a:lvl2pPr>
            <a:lvl3pPr algn="ctr">
              <a:defRPr sz="1725" b="1">
                <a:solidFill>
                  <a:srgbClr val="D64D53"/>
                </a:solidFill>
                <a:latin typeface="Arial"/>
                <a:ea typeface="Arial"/>
                <a:cs typeface="Arial"/>
              </a:defRPr>
            </a:lvl3pPr>
            <a:lvl4pPr algn="ctr">
              <a:defRPr sz="1725" b="1">
                <a:solidFill>
                  <a:srgbClr val="D64D53"/>
                </a:solidFill>
                <a:latin typeface="Arial"/>
                <a:ea typeface="Arial"/>
                <a:cs typeface="Arial"/>
              </a:defRPr>
            </a:lvl4pPr>
            <a:lvl5pPr algn="ctr">
              <a:defRPr sz="1725" b="1">
                <a:solidFill>
                  <a:srgbClr val="D64D53"/>
                </a:solidFill>
                <a:latin typeface="Arial"/>
                <a:ea typeface="Arial"/>
                <a:cs typeface="Arial"/>
              </a:defRPr>
            </a:lvl5pPr>
            <a:lvl6pPr algn="ctr">
              <a:defRPr sz="1725" b="1">
                <a:solidFill>
                  <a:srgbClr val="D64D53"/>
                </a:solidFill>
                <a:latin typeface="Arial"/>
                <a:ea typeface="Arial"/>
                <a:cs typeface="Arial"/>
              </a:defRPr>
            </a:lvl6pPr>
            <a:lvl7pPr algn="ctr">
              <a:defRPr sz="1725" b="1">
                <a:solidFill>
                  <a:srgbClr val="D64D53"/>
                </a:solidFill>
                <a:latin typeface="Arial"/>
                <a:ea typeface="Arial"/>
                <a:cs typeface="Arial"/>
              </a:defRPr>
            </a:lvl7pPr>
            <a:lvl8pPr algn="ctr">
              <a:defRPr sz="1725" b="1">
                <a:solidFill>
                  <a:srgbClr val="D64D53"/>
                </a:solidFill>
                <a:latin typeface="Arial"/>
                <a:ea typeface="Arial"/>
                <a:cs typeface="Arial"/>
              </a:defRPr>
            </a:lvl8pPr>
            <a:lvl9pPr algn="ctr">
              <a:defRPr sz="1725" b="1">
                <a:solidFill>
                  <a:srgbClr val="D64D53"/>
                </a:solidFill>
                <a:latin typeface="Arial"/>
                <a:ea typeface="Arial"/>
                <a:cs typeface="Arial"/>
              </a:defRPr>
            </a:lvl9pPr>
          </a:lstStyle>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Chưa rõ lúc nào</a:t>
            </a:r>
          </a:p>
          <a:p xmlns:a="http://schemas.openxmlformats.org/drawingml/2006/main">
            <a:pPr algn="ctr">
              <a:defRPr sz="1725" b="1">
                <a:solidFill>
                  <a:srgbClr val="D64D53"/>
                </a:solidFill>
                <a:latin typeface="Arial"/>
                <a:ea typeface="Arial"/>
                <a:cs typeface="Arial"/>
              </a:defRPr>
            </a:pPr>
            <a:r>
              <a:rPr sz="1725" b="1">
                <a:solidFill>
                  <a:srgbClr val="D64D53"/>
                </a:solidFill>
                <a:latin typeface="Arial"/>
                <a:ea typeface="Arial"/>
                <a:cs typeface="Arial"/>
              </a:rPr>
              <a:t>có thể quay lại</a:t>
            </a:r>
          </a:p>
        </p:txBody>
      </p:sp>
      <p:sp>
        <p:nvSpPr>
          <p:cNvPr id="34" name="diagram-47">
            <a:extLst xmlns:a="http://schemas.openxmlformats.org/drawingml/2006/main">
              <a:ext uri="{FF2B5EF4-FFF2-40B4-BE49-F238E27FC236}">
                <a16:creationId xmlns:a16="http://schemas.microsoft.com/office/drawing/2014/main" id="{BD2DFB17-7568-4560-92AD-07377CF308FC}"/>
              </a:ext>
            </a:extLst>
          </p:cNvPr>
          <p:cNvSpPr>
            <a:spLocks xmlns:a="http://schemas.openxmlformats.org/drawingml/2006/main" noGrp="1"/>
          </p:cNvSpPr>
          <p:nvPr/>
        </p:nvSpPr>
        <p:spPr>
          <a:xfrm xmlns:a="http://schemas.openxmlformats.org/drawingml/2006/main">
            <a:off x="1428750" y="4733925"/>
            <a:ext cx="9382125" cy="47625"/>
          </a:xfrm>
          <a:prstGeom xmlns:a="http://schemas.openxmlformats.org/drawingml/2006/main" prst="rect">
            <a:avLst/>
          </a:prstGeom>
          <a:solidFill xmlns:a="http://schemas.openxmlformats.org/drawingml/2006/main">
            <a:srgbClr val="E5EFFC"/>
          </a:solidFill>
          <a:ln xmlns:a="http://schemas.openxmlformats.org/drawingml/2006/main" w="0">
            <a:noFill/>
            <a:prstDash val="solid"/>
          </a:ln>
        </p:spPr>
      </p:sp>
      <p:sp>
        <p:nvSpPr>
          <p:cNvPr id="35" name="diagram-48">
            <a:extLst xmlns:a="http://schemas.openxmlformats.org/drawingml/2006/main">
              <a:ext uri="{FF2B5EF4-FFF2-40B4-BE49-F238E27FC236}">
                <a16:creationId xmlns:a16="http://schemas.microsoft.com/office/drawing/2014/main" id="{A7EE1E5E-10F0-4399-803C-D6DCBD60940B}"/>
              </a:ext>
            </a:extLst>
          </p:cNvPr>
          <p:cNvSpPr>
            <a:spLocks xmlns:a="http://schemas.openxmlformats.org/drawingml/2006/main" noGrp="1"/>
          </p:cNvSpPr>
          <p:nvPr/>
        </p:nvSpPr>
        <p:spPr>
          <a:xfrm xmlns:a="http://schemas.openxmlformats.org/drawingml/2006/main">
            <a:off x="1143000" y="5000625"/>
            <a:ext cx="99060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00" b="1">
                <a:solidFill>
                  <a:srgbClr val="246BCE"/>
                </a:solidFill>
                <a:latin typeface="Arial"/>
                <a:ea typeface="Arial"/>
                <a:cs typeface="Arial"/>
              </a:defRPr>
            </a:defPPr>
            <a:lvl1pPr algn="ctr">
              <a:defRPr sz="2100" b="1">
                <a:solidFill>
                  <a:srgbClr val="246BCE"/>
                </a:solidFill>
                <a:latin typeface="Arial"/>
                <a:ea typeface="Arial"/>
                <a:cs typeface="Arial"/>
              </a:defRPr>
            </a:lvl1pPr>
            <a:lvl2pPr algn="ctr">
              <a:defRPr sz="2100" b="1">
                <a:solidFill>
                  <a:srgbClr val="246BCE"/>
                </a:solidFill>
                <a:latin typeface="Arial"/>
                <a:ea typeface="Arial"/>
                <a:cs typeface="Arial"/>
              </a:defRPr>
            </a:lvl2pPr>
            <a:lvl3pPr algn="ctr">
              <a:defRPr sz="2100" b="1">
                <a:solidFill>
                  <a:srgbClr val="246BCE"/>
                </a:solidFill>
                <a:latin typeface="Arial"/>
                <a:ea typeface="Arial"/>
                <a:cs typeface="Arial"/>
              </a:defRPr>
            </a:lvl3pPr>
            <a:lvl4pPr algn="ctr">
              <a:defRPr sz="2100" b="1">
                <a:solidFill>
                  <a:srgbClr val="246BCE"/>
                </a:solidFill>
                <a:latin typeface="Arial"/>
                <a:ea typeface="Arial"/>
                <a:cs typeface="Arial"/>
              </a:defRPr>
            </a:lvl4pPr>
            <a:lvl5pPr algn="ctr">
              <a:defRPr sz="2100" b="1">
                <a:solidFill>
                  <a:srgbClr val="246BCE"/>
                </a:solidFill>
                <a:latin typeface="Arial"/>
                <a:ea typeface="Arial"/>
                <a:cs typeface="Arial"/>
              </a:defRPr>
            </a:lvl5pPr>
            <a:lvl6pPr algn="ctr">
              <a:defRPr sz="2100" b="1">
                <a:solidFill>
                  <a:srgbClr val="246BCE"/>
                </a:solidFill>
                <a:latin typeface="Arial"/>
                <a:ea typeface="Arial"/>
                <a:cs typeface="Arial"/>
              </a:defRPr>
            </a:lvl6pPr>
            <a:lvl7pPr algn="ctr">
              <a:defRPr sz="2100" b="1">
                <a:solidFill>
                  <a:srgbClr val="246BCE"/>
                </a:solidFill>
                <a:latin typeface="Arial"/>
                <a:ea typeface="Arial"/>
                <a:cs typeface="Arial"/>
              </a:defRPr>
            </a:lvl7pPr>
            <a:lvl8pPr algn="ctr">
              <a:defRPr sz="2100" b="1">
                <a:solidFill>
                  <a:srgbClr val="246BCE"/>
                </a:solidFill>
                <a:latin typeface="Arial"/>
                <a:ea typeface="Arial"/>
                <a:cs typeface="Arial"/>
              </a:defRPr>
            </a:lvl8pPr>
            <a:lvl9pPr algn="ctr">
              <a:defRPr sz="2100" b="1">
                <a:solidFill>
                  <a:srgbClr val="246BCE"/>
                </a:solidFill>
                <a:latin typeface="Arial"/>
                <a:ea typeface="Arial"/>
                <a:cs typeface="Arial"/>
              </a:defRPr>
            </a:lvl9pPr>
          </a:lstStyle>
          <a:p xmlns:a="http://schemas.openxmlformats.org/drawingml/2006/main">
            <a:pPr algn="ctr">
              <a:defRPr sz="2100" b="1">
                <a:solidFill>
                  <a:srgbClr val="246BCE"/>
                </a:solidFill>
                <a:latin typeface="Arial"/>
                <a:ea typeface="Arial"/>
                <a:cs typeface="Arial"/>
              </a:defRPr>
            </a:pPr>
            <a:r>
              <a:rPr sz="2100" b="1">
                <a:solidFill>
                  <a:srgbClr val="246BCE"/>
                </a:solidFill>
                <a:latin typeface="Arial"/>
                <a:ea typeface="Arial"/>
                <a:cs typeface="Arial"/>
              </a:rPr>
              <a:t>Tìm giấy hoặc hỏi nhân viên để nối lại thông tin</a:t>
            </a:r>
          </a:p>
        </p:txBody>
      </p:sp>
      <p:sp>
        <p:nvSpPr>
          <p:cNvPr id="36" name="diagram-49">
            <a:extLst xmlns:a="http://schemas.openxmlformats.org/drawingml/2006/main">
              <a:ext uri="{FF2B5EF4-FFF2-40B4-BE49-F238E27FC236}">
                <a16:creationId xmlns:a16="http://schemas.microsoft.com/office/drawing/2014/main" id="{47B4F888-64D8-4B29-A87B-939B31837873}"/>
              </a:ext>
            </a:extLst>
          </p:cNvPr>
          <p:cNvSpPr>
            <a:spLocks xmlns:a="http://schemas.openxmlformats.org/drawingml/2006/main" noGrp="1"/>
          </p:cNvSpPr>
          <p:nvPr/>
        </p:nvSpPr>
        <p:spPr>
          <a:xfrm xmlns:a="http://schemas.openxmlformats.org/drawingml/2006/main">
            <a:off x="571500" y="5724525"/>
            <a:ext cx="6667500"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1">
                <a:solidFill>
                  <a:srgbClr val="D64D53"/>
                </a:solidFill>
                <a:latin typeface="Arial"/>
                <a:ea typeface="Arial"/>
                <a:cs typeface="Arial"/>
              </a:defRPr>
            </a:defPPr>
            <a:lvl1pPr algn="l">
              <a:defRPr sz="1800" b="1">
                <a:solidFill>
                  <a:srgbClr val="D64D53"/>
                </a:solidFill>
                <a:latin typeface="Arial"/>
                <a:ea typeface="Arial"/>
                <a:cs typeface="Arial"/>
              </a:defRPr>
            </a:lvl1pPr>
            <a:lvl2pPr algn="l">
              <a:defRPr sz="1800" b="1">
                <a:solidFill>
                  <a:srgbClr val="D64D53"/>
                </a:solidFill>
                <a:latin typeface="Arial"/>
                <a:ea typeface="Arial"/>
                <a:cs typeface="Arial"/>
              </a:defRPr>
            </a:lvl2pPr>
            <a:lvl3pPr algn="l">
              <a:defRPr sz="1800" b="1">
                <a:solidFill>
                  <a:srgbClr val="D64D53"/>
                </a:solidFill>
                <a:latin typeface="Arial"/>
                <a:ea typeface="Arial"/>
                <a:cs typeface="Arial"/>
              </a:defRPr>
            </a:lvl3pPr>
            <a:lvl4pPr algn="l">
              <a:defRPr sz="1800" b="1">
                <a:solidFill>
                  <a:srgbClr val="D64D53"/>
                </a:solidFill>
                <a:latin typeface="Arial"/>
                <a:ea typeface="Arial"/>
                <a:cs typeface="Arial"/>
              </a:defRPr>
            </a:lvl4pPr>
            <a:lvl5pPr algn="l">
              <a:defRPr sz="1800" b="1">
                <a:solidFill>
                  <a:srgbClr val="D64D53"/>
                </a:solidFill>
                <a:latin typeface="Arial"/>
                <a:ea typeface="Arial"/>
                <a:cs typeface="Arial"/>
              </a:defRPr>
            </a:lvl5pPr>
            <a:lvl6pPr algn="l">
              <a:defRPr sz="1800" b="1">
                <a:solidFill>
                  <a:srgbClr val="D64D53"/>
                </a:solidFill>
                <a:latin typeface="Arial"/>
                <a:ea typeface="Arial"/>
                <a:cs typeface="Arial"/>
              </a:defRPr>
            </a:lvl6pPr>
            <a:lvl7pPr algn="l">
              <a:defRPr sz="1800" b="1">
                <a:solidFill>
                  <a:srgbClr val="D64D53"/>
                </a:solidFill>
                <a:latin typeface="Arial"/>
                <a:ea typeface="Arial"/>
                <a:cs typeface="Arial"/>
              </a:defRPr>
            </a:lvl7pPr>
            <a:lvl8pPr algn="l">
              <a:defRPr sz="1800" b="1">
                <a:solidFill>
                  <a:srgbClr val="D64D53"/>
                </a:solidFill>
                <a:latin typeface="Arial"/>
                <a:ea typeface="Arial"/>
                <a:cs typeface="Arial"/>
              </a:defRPr>
            </a:lvl8pPr>
            <a:lvl9pPr algn="l">
              <a:defRPr sz="1800" b="1">
                <a:solidFill>
                  <a:srgbClr val="D64D53"/>
                </a:solidFill>
                <a:latin typeface="Arial"/>
                <a:ea typeface="Arial"/>
                <a:cs typeface="Arial"/>
              </a:defRPr>
            </a:lvl9pPr>
          </a:lstStyle>
          <a:p xmlns:a="http://schemas.openxmlformats.org/drawingml/2006/main">
            <a:pPr algn="l">
              <a:defRPr sz="1800" b="1">
                <a:solidFill>
                  <a:srgbClr val="D64D53"/>
                </a:solidFill>
                <a:latin typeface="Arial"/>
                <a:ea typeface="Arial"/>
                <a:cs typeface="Arial"/>
              </a:defRPr>
            </a:pPr>
            <a:r>
              <a:rPr sz="1800" b="1">
                <a:solidFill>
                  <a:srgbClr val="D64D53"/>
                </a:solidFill>
                <a:latin typeface="Arial"/>
                <a:ea typeface="Arial"/>
                <a:cs typeface="Arial"/>
              </a:rPr>
              <a:t>×  Điểm đứt mạch thông tin</a:t>
            </a:r>
          </a:p>
        </p:txBody>
      </p:sp>
      <p:sp>
        <p:nvSpPr>
          <p:cNvPr id="37" name="diagram-50">
            <a:extLst xmlns:a="http://schemas.openxmlformats.org/drawingml/2006/main">
              <a:ext uri="{FF2B5EF4-FFF2-40B4-BE49-F238E27FC236}">
                <a16:creationId xmlns:a16="http://schemas.microsoft.com/office/drawing/2014/main" id="{9E5B34CB-9B0F-49B5-B25D-EBE13C02186A}"/>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Sơ đồ tổng hợp các tình huống nghiên cứu, không phải hành trình của một người.</a:t>
            </a:r>
          </a:p>
        </p:txBody>
      </p:sp>
      <p:sp>
        <p:nvSpPr>
          <p:cNvPr id="38" name="diagram-51">
            <a:extLst xmlns:a="http://schemas.openxmlformats.org/drawingml/2006/main">
              <a:ext uri="{FF2B5EF4-FFF2-40B4-BE49-F238E27FC236}">
                <a16:creationId xmlns:a16="http://schemas.microsoft.com/office/drawing/2014/main" id="{F4CDD0C1-6BCA-4186-92FF-45714F2ACB51}"/>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03</a:t>
            </a:r>
          </a:p>
        </p:txBody>
      </p:sp>
    </p:spTree>
    <p:extLst>
      <p:ext uri="{BB962C8B-B14F-4D97-AF65-F5344CB8AC3E}">
        <p14:creationId xmlns:p14="http://schemas.microsoft.com/office/powerpoint/2010/main" val="914879742"/>
      </p:ext>
    </p:extLst>
  </p:cSld>
</p:sld>
</file>

<file path=ppt/slides/slide4.xml><?xml version="1.0" encoding="utf-8"?>
<p:sld xmlns:p="http://schemas.openxmlformats.org/presentationml/2006/main">
  <p:cSld>
    <p:bg>
      <p:bgPr>
        <a:solidFill xmlns:a="http://schemas.openxmlformats.org/drawingml/2006/main">
          <a:srgbClr val="E5EFFC"/>
        </a:solidFill>
      </p:bgPr>
    </p:bg>
    <p:spTree>
      <p:nvGrpSpPr>
        <p:cNvPr id="1" name=""/>
        <p:cNvGrpSpPr/>
        <p:nvPr/>
      </p:nvGrpSpPr>
      <p:grpSpPr>
        <a:xfrm xmlns:a="http://schemas.openxmlformats.org/drawingml/2006/main"/>
      </p:grpSpPr>
      <p:sp>
        <p:nvSpPr>
          <p:cNvPr id="16" name="diagram-52">
            <a:extLst xmlns:a="http://schemas.openxmlformats.org/drawingml/2006/main">
              <a:ext uri="{FF2B5EF4-FFF2-40B4-BE49-F238E27FC236}">
                <a16:creationId xmlns:a16="http://schemas.microsoft.com/office/drawing/2014/main" id="{AB90A211-76CB-4F23-9741-E09FC30ABD04}"/>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Nhu cầu trọng tâm</a:t>
            </a:r>
          </a:p>
        </p:txBody>
      </p:sp>
      <p:pic>
        <p:nvPicPr>
          <p:cNvPr id="2" name="">
            <a:extLst xmlns:a="http://schemas.openxmlformats.org/drawingml/2006/main">
              <a:ext uri="{FF2B5EF4-FFF2-40B4-BE49-F238E27FC236}">
                <a16:creationId xmlns:a16="http://schemas.microsoft.com/office/drawing/2014/main" id="{184EA3FC-8AAA-4AFC-95AD-2F6EFCCC5C0B}"/>
              </a:ext>
            </a:extLst>
          </p:cNvPr>
          <p:cNvPicPr>
            <a:picLocks xmlns:a="http://schemas.openxmlformats.org/drawingml/2006/main" noChangeAspect="1"/>
          </p:cNvPicPr>
          <p:nvPr/>
        </p:nvPicPr>
        <p:blipFill>
          <a:blip xmlns:r="http://schemas.openxmlformats.org/officeDocument/2006/relationships" xmlns:a="http://schemas.openxmlformats.org/drawingml/2006/main" r:embed="R38f290eab9e64481">
            <a:extLst>
              <a:ext uri="{96DAC541-7B7A-43D3-8B79-37D633B846F1}">
                <asvg:svgBlip xmlns:asvg="http://schemas.microsoft.com/office/drawing/2016/SVG/main" r:embed="Rc86a007698d149ca"/>
              </a:ext>
            </a:extLst>
          </a:blip>
          <a:stretch xmlns:a="http://schemas.openxmlformats.org/drawingml/2006/main"/>
        </p:blipFill>
        <p:spPr>
          <a:xfrm xmlns:a="http://schemas.openxmlformats.org/drawingml/2006/main">
            <a:off x="10668000" y="428625"/>
            <a:ext cx="533400" cy="533400"/>
          </a:xfrm>
          <a:prstGeom xmlns:a="http://schemas.openxmlformats.org/drawingml/2006/main" prst="rect">
            <a:avLst/>
          </a:prstGeom>
        </p:spPr>
      </p:pic>
      <p:pic>
        <p:nvPicPr>
          <p:cNvPr id="3" name="">
            <a:extLst xmlns:a="http://schemas.openxmlformats.org/drawingml/2006/main">
              <a:ext uri="{FF2B5EF4-FFF2-40B4-BE49-F238E27FC236}">
                <a16:creationId xmlns:a16="http://schemas.microsoft.com/office/drawing/2014/main" id="{6A40D597-596C-4C96-86FB-6999695CD12D}"/>
              </a:ext>
            </a:extLst>
          </p:cNvPr>
          <p:cNvPicPr>
            <a:picLocks xmlns:a="http://schemas.openxmlformats.org/drawingml/2006/main" noChangeAspect="1"/>
          </p:cNvPicPr>
          <p:nvPr/>
        </p:nvPicPr>
        <p:blipFill>
          <a:blip xmlns:r="http://schemas.openxmlformats.org/officeDocument/2006/relationships" xmlns:a="http://schemas.openxmlformats.org/drawingml/2006/main" r:embed="R710d4f489c8b4bae">
            <a:extLst>
              <a:ext uri="{96DAC541-7B7A-43D3-8B79-37D633B846F1}">
                <asvg:svgBlip xmlns:asvg="http://schemas.microsoft.com/office/drawing/2016/SVG/main" r:embed="R97d204d828334afe"/>
              </a:ext>
            </a:extLst>
          </a:blip>
          <a:stretch xmlns:a="http://schemas.openxmlformats.org/drawingml/2006/main"/>
        </p:blipFill>
        <p:spPr>
          <a:xfrm xmlns:a="http://schemas.openxmlformats.org/drawingml/2006/main">
            <a:off x="666750" y="3438525"/>
            <a:ext cx="304800" cy="30480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DC15D26B-B16E-4834-BFB2-728445CB6120}"/>
              </a:ext>
            </a:extLst>
          </p:cNvPr>
          <p:cNvPicPr>
            <a:picLocks xmlns:a="http://schemas.openxmlformats.org/drawingml/2006/main" noChangeAspect="1"/>
          </p:cNvPicPr>
          <p:nvPr/>
        </p:nvPicPr>
        <p:blipFill>
          <a:blip xmlns:r="http://schemas.openxmlformats.org/officeDocument/2006/relationships" xmlns:a="http://schemas.openxmlformats.org/drawingml/2006/main" r:embed="Raa4e83cc0841431b">
            <a:extLst>
              <a:ext uri="{96DAC541-7B7A-43D3-8B79-37D633B846F1}">
                <asvg:svgBlip xmlns:asvg="http://schemas.microsoft.com/office/drawing/2016/SVG/main" r:embed="R14349656baa14a49"/>
              </a:ext>
            </a:extLst>
          </a:blip>
          <a:stretch xmlns:a="http://schemas.openxmlformats.org/drawingml/2006/main"/>
        </p:blipFill>
        <p:spPr>
          <a:xfrm xmlns:a="http://schemas.openxmlformats.org/drawingml/2006/main">
            <a:off x="4667250" y="3438525"/>
            <a:ext cx="304800" cy="30480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E4C306FA-CFD8-46F7-B4DD-78FA05026C5A}"/>
              </a:ext>
            </a:extLst>
          </p:cNvPr>
          <p:cNvPicPr>
            <a:picLocks xmlns:a="http://schemas.openxmlformats.org/drawingml/2006/main" noChangeAspect="1"/>
          </p:cNvPicPr>
          <p:nvPr/>
        </p:nvPicPr>
        <p:blipFill>
          <a:blip xmlns:r="http://schemas.openxmlformats.org/officeDocument/2006/relationships" xmlns:a="http://schemas.openxmlformats.org/drawingml/2006/main" r:embed="Rc0ea75266cae4bb8">
            <a:extLst>
              <a:ext uri="{96DAC541-7B7A-43D3-8B79-37D633B846F1}">
                <asvg:svgBlip xmlns:asvg="http://schemas.microsoft.com/office/drawing/2016/SVG/main" r:embed="R2dee19b8dd1a4334"/>
              </a:ext>
            </a:extLst>
          </a:blip>
          <a:stretch xmlns:a="http://schemas.openxmlformats.org/drawingml/2006/main"/>
        </p:blipFill>
        <p:spPr>
          <a:xfrm xmlns:a="http://schemas.openxmlformats.org/drawingml/2006/main">
            <a:off x="8572500" y="3438525"/>
            <a:ext cx="304800" cy="304800"/>
          </a:xfrm>
          <a:prstGeom xmlns:a="http://schemas.openxmlformats.org/drawingml/2006/main" prst="rect">
            <a:avLst/>
          </a:prstGeom>
        </p:spPr>
      </p:pic>
      <p:sp>
        <p:nvSpPr>
          <p:cNvPr id="6" name="diagram-53">
            <a:extLst xmlns:a="http://schemas.openxmlformats.org/drawingml/2006/main">
              <a:ext uri="{FF2B5EF4-FFF2-40B4-BE49-F238E27FC236}">
                <a16:creationId xmlns:a16="http://schemas.microsoft.com/office/drawing/2014/main" id="{EF01B861-8074-457F-8BC0-D5BD3AD49B90}"/>
              </a:ext>
            </a:extLst>
          </p:cNvPr>
          <p:cNvSpPr>
            <a:spLocks xmlns:a="http://schemas.openxmlformats.org/drawingml/2006/main" noGrp="1"/>
          </p:cNvSpPr>
          <p:nvPr/>
        </p:nvSpPr>
        <p:spPr>
          <a:xfrm xmlns:a="http://schemas.openxmlformats.org/drawingml/2006/main">
            <a:off x="619125" y="1657350"/>
            <a:ext cx="7239000" cy="1476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225" b="1">
                <a:solidFill>
                  <a:srgbClr val="102A43"/>
                </a:solidFill>
                <a:latin typeface="Arial"/>
                <a:ea typeface="Arial"/>
                <a:cs typeface="Arial"/>
              </a:defRPr>
            </a:defPPr>
            <a:lvl1pPr algn="l">
              <a:defRPr sz="3225" b="1">
                <a:solidFill>
                  <a:srgbClr val="102A43"/>
                </a:solidFill>
                <a:latin typeface="Arial"/>
                <a:ea typeface="Arial"/>
                <a:cs typeface="Arial"/>
              </a:defRPr>
            </a:lvl1pPr>
            <a:lvl2pPr algn="l">
              <a:defRPr sz="3225" b="1">
                <a:solidFill>
                  <a:srgbClr val="102A43"/>
                </a:solidFill>
                <a:latin typeface="Arial"/>
                <a:ea typeface="Arial"/>
                <a:cs typeface="Arial"/>
              </a:defRPr>
            </a:lvl2pPr>
            <a:lvl3pPr algn="l">
              <a:defRPr sz="3225" b="1">
                <a:solidFill>
                  <a:srgbClr val="102A43"/>
                </a:solidFill>
                <a:latin typeface="Arial"/>
                <a:ea typeface="Arial"/>
                <a:cs typeface="Arial"/>
              </a:defRPr>
            </a:lvl3pPr>
            <a:lvl4pPr algn="l">
              <a:defRPr sz="3225" b="1">
                <a:solidFill>
                  <a:srgbClr val="102A43"/>
                </a:solidFill>
                <a:latin typeface="Arial"/>
                <a:ea typeface="Arial"/>
                <a:cs typeface="Arial"/>
              </a:defRPr>
            </a:lvl4pPr>
            <a:lvl5pPr algn="l">
              <a:defRPr sz="3225" b="1">
                <a:solidFill>
                  <a:srgbClr val="102A43"/>
                </a:solidFill>
                <a:latin typeface="Arial"/>
                <a:ea typeface="Arial"/>
                <a:cs typeface="Arial"/>
              </a:defRPr>
            </a:lvl5pPr>
            <a:lvl6pPr algn="l">
              <a:defRPr sz="3225" b="1">
                <a:solidFill>
                  <a:srgbClr val="102A43"/>
                </a:solidFill>
                <a:latin typeface="Arial"/>
                <a:ea typeface="Arial"/>
                <a:cs typeface="Arial"/>
              </a:defRPr>
            </a:lvl6pPr>
            <a:lvl7pPr algn="l">
              <a:defRPr sz="3225" b="1">
                <a:solidFill>
                  <a:srgbClr val="102A43"/>
                </a:solidFill>
                <a:latin typeface="Arial"/>
                <a:ea typeface="Arial"/>
                <a:cs typeface="Arial"/>
              </a:defRPr>
            </a:lvl7pPr>
            <a:lvl8pPr algn="l">
              <a:defRPr sz="3225" b="1">
                <a:solidFill>
                  <a:srgbClr val="102A43"/>
                </a:solidFill>
                <a:latin typeface="Arial"/>
                <a:ea typeface="Arial"/>
                <a:cs typeface="Arial"/>
              </a:defRPr>
            </a:lvl8pPr>
            <a:lvl9pPr algn="l">
              <a:defRPr sz="3225" b="1">
                <a:solidFill>
                  <a:srgbClr val="102A43"/>
                </a:solidFill>
                <a:latin typeface="Arial"/>
                <a:ea typeface="Arial"/>
                <a:cs typeface="Arial"/>
              </a:defRPr>
            </a:lvl9pPr>
          </a:lstStyle>
          <a:p xmlns:a="http://schemas.openxmlformats.org/drawingml/2006/main">
            <a:pPr algn="l">
              <a:defRPr sz="3225" b="1">
                <a:solidFill>
                  <a:srgbClr val="102A43"/>
                </a:solidFill>
                <a:latin typeface="Arial"/>
                <a:ea typeface="Arial"/>
                <a:cs typeface="Arial"/>
              </a:defRPr>
            </a:pPr>
            <a:r>
              <a:rPr sz="3225" b="1">
                <a:solidFill>
                  <a:srgbClr val="102A43"/>
                </a:solidFill>
                <a:latin typeface="Arial"/>
                <a:ea typeface="Arial"/>
                <a:cs typeface="Arial"/>
              </a:rPr>
              <a:t>Biết đúng bước tiếp theo,</a:t>
            </a:r>
          </a:p>
          <a:p xmlns:a="http://schemas.openxmlformats.org/drawingml/2006/main">
            <a:pPr algn="l">
              <a:defRPr sz="3225" b="1">
                <a:solidFill>
                  <a:srgbClr val="102A43"/>
                </a:solidFill>
                <a:latin typeface="Arial"/>
                <a:ea typeface="Arial"/>
                <a:cs typeface="Arial"/>
              </a:defRPr>
            </a:pPr>
            <a:r>
              <a:rPr sz="3225" b="1">
                <a:solidFill>
                  <a:srgbClr val="102A43"/>
                </a:solidFill>
                <a:latin typeface="Arial"/>
                <a:ea typeface="Arial"/>
                <a:cs typeface="Arial"/>
              </a:rPr>
              <a:t>đúng nơi và đúng thời điểm.</a:t>
            </a:r>
          </a:p>
        </p:txBody>
      </p:sp>
      <p:pic>
        <p:nvPicPr>
          <p:cNvPr id="7" name="">
            <a:extLst xmlns:a="http://schemas.openxmlformats.org/drawingml/2006/main">
              <a:ext uri="{FF2B5EF4-FFF2-40B4-BE49-F238E27FC236}">
                <a16:creationId xmlns:a16="http://schemas.microsoft.com/office/drawing/2014/main" id="{50DB6703-B0D4-49E7-8A2D-3225B0F63A80}"/>
              </a:ext>
            </a:extLst>
          </p:cNvPr>
          <p:cNvPicPr>
            <a:picLocks xmlns:a="http://schemas.openxmlformats.org/drawingml/2006/main" noChangeAspect="1"/>
          </p:cNvPicPr>
          <p:nvPr/>
        </p:nvPicPr>
        <p:blipFill>
          <a:blip xmlns:r="http://schemas.openxmlformats.org/officeDocument/2006/relationships" xmlns:a="http://schemas.openxmlformats.org/drawingml/2006/main" r:embed="Rf90743c0d31243c5"/>
          <a:stretch xmlns:a="http://schemas.openxmlformats.org/drawingml/2006/main"/>
        </p:blipFill>
        <p:spPr>
          <a:xfrm xmlns:a="http://schemas.openxmlformats.org/drawingml/2006/main">
            <a:off x="8227219" y="1666875"/>
            <a:ext cx="3071813" cy="2047875"/>
          </a:xfrm>
          <a:prstGeom xmlns:a="http://schemas.openxmlformats.org/drawingml/2006/main" prst="rect">
            <a:avLst/>
          </a:prstGeom>
        </p:spPr>
      </p:pic>
      <p:sp>
        <p:nvSpPr>
          <p:cNvPr id="8" name="diagram-54">
            <a:extLst xmlns:a="http://schemas.openxmlformats.org/drawingml/2006/main">
              <a:ext uri="{FF2B5EF4-FFF2-40B4-BE49-F238E27FC236}">
                <a16:creationId xmlns:a16="http://schemas.microsoft.com/office/drawing/2014/main" id="{5010979A-70CA-4230-AA11-7DF87B2E9132}"/>
              </a:ext>
            </a:extLst>
          </p:cNvPr>
          <p:cNvSpPr>
            <a:spLocks xmlns:a="http://schemas.openxmlformats.org/drawingml/2006/main" noGrp="1"/>
          </p:cNvSpPr>
          <p:nvPr/>
        </p:nvSpPr>
        <p:spPr>
          <a:xfrm xmlns:a="http://schemas.openxmlformats.org/drawingml/2006/main">
            <a:off x="6667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CHO AI</a:t>
            </a:r>
          </a:p>
        </p:txBody>
      </p:sp>
      <p:sp>
        <p:nvSpPr>
          <p:cNvPr id="9" name="diagram-55">
            <a:extLst xmlns:a="http://schemas.openxmlformats.org/drawingml/2006/main">
              <a:ext uri="{FF2B5EF4-FFF2-40B4-BE49-F238E27FC236}">
                <a16:creationId xmlns:a16="http://schemas.microsoft.com/office/drawing/2014/main" id="{0EA257C4-BE57-4B0B-BF7B-6F2BEFC5C6FA}"/>
              </a:ext>
            </a:extLst>
          </p:cNvPr>
          <p:cNvSpPr>
            <a:spLocks xmlns:a="http://schemas.openxmlformats.org/drawingml/2006/main" noGrp="1"/>
          </p:cNvSpPr>
          <p:nvPr/>
        </p:nvSpPr>
        <p:spPr>
          <a:xfrm xmlns:a="http://schemas.openxmlformats.org/drawingml/2006/main">
            <a:off x="666750" y="4429125"/>
            <a:ext cx="3476625"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Người khám ngoại trú</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qua nhiều điểm dịch vụ</a:t>
            </a:r>
          </a:p>
        </p:txBody>
      </p:sp>
      <p:sp>
        <p:nvSpPr>
          <p:cNvPr id="10" name="diagram-56">
            <a:extLst xmlns:a="http://schemas.openxmlformats.org/drawingml/2006/main">
              <a:ext uri="{FF2B5EF4-FFF2-40B4-BE49-F238E27FC236}">
                <a16:creationId xmlns:a16="http://schemas.microsoft.com/office/drawing/2014/main" id="{CA9E3056-5D17-44C1-87B9-B8E267E01E66}"/>
              </a:ext>
            </a:extLst>
          </p:cNvPr>
          <p:cNvSpPr>
            <a:spLocks xmlns:a="http://schemas.openxmlformats.org/drawingml/2006/main" noGrp="1"/>
          </p:cNvSpPr>
          <p:nvPr/>
        </p:nvSpPr>
        <p:spPr>
          <a:xfrm xmlns:a="http://schemas.openxmlformats.org/drawingml/2006/main">
            <a:off x="466725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VẤN ĐỀ</a:t>
            </a:r>
          </a:p>
        </p:txBody>
      </p:sp>
      <p:sp>
        <p:nvSpPr>
          <p:cNvPr id="11" name="diagram-57">
            <a:extLst xmlns:a="http://schemas.openxmlformats.org/drawingml/2006/main">
              <a:ext uri="{FF2B5EF4-FFF2-40B4-BE49-F238E27FC236}">
                <a16:creationId xmlns:a16="http://schemas.microsoft.com/office/drawing/2014/main" id="{1E4FCE50-90A4-483C-9E54-A585DD23DC8A}"/>
              </a:ext>
            </a:extLst>
          </p:cNvPr>
          <p:cNvSpPr>
            <a:spLocks xmlns:a="http://schemas.openxmlformats.org/drawingml/2006/main" noGrp="1"/>
          </p:cNvSpPr>
          <p:nvPr/>
        </p:nvSpPr>
        <p:spPr>
          <a:xfrm xmlns:a="http://schemas.openxmlformats.org/drawingml/2006/main">
            <a:off x="4667250" y="4429125"/>
            <a:ext cx="32385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Thông tin chuyển bước</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chưa liền mạch</a:t>
            </a:r>
          </a:p>
        </p:txBody>
      </p:sp>
      <p:sp>
        <p:nvSpPr>
          <p:cNvPr id="12" name="diagram-58">
            <a:extLst xmlns:a="http://schemas.openxmlformats.org/drawingml/2006/main">
              <a:ext uri="{FF2B5EF4-FFF2-40B4-BE49-F238E27FC236}">
                <a16:creationId xmlns:a16="http://schemas.microsoft.com/office/drawing/2014/main" id="{D2A80C2F-C1E8-4273-A4E8-642A635813A8}"/>
              </a:ext>
            </a:extLst>
          </p:cNvPr>
          <p:cNvSpPr>
            <a:spLocks xmlns:a="http://schemas.openxmlformats.org/drawingml/2006/main" noGrp="1"/>
          </p:cNvSpPr>
          <p:nvPr/>
        </p:nvSpPr>
        <p:spPr>
          <a:xfrm xmlns:a="http://schemas.openxmlformats.org/drawingml/2006/main">
            <a:off x="8572500" y="3943350"/>
            <a:ext cx="2857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MONG MUỐN</a:t>
            </a:r>
          </a:p>
        </p:txBody>
      </p:sp>
      <p:sp>
        <p:nvSpPr>
          <p:cNvPr id="13" name="diagram-59">
            <a:extLst xmlns:a="http://schemas.openxmlformats.org/drawingml/2006/main">
              <a:ext uri="{FF2B5EF4-FFF2-40B4-BE49-F238E27FC236}">
                <a16:creationId xmlns:a16="http://schemas.microsoft.com/office/drawing/2014/main" id="{12C9CCD1-0B38-418F-A130-9B238A510E95}"/>
              </a:ext>
            </a:extLst>
          </p:cNvPr>
          <p:cNvSpPr>
            <a:spLocks xmlns:a="http://schemas.openxmlformats.org/drawingml/2006/main" noGrp="1"/>
          </p:cNvSpPr>
          <p:nvPr/>
        </p:nvSpPr>
        <p:spPr>
          <a:xfrm xmlns:a="http://schemas.openxmlformats.org/drawingml/2006/main">
            <a:off x="8572500" y="4429125"/>
            <a:ext cx="3048000" cy="1000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Giảm hỏi lại, chờ và</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di chuyển không cần thiết</a:t>
            </a:r>
          </a:p>
        </p:txBody>
      </p:sp>
      <p:sp>
        <p:nvSpPr>
          <p:cNvPr id="14" name="diagram-60">
            <a:extLst xmlns:a="http://schemas.openxmlformats.org/drawingml/2006/main">
              <a:ext uri="{FF2B5EF4-FFF2-40B4-BE49-F238E27FC236}">
                <a16:creationId xmlns:a16="http://schemas.microsoft.com/office/drawing/2014/main" id="{B9DDFC0E-16AC-4A29-9360-4B28B8FA951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Giả thuyết thiết kế; cần kiểm chứng hiệu quả với người dùng.</a:t>
            </a:r>
          </a:p>
        </p:txBody>
      </p:sp>
      <p:sp>
        <p:nvSpPr>
          <p:cNvPr id="15" name="diagram-61">
            <a:extLst xmlns:a="http://schemas.openxmlformats.org/drawingml/2006/main">
              <a:ext uri="{FF2B5EF4-FFF2-40B4-BE49-F238E27FC236}">
                <a16:creationId xmlns:a16="http://schemas.microsoft.com/office/drawing/2014/main" id="{DD5DA6F9-FBC5-498A-9539-1DE34652AF55}"/>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04</a:t>
            </a:r>
          </a:p>
        </p:txBody>
      </p:sp>
    </p:spTree>
    <p:extLst>
      <p:ext uri="{BB962C8B-B14F-4D97-AF65-F5344CB8AC3E}">
        <p14:creationId xmlns:p14="http://schemas.microsoft.com/office/powerpoint/2010/main" val="1247863641"/>
      </p:ext>
    </p:extLst>
  </p:cSld>
</p:sld>
</file>

<file path=ppt/slides/slide5.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0" name="diagram-62">
            <a:extLst xmlns:a="http://schemas.openxmlformats.org/drawingml/2006/main">
              <a:ext uri="{FF2B5EF4-FFF2-40B4-BE49-F238E27FC236}">
                <a16:creationId xmlns:a16="http://schemas.microsoft.com/office/drawing/2014/main" id="{8165653F-CC48-47F0-83BF-7F5036A2AD36}"/>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Ba thực hành quốc tế tham khảo</a:t>
            </a:r>
          </a:p>
        </p:txBody>
      </p:sp>
      <p:sp>
        <p:nvSpPr>
          <p:cNvPr id="2" name="diagram-63">
            <a:extLst xmlns:a="http://schemas.openxmlformats.org/drawingml/2006/main">
              <a:ext uri="{FF2B5EF4-FFF2-40B4-BE49-F238E27FC236}">
                <a16:creationId xmlns:a16="http://schemas.microsoft.com/office/drawing/2014/main" id="{DCCF413A-20DE-4438-A20C-5A42449D06BB}"/>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Bài học áp dụng cho hướng dẫn chuyển bước</a:t>
            </a:r>
          </a:p>
        </p:txBody>
      </p:sp>
      <p:pic>
        <p:nvPicPr>
          <p:cNvPr id="3" name="">
            <a:extLst xmlns:a="http://schemas.openxmlformats.org/drawingml/2006/main">
              <a:ext uri="{FF2B5EF4-FFF2-40B4-BE49-F238E27FC236}">
                <a16:creationId xmlns:a16="http://schemas.microsoft.com/office/drawing/2014/main" id="{10E0E2CE-5A41-4BD8-9D55-59A3EC309384}"/>
              </a:ext>
            </a:extLst>
          </p:cNvPr>
          <p:cNvPicPr>
            <a:picLocks xmlns:a="http://schemas.openxmlformats.org/drawingml/2006/main" noChangeAspect="1"/>
          </p:cNvPicPr>
          <p:nvPr/>
        </p:nvPicPr>
        <p:blipFill>
          <a:blip xmlns:r="http://schemas.openxmlformats.org/officeDocument/2006/relationships" xmlns:a="http://schemas.openxmlformats.org/drawingml/2006/main" r:embed="R7f4efb98b3024785">
            <a:extLst>
              <a:ext uri="{96DAC541-7B7A-43D3-8B79-37D633B846F1}">
                <asvg:svgBlip xmlns:asvg="http://schemas.microsoft.com/office/drawing/2016/SVG/main" r:embed="Ree5e99a480f242f0"/>
              </a:ext>
            </a:extLst>
          </a:blip>
          <a:stretch xmlns:a="http://schemas.openxmlformats.org/drawingml/2006/main"/>
        </p:blipFill>
        <p:spPr>
          <a:xfrm xmlns:a="http://schemas.openxmlformats.org/drawingml/2006/main">
            <a:off x="10763250" y="457200"/>
            <a:ext cx="476250" cy="4762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25EDE6F1-C6E2-4726-881B-68530B216FA1}"/>
              </a:ext>
            </a:extLst>
          </p:cNvPr>
          <p:cNvPicPr>
            <a:picLocks xmlns:a="http://schemas.openxmlformats.org/drawingml/2006/main" noChangeAspect="1"/>
          </p:cNvPicPr>
          <p:nvPr/>
        </p:nvPicPr>
        <p:blipFill>
          <a:blip xmlns:r="http://schemas.openxmlformats.org/officeDocument/2006/relationships" xmlns:a="http://schemas.openxmlformats.org/drawingml/2006/main" r:embed="R52aa11db895648cf">
            <a:extLst>
              <a:ext uri="{96DAC541-7B7A-43D3-8B79-37D633B846F1}">
                <asvg:svgBlip xmlns:asvg="http://schemas.microsoft.com/office/drawing/2016/SVG/main" r:embed="R1a0a6ad1f0054a0e"/>
              </a:ext>
            </a:extLst>
          </a:blip>
          <a:stretch xmlns:a="http://schemas.openxmlformats.org/drawingml/2006/main"/>
        </p:blipFill>
        <p:spPr>
          <a:xfrm xmlns:a="http://schemas.openxmlformats.org/drawingml/2006/main">
            <a:off x="666750" y="2162175"/>
            <a:ext cx="438150" cy="438150"/>
          </a:xfrm>
          <a:prstGeom xmlns:a="http://schemas.openxmlformats.org/drawingml/2006/main" prst="rect">
            <a:avLst/>
          </a:prstGeom>
        </p:spPr>
      </p:pic>
      <p:sp>
        <p:nvSpPr>
          <p:cNvPr id="5" name="diagram-64">
            <a:extLst xmlns:a="http://schemas.openxmlformats.org/drawingml/2006/main">
              <a:ext uri="{FF2B5EF4-FFF2-40B4-BE49-F238E27FC236}">
                <a16:creationId xmlns:a16="http://schemas.microsoft.com/office/drawing/2014/main" id="{BF9995C2-5C54-4C8B-8834-2CA6F8C5607B}"/>
              </a:ext>
            </a:extLst>
          </p:cNvPr>
          <p:cNvSpPr>
            <a:spLocks xmlns:a="http://schemas.openxmlformats.org/drawingml/2006/main" noGrp="1"/>
          </p:cNvSpPr>
          <p:nvPr/>
        </p:nvSpPr>
        <p:spPr>
          <a:xfrm xmlns:a="http://schemas.openxmlformats.org/drawingml/2006/main">
            <a:off x="1381125" y="208597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CUH Directions</a:t>
            </a:r>
          </a:p>
        </p:txBody>
      </p:sp>
      <p:sp>
        <p:nvSpPr>
          <p:cNvPr id="6" name="diagram-65">
            <a:extLst xmlns:a="http://schemas.openxmlformats.org/drawingml/2006/main">
              <a:ext uri="{FF2B5EF4-FFF2-40B4-BE49-F238E27FC236}">
                <a16:creationId xmlns:a16="http://schemas.microsoft.com/office/drawing/2014/main" id="{ED002E69-ADF7-43ED-9B0B-1F0E7E0A1A0A}"/>
              </a:ext>
            </a:extLst>
          </p:cNvPr>
          <p:cNvSpPr>
            <a:spLocks xmlns:a="http://schemas.openxmlformats.org/drawingml/2006/main" noGrp="1"/>
          </p:cNvSpPr>
          <p:nvPr/>
        </p:nvSpPr>
        <p:spPr>
          <a:xfrm xmlns:a="http://schemas.openxmlformats.org/drawingml/2006/main">
            <a:off x="1381125" y="253365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Anh</a:t>
            </a:r>
          </a:p>
        </p:txBody>
      </p:sp>
      <p:sp>
        <p:nvSpPr>
          <p:cNvPr id="7" name="diagram-66">
            <a:extLst xmlns:a="http://schemas.openxmlformats.org/drawingml/2006/main">
              <a:ext uri="{FF2B5EF4-FFF2-40B4-BE49-F238E27FC236}">
                <a16:creationId xmlns:a16="http://schemas.microsoft.com/office/drawing/2014/main" id="{566055A1-ADF6-4FC2-8435-AE3B00536722}"/>
              </a:ext>
            </a:extLst>
          </p:cNvPr>
          <p:cNvSpPr>
            <a:spLocks xmlns:a="http://schemas.openxmlformats.org/drawingml/2006/main" noGrp="1"/>
          </p:cNvSpPr>
          <p:nvPr/>
        </p:nvSpPr>
        <p:spPr>
          <a:xfrm xmlns:a="http://schemas.openxmlformats.org/drawingml/2006/main">
            <a:off x="4572000" y="208597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Chỉ dẫn theo chặng, dùng mốc dễ nhận ra</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và xác nhận điểm xuất phát.</a:t>
            </a:r>
          </a:p>
        </p:txBody>
      </p:sp>
      <p:sp>
        <p:nvSpPr>
          <p:cNvPr id="8" name="diagram-67">
            <a:extLst xmlns:a="http://schemas.openxmlformats.org/drawingml/2006/main">
              <a:ext uri="{FF2B5EF4-FFF2-40B4-BE49-F238E27FC236}">
                <a16:creationId xmlns:a16="http://schemas.microsoft.com/office/drawing/2014/main" id="{69965733-DC36-4362-A88F-75215BF40922}"/>
              </a:ext>
            </a:extLst>
          </p:cNvPr>
          <p:cNvSpPr>
            <a:spLocks xmlns:a="http://schemas.openxmlformats.org/drawingml/2006/main" noGrp="1"/>
          </p:cNvSpPr>
          <p:nvPr/>
        </p:nvSpPr>
        <p:spPr>
          <a:xfrm xmlns:a="http://schemas.openxmlformats.org/drawingml/2006/main">
            <a:off x="666750" y="3162300"/>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52DFA828-9E3C-41DF-A8A9-8249492390DB}"/>
              </a:ext>
            </a:extLst>
          </p:cNvPr>
          <p:cNvPicPr>
            <a:picLocks xmlns:a="http://schemas.openxmlformats.org/drawingml/2006/main" noChangeAspect="1"/>
          </p:cNvPicPr>
          <p:nvPr/>
        </p:nvPicPr>
        <p:blipFill>
          <a:blip xmlns:r="http://schemas.openxmlformats.org/officeDocument/2006/relationships" xmlns:a="http://schemas.openxmlformats.org/drawingml/2006/main" r:embed="Ra4bce023125d4fb7">
            <a:extLst>
              <a:ext uri="{96DAC541-7B7A-43D3-8B79-37D633B846F1}">
                <asvg:svgBlip xmlns:asvg="http://schemas.microsoft.com/office/drawing/2016/SVG/main" r:embed="R648131d42bf64efe"/>
              </a:ext>
            </a:extLst>
          </a:blip>
          <a:stretch xmlns:a="http://schemas.openxmlformats.org/drawingml/2006/main"/>
        </p:blipFill>
        <p:spPr>
          <a:xfrm xmlns:a="http://schemas.openxmlformats.org/drawingml/2006/main">
            <a:off x="666750" y="3467100"/>
            <a:ext cx="438150" cy="438150"/>
          </a:xfrm>
          <a:prstGeom xmlns:a="http://schemas.openxmlformats.org/drawingml/2006/main" prst="rect">
            <a:avLst/>
          </a:prstGeom>
        </p:spPr>
      </p:pic>
      <p:sp>
        <p:nvSpPr>
          <p:cNvPr id="10" name="diagram-68">
            <a:extLst xmlns:a="http://schemas.openxmlformats.org/drawingml/2006/main">
              <a:ext uri="{FF2B5EF4-FFF2-40B4-BE49-F238E27FC236}">
                <a16:creationId xmlns:a16="http://schemas.microsoft.com/office/drawing/2014/main" id="{3CAE3B8A-33D1-4E8B-86BD-4C02006857CD}"/>
              </a:ext>
            </a:extLst>
          </p:cNvPr>
          <p:cNvSpPr>
            <a:spLocks xmlns:a="http://schemas.openxmlformats.org/drawingml/2006/main" noGrp="1"/>
          </p:cNvSpPr>
          <p:nvPr/>
        </p:nvSpPr>
        <p:spPr>
          <a:xfrm xmlns:a="http://schemas.openxmlformats.org/drawingml/2006/main">
            <a:off x="1381125" y="3390900"/>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1" name="diagram-69">
            <a:extLst xmlns:a="http://schemas.openxmlformats.org/drawingml/2006/main">
              <a:ext uri="{FF2B5EF4-FFF2-40B4-BE49-F238E27FC236}">
                <a16:creationId xmlns:a16="http://schemas.microsoft.com/office/drawing/2014/main" id="{67CCF427-1760-47A7-A382-AFD66509A43D}"/>
              </a:ext>
            </a:extLst>
          </p:cNvPr>
          <p:cNvSpPr>
            <a:spLocks xmlns:a="http://schemas.openxmlformats.org/drawingml/2006/main" noGrp="1"/>
          </p:cNvSpPr>
          <p:nvPr/>
        </p:nvSpPr>
        <p:spPr>
          <a:xfrm xmlns:a="http://schemas.openxmlformats.org/drawingml/2006/main">
            <a:off x="1381125" y="3838575"/>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Đặt lịch trực tuyến</a:t>
            </a:r>
          </a:p>
        </p:txBody>
      </p:sp>
      <p:sp>
        <p:nvSpPr>
          <p:cNvPr id="12" name="diagram-70">
            <a:extLst xmlns:a="http://schemas.openxmlformats.org/drawingml/2006/main">
              <a:ext uri="{FF2B5EF4-FFF2-40B4-BE49-F238E27FC236}">
                <a16:creationId xmlns:a16="http://schemas.microsoft.com/office/drawing/2014/main" id="{AA5A4647-01DD-4C13-8DBA-A00B6B4812B3}"/>
              </a:ext>
            </a:extLst>
          </p:cNvPr>
          <p:cNvSpPr>
            <a:spLocks xmlns:a="http://schemas.openxmlformats.org/drawingml/2006/main" noGrp="1"/>
          </p:cNvSpPr>
          <p:nvPr/>
        </p:nvSpPr>
        <p:spPr>
          <a:xfrm xmlns:a="http://schemas.openxmlformats.org/drawingml/2006/main">
            <a:off x="4572000" y="3390900"/>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Phân biệt gửi yêu cầu với đã hoàn tất;</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cho người dùng tìm lại chi tiết.</a:t>
            </a:r>
          </a:p>
        </p:txBody>
      </p:sp>
      <p:sp>
        <p:nvSpPr>
          <p:cNvPr id="13" name="diagram-71">
            <a:extLst xmlns:a="http://schemas.openxmlformats.org/drawingml/2006/main">
              <a:ext uri="{FF2B5EF4-FFF2-40B4-BE49-F238E27FC236}">
                <a16:creationId xmlns:a16="http://schemas.microsoft.com/office/drawing/2014/main" id="{C2DC3060-F8B5-444D-9A77-C4CCE40881A2}"/>
              </a:ext>
            </a:extLst>
          </p:cNvPr>
          <p:cNvSpPr>
            <a:spLocks xmlns:a="http://schemas.openxmlformats.org/drawingml/2006/main" noGrp="1"/>
          </p:cNvSpPr>
          <p:nvPr/>
        </p:nvSpPr>
        <p:spPr>
          <a:xfrm xmlns:a="http://schemas.openxmlformats.org/drawingml/2006/main">
            <a:off x="666750" y="4467225"/>
            <a:ext cx="1076325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4" name="">
            <a:extLst xmlns:a="http://schemas.openxmlformats.org/drawingml/2006/main">
              <a:ext uri="{FF2B5EF4-FFF2-40B4-BE49-F238E27FC236}">
                <a16:creationId xmlns:a16="http://schemas.microsoft.com/office/drawing/2014/main" id="{93951D65-5363-4B87-8DAE-6B4199108252}"/>
              </a:ext>
            </a:extLst>
          </p:cNvPr>
          <p:cNvPicPr>
            <a:picLocks xmlns:a="http://schemas.openxmlformats.org/drawingml/2006/main" noChangeAspect="1"/>
          </p:cNvPicPr>
          <p:nvPr/>
        </p:nvPicPr>
        <p:blipFill>
          <a:blip xmlns:r="http://schemas.openxmlformats.org/officeDocument/2006/relationships" xmlns:a="http://schemas.openxmlformats.org/drawingml/2006/main" r:embed="R399b6347c1684dd0">
            <a:extLst>
              <a:ext uri="{96DAC541-7B7A-43D3-8B79-37D633B846F1}">
                <asvg:svgBlip xmlns:asvg="http://schemas.microsoft.com/office/drawing/2016/SVG/main" r:embed="R9bd798cff9004d0c"/>
              </a:ext>
            </a:extLst>
          </a:blip>
          <a:stretch xmlns:a="http://schemas.openxmlformats.org/drawingml/2006/main"/>
        </p:blipFill>
        <p:spPr>
          <a:xfrm xmlns:a="http://schemas.openxmlformats.org/drawingml/2006/main">
            <a:off x="666750" y="4772025"/>
            <a:ext cx="438150" cy="438150"/>
          </a:xfrm>
          <a:prstGeom xmlns:a="http://schemas.openxmlformats.org/drawingml/2006/main" prst="rect">
            <a:avLst/>
          </a:prstGeom>
        </p:spPr>
      </p:pic>
      <p:sp>
        <p:nvSpPr>
          <p:cNvPr id="15" name="diagram-72">
            <a:extLst xmlns:a="http://schemas.openxmlformats.org/drawingml/2006/main">
              <a:ext uri="{FF2B5EF4-FFF2-40B4-BE49-F238E27FC236}">
                <a16:creationId xmlns:a16="http://schemas.microsoft.com/office/drawing/2014/main" id="{EF7ECAAC-43B6-45AD-8573-7541D3EE50D7}"/>
              </a:ext>
            </a:extLst>
          </p:cNvPr>
          <p:cNvSpPr>
            <a:spLocks xmlns:a="http://schemas.openxmlformats.org/drawingml/2006/main" noGrp="1"/>
          </p:cNvSpPr>
          <p:nvPr/>
        </p:nvSpPr>
        <p:spPr>
          <a:xfrm xmlns:a="http://schemas.openxmlformats.org/drawingml/2006/main">
            <a:off x="1381125" y="4695825"/>
            <a:ext cx="2714625" cy="4095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102A43"/>
                </a:solidFill>
                <a:latin typeface="Arial"/>
                <a:ea typeface="Arial"/>
                <a:cs typeface="Arial"/>
              </a:defRPr>
            </a:defPPr>
            <a:lvl1pPr algn="l">
              <a:defRPr sz="2175" b="1">
                <a:solidFill>
                  <a:srgbClr val="102A43"/>
                </a:solidFill>
                <a:latin typeface="Arial"/>
                <a:ea typeface="Arial"/>
                <a:cs typeface="Arial"/>
              </a:defRPr>
            </a:lvl1pPr>
            <a:lvl2pPr algn="l">
              <a:defRPr sz="2175" b="1">
                <a:solidFill>
                  <a:srgbClr val="102A43"/>
                </a:solidFill>
                <a:latin typeface="Arial"/>
                <a:ea typeface="Arial"/>
                <a:cs typeface="Arial"/>
              </a:defRPr>
            </a:lvl2pPr>
            <a:lvl3pPr algn="l">
              <a:defRPr sz="2175" b="1">
                <a:solidFill>
                  <a:srgbClr val="102A43"/>
                </a:solidFill>
                <a:latin typeface="Arial"/>
                <a:ea typeface="Arial"/>
                <a:cs typeface="Arial"/>
              </a:defRPr>
            </a:lvl3pPr>
            <a:lvl4pPr algn="l">
              <a:defRPr sz="2175" b="1">
                <a:solidFill>
                  <a:srgbClr val="102A43"/>
                </a:solidFill>
                <a:latin typeface="Arial"/>
                <a:ea typeface="Arial"/>
                <a:cs typeface="Arial"/>
              </a:defRPr>
            </a:lvl4pPr>
            <a:lvl5pPr algn="l">
              <a:defRPr sz="2175" b="1">
                <a:solidFill>
                  <a:srgbClr val="102A43"/>
                </a:solidFill>
                <a:latin typeface="Arial"/>
                <a:ea typeface="Arial"/>
                <a:cs typeface="Arial"/>
              </a:defRPr>
            </a:lvl5pPr>
            <a:lvl6pPr algn="l">
              <a:defRPr sz="2175" b="1">
                <a:solidFill>
                  <a:srgbClr val="102A43"/>
                </a:solidFill>
                <a:latin typeface="Arial"/>
                <a:ea typeface="Arial"/>
                <a:cs typeface="Arial"/>
              </a:defRPr>
            </a:lvl6pPr>
            <a:lvl7pPr algn="l">
              <a:defRPr sz="2175" b="1">
                <a:solidFill>
                  <a:srgbClr val="102A43"/>
                </a:solidFill>
                <a:latin typeface="Arial"/>
                <a:ea typeface="Arial"/>
                <a:cs typeface="Arial"/>
              </a:defRPr>
            </a:lvl7pPr>
            <a:lvl8pPr algn="l">
              <a:defRPr sz="2175" b="1">
                <a:solidFill>
                  <a:srgbClr val="102A43"/>
                </a:solidFill>
                <a:latin typeface="Arial"/>
                <a:ea typeface="Arial"/>
                <a:cs typeface="Arial"/>
              </a:defRPr>
            </a:lvl8pPr>
            <a:lvl9pPr algn="l">
              <a:defRPr sz="2175" b="1">
                <a:solidFill>
                  <a:srgbClr val="102A43"/>
                </a:solidFill>
                <a:latin typeface="Arial"/>
                <a:ea typeface="Arial"/>
                <a:cs typeface="Arial"/>
              </a:defRPr>
            </a:lvl9pPr>
          </a:lstStyle>
          <a:p xmlns:a="http://schemas.openxmlformats.org/drawingml/2006/main">
            <a:pPr algn="l">
              <a:defRPr sz="2175" b="1">
                <a:solidFill>
                  <a:srgbClr val="102A43"/>
                </a:solidFill>
                <a:latin typeface="Arial"/>
                <a:ea typeface="Arial"/>
                <a:cs typeface="Arial"/>
              </a:defRPr>
            </a:pPr>
            <a:r>
              <a:rPr sz="2175" b="1">
                <a:solidFill>
                  <a:srgbClr val="102A43"/>
                </a:solidFill>
                <a:latin typeface="Arial"/>
                <a:ea typeface="Arial"/>
                <a:cs typeface="Arial"/>
              </a:rPr>
              <a:t>Mayo Clinic</a:t>
            </a:r>
          </a:p>
        </p:txBody>
      </p:sp>
      <p:sp>
        <p:nvSpPr>
          <p:cNvPr id="16" name="diagram-73">
            <a:extLst xmlns:a="http://schemas.openxmlformats.org/drawingml/2006/main">
              <a:ext uri="{FF2B5EF4-FFF2-40B4-BE49-F238E27FC236}">
                <a16:creationId xmlns:a16="http://schemas.microsoft.com/office/drawing/2014/main" id="{35CCF4BF-B2E5-46CE-B468-47AE1C059544}"/>
              </a:ext>
            </a:extLst>
          </p:cNvPr>
          <p:cNvSpPr>
            <a:spLocks xmlns:a="http://schemas.openxmlformats.org/drawingml/2006/main" noGrp="1"/>
          </p:cNvSpPr>
          <p:nvPr/>
        </p:nvSpPr>
        <p:spPr>
          <a:xfrm xmlns:a="http://schemas.openxmlformats.org/drawingml/2006/main">
            <a:off x="1381125" y="5143500"/>
            <a:ext cx="2714625" cy="3619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650" b="0">
                <a:solidFill>
                  <a:srgbClr val="526773"/>
                </a:solidFill>
                <a:latin typeface="Arial"/>
                <a:ea typeface="Arial"/>
                <a:cs typeface="Arial"/>
              </a:defRPr>
            </a:defPPr>
            <a:lvl1pPr algn="l">
              <a:defRPr sz="1650" b="0">
                <a:solidFill>
                  <a:srgbClr val="526773"/>
                </a:solidFill>
                <a:latin typeface="Arial"/>
                <a:ea typeface="Arial"/>
                <a:cs typeface="Arial"/>
              </a:defRPr>
            </a:lvl1pPr>
            <a:lvl2pPr algn="l">
              <a:defRPr sz="1650" b="0">
                <a:solidFill>
                  <a:srgbClr val="526773"/>
                </a:solidFill>
                <a:latin typeface="Arial"/>
                <a:ea typeface="Arial"/>
                <a:cs typeface="Arial"/>
              </a:defRPr>
            </a:lvl2pPr>
            <a:lvl3pPr algn="l">
              <a:defRPr sz="1650" b="0">
                <a:solidFill>
                  <a:srgbClr val="526773"/>
                </a:solidFill>
                <a:latin typeface="Arial"/>
                <a:ea typeface="Arial"/>
                <a:cs typeface="Arial"/>
              </a:defRPr>
            </a:lvl3pPr>
            <a:lvl4pPr algn="l">
              <a:defRPr sz="1650" b="0">
                <a:solidFill>
                  <a:srgbClr val="526773"/>
                </a:solidFill>
                <a:latin typeface="Arial"/>
                <a:ea typeface="Arial"/>
                <a:cs typeface="Arial"/>
              </a:defRPr>
            </a:lvl4pPr>
            <a:lvl5pPr algn="l">
              <a:defRPr sz="1650" b="0">
                <a:solidFill>
                  <a:srgbClr val="526773"/>
                </a:solidFill>
                <a:latin typeface="Arial"/>
                <a:ea typeface="Arial"/>
                <a:cs typeface="Arial"/>
              </a:defRPr>
            </a:lvl5pPr>
            <a:lvl6pPr algn="l">
              <a:defRPr sz="1650" b="0">
                <a:solidFill>
                  <a:srgbClr val="526773"/>
                </a:solidFill>
                <a:latin typeface="Arial"/>
                <a:ea typeface="Arial"/>
                <a:cs typeface="Arial"/>
              </a:defRPr>
            </a:lvl6pPr>
            <a:lvl7pPr algn="l">
              <a:defRPr sz="1650" b="0">
                <a:solidFill>
                  <a:srgbClr val="526773"/>
                </a:solidFill>
                <a:latin typeface="Arial"/>
                <a:ea typeface="Arial"/>
                <a:cs typeface="Arial"/>
              </a:defRPr>
            </a:lvl7pPr>
            <a:lvl8pPr algn="l">
              <a:defRPr sz="1650" b="0">
                <a:solidFill>
                  <a:srgbClr val="526773"/>
                </a:solidFill>
                <a:latin typeface="Arial"/>
                <a:ea typeface="Arial"/>
                <a:cs typeface="Arial"/>
              </a:defRPr>
            </a:lvl8pPr>
            <a:lvl9pPr algn="l">
              <a:defRPr sz="1650" b="0">
                <a:solidFill>
                  <a:srgbClr val="526773"/>
                </a:solidFill>
                <a:latin typeface="Arial"/>
                <a:ea typeface="Arial"/>
                <a:cs typeface="Arial"/>
              </a:defRPr>
            </a:lvl9pPr>
          </a:lstStyle>
          <a:p xmlns:a="http://schemas.openxmlformats.org/drawingml/2006/main">
            <a:pPr algn="l">
              <a:defRPr sz="1650" b="0">
                <a:solidFill>
                  <a:srgbClr val="526773"/>
                </a:solidFill>
                <a:latin typeface="Arial"/>
                <a:ea typeface="Arial"/>
                <a:cs typeface="Arial"/>
              </a:defRPr>
            </a:pPr>
            <a:r>
              <a:rPr sz="1650" b="0">
                <a:solidFill>
                  <a:srgbClr val="526773"/>
                </a:solidFill>
                <a:latin typeface="Arial"/>
                <a:ea typeface="Arial"/>
                <a:cs typeface="Arial"/>
              </a:rPr>
              <a:t>Đăng ký</a:t>
            </a:r>
          </a:p>
        </p:txBody>
      </p:sp>
      <p:sp>
        <p:nvSpPr>
          <p:cNvPr id="17" name="diagram-74">
            <a:extLst xmlns:a="http://schemas.openxmlformats.org/drawingml/2006/main">
              <a:ext uri="{FF2B5EF4-FFF2-40B4-BE49-F238E27FC236}">
                <a16:creationId xmlns:a16="http://schemas.microsoft.com/office/drawing/2014/main" id="{603B6AF1-7F40-41ED-868D-B5A9F3249730}"/>
              </a:ext>
            </a:extLst>
          </p:cNvPr>
          <p:cNvSpPr>
            <a:spLocks xmlns:a="http://schemas.openxmlformats.org/drawingml/2006/main" noGrp="1"/>
          </p:cNvSpPr>
          <p:nvPr/>
        </p:nvSpPr>
        <p:spPr>
          <a:xfrm xmlns:a="http://schemas.openxmlformats.org/drawingml/2006/main">
            <a:off x="4572000" y="4695825"/>
            <a:ext cx="6858000" cy="8953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00" b="0">
                <a:solidFill>
                  <a:srgbClr val="102A43"/>
                </a:solidFill>
                <a:latin typeface="Arial"/>
                <a:ea typeface="Arial"/>
                <a:cs typeface="Arial"/>
              </a:defRPr>
            </a:defPPr>
            <a:lvl1pPr algn="l">
              <a:defRPr sz="2100" b="0">
                <a:solidFill>
                  <a:srgbClr val="102A43"/>
                </a:solidFill>
                <a:latin typeface="Arial"/>
                <a:ea typeface="Arial"/>
                <a:cs typeface="Arial"/>
              </a:defRPr>
            </a:lvl1pPr>
            <a:lvl2pPr algn="l">
              <a:defRPr sz="2100" b="0">
                <a:solidFill>
                  <a:srgbClr val="102A43"/>
                </a:solidFill>
                <a:latin typeface="Arial"/>
                <a:ea typeface="Arial"/>
                <a:cs typeface="Arial"/>
              </a:defRPr>
            </a:lvl2pPr>
            <a:lvl3pPr algn="l">
              <a:defRPr sz="2100" b="0">
                <a:solidFill>
                  <a:srgbClr val="102A43"/>
                </a:solidFill>
                <a:latin typeface="Arial"/>
                <a:ea typeface="Arial"/>
                <a:cs typeface="Arial"/>
              </a:defRPr>
            </a:lvl3pPr>
            <a:lvl4pPr algn="l">
              <a:defRPr sz="2100" b="0">
                <a:solidFill>
                  <a:srgbClr val="102A43"/>
                </a:solidFill>
                <a:latin typeface="Arial"/>
                <a:ea typeface="Arial"/>
                <a:cs typeface="Arial"/>
              </a:defRPr>
            </a:lvl4pPr>
            <a:lvl5pPr algn="l">
              <a:defRPr sz="2100" b="0">
                <a:solidFill>
                  <a:srgbClr val="102A43"/>
                </a:solidFill>
                <a:latin typeface="Arial"/>
                <a:ea typeface="Arial"/>
                <a:cs typeface="Arial"/>
              </a:defRPr>
            </a:lvl5pPr>
            <a:lvl6pPr algn="l">
              <a:defRPr sz="2100" b="0">
                <a:solidFill>
                  <a:srgbClr val="102A43"/>
                </a:solidFill>
                <a:latin typeface="Arial"/>
                <a:ea typeface="Arial"/>
                <a:cs typeface="Arial"/>
              </a:defRPr>
            </a:lvl6pPr>
            <a:lvl7pPr algn="l">
              <a:defRPr sz="2100" b="0">
                <a:solidFill>
                  <a:srgbClr val="102A43"/>
                </a:solidFill>
                <a:latin typeface="Arial"/>
                <a:ea typeface="Arial"/>
                <a:cs typeface="Arial"/>
              </a:defRPr>
            </a:lvl7pPr>
            <a:lvl8pPr algn="l">
              <a:defRPr sz="2100" b="0">
                <a:solidFill>
                  <a:srgbClr val="102A43"/>
                </a:solidFill>
                <a:latin typeface="Arial"/>
                <a:ea typeface="Arial"/>
                <a:cs typeface="Arial"/>
              </a:defRPr>
            </a:lvl8pPr>
            <a:lvl9pPr algn="l">
              <a:defRPr sz="2100" b="0">
                <a:solidFill>
                  <a:srgbClr val="102A43"/>
                </a:solidFill>
                <a:latin typeface="Arial"/>
                <a:ea typeface="Arial"/>
                <a:cs typeface="Arial"/>
              </a:defRPr>
            </a:lvl9pPr>
          </a:lstStyle>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Nói rõ phần đã xong và</a:t>
            </a:r>
          </a:p>
          <a:p xmlns:a="http://schemas.openxmlformats.org/drawingml/2006/main">
            <a:pPr algn="l">
              <a:defRPr sz="2100" b="0">
                <a:solidFill>
                  <a:srgbClr val="102A43"/>
                </a:solidFill>
                <a:latin typeface="Arial"/>
                <a:ea typeface="Arial"/>
                <a:cs typeface="Arial"/>
              </a:defRPr>
            </a:pPr>
            <a:r>
              <a:rPr sz="2100" b="0">
                <a:solidFill>
                  <a:srgbClr val="102A43"/>
                </a:solidFill>
                <a:latin typeface="Arial"/>
                <a:ea typeface="Arial"/>
                <a:cs typeface="Arial"/>
              </a:rPr>
              <a:t>những việc còn cần xác minh.</a:t>
            </a:r>
          </a:p>
        </p:txBody>
      </p:sp>
      <p:sp>
        <p:nvSpPr>
          <p:cNvPr id="18" name="diagram-75">
            <a:extLst xmlns:a="http://schemas.openxmlformats.org/drawingml/2006/main">
              <a:ext uri="{FF2B5EF4-FFF2-40B4-BE49-F238E27FC236}">
                <a16:creationId xmlns:a16="http://schemas.microsoft.com/office/drawing/2014/main" id="{7B80B2BD-C544-4E5A-9A01-AE37E93A24A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Nguồn chính thức và giới hạn áp dụng giữ trong ghi chú và repo.</a:t>
            </a:r>
          </a:p>
        </p:txBody>
      </p:sp>
      <p:sp>
        <p:nvSpPr>
          <p:cNvPr id="19" name="diagram-76">
            <a:extLst xmlns:a="http://schemas.openxmlformats.org/drawingml/2006/main">
              <a:ext uri="{FF2B5EF4-FFF2-40B4-BE49-F238E27FC236}">
                <a16:creationId xmlns:a16="http://schemas.microsoft.com/office/drawing/2014/main" id="{9F117C66-215A-4F29-9184-F5C59C04A334}"/>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05</a:t>
            </a:r>
          </a:p>
        </p:txBody>
      </p:sp>
    </p:spTree>
    <p:extLst>
      <p:ext uri="{BB962C8B-B14F-4D97-AF65-F5344CB8AC3E}">
        <p14:creationId xmlns:p14="http://schemas.microsoft.com/office/powerpoint/2010/main" val="2120136452"/>
      </p:ext>
    </p:extLst>
  </p:cSld>
</p:sld>
</file>

<file path=ppt/slides/slide6.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42" name="diagram-77">
            <a:extLst xmlns:a="http://schemas.openxmlformats.org/drawingml/2006/main">
              <a:ext uri="{FF2B5EF4-FFF2-40B4-BE49-F238E27FC236}">
                <a16:creationId xmlns:a16="http://schemas.microsoft.com/office/drawing/2014/main" id="{210D8B86-48E3-4276-A60C-A40D98C75DF1}"/>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Prototype: hướng dẫn theo tiến độ</a:t>
            </a:r>
          </a:p>
        </p:txBody>
      </p:sp>
      <p:sp>
        <p:nvSpPr>
          <p:cNvPr id="2" name="diagram-78">
            <a:extLst xmlns:a="http://schemas.openxmlformats.org/drawingml/2006/main">
              <a:ext uri="{FF2B5EF4-FFF2-40B4-BE49-F238E27FC236}">
                <a16:creationId xmlns:a16="http://schemas.microsoft.com/office/drawing/2014/main" id="{0DD4B106-0483-4D4A-A80D-133F10F6EAC5}"/>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Dữ kiện xác nhận quyết định điều kiện chuyển bước; AI diễn đạt thông tin hành chính</a:t>
            </a:r>
          </a:p>
        </p:txBody>
      </p:sp>
      <p:pic>
        <p:nvPicPr>
          <p:cNvPr id="3" name="">
            <a:extLst xmlns:a="http://schemas.openxmlformats.org/drawingml/2006/main">
              <a:ext uri="{FF2B5EF4-FFF2-40B4-BE49-F238E27FC236}">
                <a16:creationId xmlns:a16="http://schemas.microsoft.com/office/drawing/2014/main" id="{A456EBB3-4381-46E8-BF73-549E1B6DDCD3}"/>
              </a:ext>
            </a:extLst>
          </p:cNvPr>
          <p:cNvPicPr>
            <a:picLocks xmlns:a="http://schemas.openxmlformats.org/drawingml/2006/main" noChangeAspect="1"/>
          </p:cNvPicPr>
          <p:nvPr/>
        </p:nvPicPr>
        <p:blipFill>
          <a:blip xmlns:r="http://schemas.openxmlformats.org/officeDocument/2006/relationships" xmlns:a="http://schemas.openxmlformats.org/drawingml/2006/main" r:embed="Rec78714a0ceb4498">
            <a:extLst>
              <a:ext uri="{96DAC541-7B7A-43D3-8B79-37D633B846F1}">
                <asvg:svgBlip xmlns:asvg="http://schemas.microsoft.com/office/drawing/2016/SVG/main" r:embed="R7b5d64fa345643f9"/>
              </a:ext>
            </a:extLst>
          </a:blip>
          <a:stretch xmlns:a="http://schemas.openxmlformats.org/drawingml/2006/main"/>
        </p:blipFill>
        <p:spPr>
          <a:xfrm xmlns:a="http://schemas.openxmlformats.org/drawingml/2006/main">
            <a:off x="1171575" y="1676400"/>
            <a:ext cx="323850" cy="323850"/>
          </a:xfrm>
          <a:prstGeom xmlns:a="http://schemas.openxmlformats.org/drawingml/2006/main" prst="rect">
            <a:avLst/>
          </a:prstGeom>
        </p:spPr>
      </p:pic>
      <p:pic>
        <p:nvPicPr>
          <p:cNvPr id="4" name="">
            <a:extLst xmlns:a="http://schemas.openxmlformats.org/drawingml/2006/main">
              <a:ext uri="{FF2B5EF4-FFF2-40B4-BE49-F238E27FC236}">
                <a16:creationId xmlns:a16="http://schemas.microsoft.com/office/drawing/2014/main" id="{57E8017D-A995-4CB1-B3A3-9D9B70336B92}"/>
              </a:ext>
            </a:extLst>
          </p:cNvPr>
          <p:cNvPicPr>
            <a:picLocks xmlns:a="http://schemas.openxmlformats.org/drawingml/2006/main" noChangeAspect="1"/>
          </p:cNvPicPr>
          <p:nvPr/>
        </p:nvPicPr>
        <p:blipFill>
          <a:blip xmlns:r="http://schemas.openxmlformats.org/officeDocument/2006/relationships" xmlns:a="http://schemas.openxmlformats.org/drawingml/2006/main" r:embed="R03129e513d9146a2">
            <a:extLst>
              <a:ext uri="{96DAC541-7B7A-43D3-8B79-37D633B846F1}">
                <asvg:svgBlip xmlns:asvg="http://schemas.microsoft.com/office/drawing/2016/SVG/main" r:embed="Rcbefbea730424244"/>
              </a:ext>
            </a:extLst>
          </a:blip>
          <a:stretch xmlns:a="http://schemas.openxmlformats.org/drawingml/2006/main"/>
        </p:blipFill>
        <p:spPr>
          <a:xfrm xmlns:a="http://schemas.openxmlformats.org/drawingml/2006/main">
            <a:off x="3076575" y="1676400"/>
            <a:ext cx="323850" cy="323850"/>
          </a:xfrm>
          <a:prstGeom xmlns:a="http://schemas.openxmlformats.org/drawingml/2006/main" prst="rect">
            <a:avLst/>
          </a:prstGeom>
        </p:spPr>
      </p:pic>
      <p:pic>
        <p:nvPicPr>
          <p:cNvPr id="5" name="">
            <a:extLst xmlns:a="http://schemas.openxmlformats.org/drawingml/2006/main">
              <a:ext uri="{FF2B5EF4-FFF2-40B4-BE49-F238E27FC236}">
                <a16:creationId xmlns:a16="http://schemas.microsoft.com/office/drawing/2014/main" id="{0B6101E5-5D2C-4275-ABEB-D57867D61E7C}"/>
              </a:ext>
            </a:extLst>
          </p:cNvPr>
          <p:cNvPicPr>
            <a:picLocks xmlns:a="http://schemas.openxmlformats.org/drawingml/2006/main" noChangeAspect="1"/>
          </p:cNvPicPr>
          <p:nvPr/>
        </p:nvPicPr>
        <p:blipFill>
          <a:blip xmlns:r="http://schemas.openxmlformats.org/officeDocument/2006/relationships" xmlns:a="http://schemas.openxmlformats.org/drawingml/2006/main" r:embed="R4bb9f5c9800b451a">
            <a:extLst>
              <a:ext uri="{96DAC541-7B7A-43D3-8B79-37D633B846F1}">
                <asvg:svgBlip xmlns:asvg="http://schemas.microsoft.com/office/drawing/2016/SVG/main" r:embed="R5dc04c9a63f74940"/>
              </a:ext>
            </a:extLst>
          </a:blip>
          <a:stretch xmlns:a="http://schemas.openxmlformats.org/drawingml/2006/main"/>
        </p:blipFill>
        <p:spPr>
          <a:xfrm xmlns:a="http://schemas.openxmlformats.org/drawingml/2006/main">
            <a:off x="4981575" y="1676400"/>
            <a:ext cx="323850" cy="323850"/>
          </a:xfrm>
          <a:prstGeom xmlns:a="http://schemas.openxmlformats.org/drawingml/2006/main" prst="rect">
            <a:avLst/>
          </a:prstGeom>
        </p:spPr>
      </p:pic>
      <p:pic>
        <p:nvPicPr>
          <p:cNvPr id="6" name="">
            <a:extLst xmlns:a="http://schemas.openxmlformats.org/drawingml/2006/main">
              <a:ext uri="{FF2B5EF4-FFF2-40B4-BE49-F238E27FC236}">
                <a16:creationId xmlns:a16="http://schemas.microsoft.com/office/drawing/2014/main" id="{BE528696-C968-41DE-8AB1-3751D0BBC94E}"/>
              </a:ext>
            </a:extLst>
          </p:cNvPr>
          <p:cNvPicPr>
            <a:picLocks xmlns:a="http://schemas.openxmlformats.org/drawingml/2006/main" noChangeAspect="1"/>
          </p:cNvPicPr>
          <p:nvPr/>
        </p:nvPicPr>
        <p:blipFill>
          <a:blip xmlns:r="http://schemas.openxmlformats.org/officeDocument/2006/relationships" xmlns:a="http://schemas.openxmlformats.org/drawingml/2006/main" r:embed="R5118372d6d7e45eb">
            <a:extLst>
              <a:ext uri="{96DAC541-7B7A-43D3-8B79-37D633B846F1}">
                <asvg:svgBlip xmlns:asvg="http://schemas.microsoft.com/office/drawing/2016/SVG/main" r:embed="Rbee27af8928e49d7"/>
              </a:ext>
            </a:extLst>
          </a:blip>
          <a:stretch xmlns:a="http://schemas.openxmlformats.org/drawingml/2006/main"/>
        </p:blipFill>
        <p:spPr>
          <a:xfrm xmlns:a="http://schemas.openxmlformats.org/drawingml/2006/main">
            <a:off x="6886575" y="1676400"/>
            <a:ext cx="323850" cy="32385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7670FFE2-1282-4331-9EA2-52371F80E6DD}"/>
              </a:ext>
            </a:extLst>
          </p:cNvPr>
          <p:cNvPicPr>
            <a:picLocks xmlns:a="http://schemas.openxmlformats.org/drawingml/2006/main" noChangeAspect="1"/>
          </p:cNvPicPr>
          <p:nvPr/>
        </p:nvPicPr>
        <p:blipFill>
          <a:blip xmlns:r="http://schemas.openxmlformats.org/officeDocument/2006/relationships" xmlns:a="http://schemas.openxmlformats.org/drawingml/2006/main" r:embed="R3aa1ee4a79e7437c">
            <a:extLst>
              <a:ext uri="{96DAC541-7B7A-43D3-8B79-37D633B846F1}">
                <asvg:svgBlip xmlns:asvg="http://schemas.microsoft.com/office/drawing/2016/SVG/main" r:embed="R2eff3c4006384eab"/>
              </a:ext>
            </a:extLst>
          </a:blip>
          <a:stretch xmlns:a="http://schemas.openxmlformats.org/drawingml/2006/main"/>
        </p:blipFill>
        <p:spPr>
          <a:xfrm xmlns:a="http://schemas.openxmlformats.org/drawingml/2006/main">
            <a:off x="8791575" y="1676400"/>
            <a:ext cx="323850" cy="323850"/>
          </a:xfrm>
          <a:prstGeom xmlns:a="http://schemas.openxmlformats.org/drawingml/2006/main" prst="rect">
            <a:avLst/>
          </a:prstGeom>
        </p:spPr>
      </p:pic>
      <p:pic>
        <p:nvPicPr>
          <p:cNvPr id="8" name="">
            <a:extLst xmlns:a="http://schemas.openxmlformats.org/drawingml/2006/main">
              <a:ext uri="{FF2B5EF4-FFF2-40B4-BE49-F238E27FC236}">
                <a16:creationId xmlns:a16="http://schemas.microsoft.com/office/drawing/2014/main" id="{C29093E4-63A1-4324-B6BD-860836F03C5A}"/>
              </a:ext>
            </a:extLst>
          </p:cNvPr>
          <p:cNvPicPr>
            <a:picLocks xmlns:a="http://schemas.openxmlformats.org/drawingml/2006/main" noChangeAspect="1"/>
          </p:cNvPicPr>
          <p:nvPr/>
        </p:nvPicPr>
        <p:blipFill>
          <a:blip xmlns:r="http://schemas.openxmlformats.org/officeDocument/2006/relationships" xmlns:a="http://schemas.openxmlformats.org/drawingml/2006/main" r:embed="Re0c890390fe14fcf">
            <a:extLst>
              <a:ext uri="{96DAC541-7B7A-43D3-8B79-37D633B846F1}">
                <asvg:svgBlip xmlns:asvg="http://schemas.microsoft.com/office/drawing/2016/SVG/main" r:embed="Rad753d2da9a34e0a"/>
              </a:ext>
            </a:extLst>
          </a:blip>
          <a:stretch xmlns:a="http://schemas.openxmlformats.org/drawingml/2006/main"/>
        </p:blipFill>
        <p:spPr>
          <a:xfrm xmlns:a="http://schemas.openxmlformats.org/drawingml/2006/main">
            <a:off x="10696575" y="1676400"/>
            <a:ext cx="323850" cy="323850"/>
          </a:xfrm>
          <a:prstGeom xmlns:a="http://schemas.openxmlformats.org/drawingml/2006/main" prst="rect">
            <a:avLst/>
          </a:prstGeom>
        </p:spPr>
      </p:pic>
      <p:sp>
        <p:nvSpPr>
          <p:cNvPr id="9" name="diagram-79">
            <a:extLst xmlns:a="http://schemas.openxmlformats.org/drawingml/2006/main">
              <a:ext uri="{FF2B5EF4-FFF2-40B4-BE49-F238E27FC236}">
                <a16:creationId xmlns:a16="http://schemas.microsoft.com/office/drawing/2014/main" id="{1CFCC291-B3FE-4E5B-8652-56BD99DB67E9}"/>
              </a:ext>
            </a:extLst>
          </p:cNvPr>
          <p:cNvSpPr>
            <a:spLocks xmlns:a="http://schemas.openxmlformats.org/drawingml/2006/main" noGrp="1"/>
          </p:cNvSpPr>
          <p:nvPr/>
        </p:nvSpPr>
        <p:spPr>
          <a:xfrm xmlns:a="http://schemas.openxmlformats.org/drawingml/2006/main">
            <a:off x="57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0" name="diagram-80">
            <a:extLst xmlns:a="http://schemas.openxmlformats.org/drawingml/2006/main">
              <a:ext uri="{FF2B5EF4-FFF2-40B4-BE49-F238E27FC236}">
                <a16:creationId xmlns:a16="http://schemas.microsoft.com/office/drawing/2014/main" id="{2DB82579-3382-4D8F-9CD8-C0683A7E81E0}"/>
              </a:ext>
            </a:extLst>
          </p:cNvPr>
          <p:cNvSpPr>
            <a:spLocks xmlns:a="http://schemas.openxmlformats.org/drawingml/2006/main" noGrp="1"/>
          </p:cNvSpPr>
          <p:nvPr/>
        </p:nvSpPr>
        <p:spPr>
          <a:xfrm xmlns:a="http://schemas.openxmlformats.org/drawingml/2006/main">
            <a:off x="66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Khám đầu</a:t>
            </a:r>
          </a:p>
        </p:txBody>
      </p:sp>
      <p:sp>
        <p:nvSpPr>
          <p:cNvPr id="11" name="diagram-81">
            <a:extLst xmlns:a="http://schemas.openxmlformats.org/drawingml/2006/main">
              <a:ext uri="{FF2B5EF4-FFF2-40B4-BE49-F238E27FC236}">
                <a16:creationId xmlns:a16="http://schemas.microsoft.com/office/drawing/2014/main" id="{A643F2E2-37CB-46F3-BB53-96802BDA3F4C}"/>
              </a:ext>
            </a:extLst>
          </p:cNvPr>
          <p:cNvSpPr>
            <a:spLocks xmlns:a="http://schemas.openxmlformats.org/drawingml/2006/main" noGrp="1"/>
          </p:cNvSpPr>
          <p:nvPr/>
        </p:nvSpPr>
        <p:spPr>
          <a:xfrm xmlns:a="http://schemas.openxmlformats.org/drawingml/2006/main">
            <a:off x="214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2" name="diagram-82">
            <a:extLst xmlns:a="http://schemas.openxmlformats.org/drawingml/2006/main">
              <a:ext uri="{FF2B5EF4-FFF2-40B4-BE49-F238E27FC236}">
                <a16:creationId xmlns:a16="http://schemas.microsoft.com/office/drawing/2014/main" id="{3E3A5C48-A119-4FE9-9C32-C0A5B42940E1}"/>
              </a:ext>
            </a:extLst>
          </p:cNvPr>
          <p:cNvSpPr>
            <a:spLocks xmlns:a="http://schemas.openxmlformats.org/drawingml/2006/main" noGrp="1"/>
          </p:cNvSpPr>
          <p:nvPr/>
        </p:nvSpPr>
        <p:spPr>
          <a:xfrm xmlns:a="http://schemas.openxmlformats.org/drawingml/2006/main">
            <a:off x="247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3" name="diagram-83">
            <a:extLst xmlns:a="http://schemas.openxmlformats.org/drawingml/2006/main">
              <a:ext uri="{FF2B5EF4-FFF2-40B4-BE49-F238E27FC236}">
                <a16:creationId xmlns:a16="http://schemas.microsoft.com/office/drawing/2014/main" id="{FC4912EA-E3D5-443B-95E1-2554A119D6F1}"/>
              </a:ext>
            </a:extLst>
          </p:cNvPr>
          <p:cNvSpPr>
            <a:spLocks xmlns:a="http://schemas.openxmlformats.org/drawingml/2006/main" noGrp="1"/>
          </p:cNvSpPr>
          <p:nvPr/>
        </p:nvSpPr>
        <p:spPr>
          <a:xfrm xmlns:a="http://schemas.openxmlformats.org/drawingml/2006/main">
            <a:off x="257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Làm</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dịch vụ</a:t>
            </a:r>
          </a:p>
        </p:txBody>
      </p:sp>
      <p:sp>
        <p:nvSpPr>
          <p:cNvPr id="14" name="diagram-84">
            <a:extLst xmlns:a="http://schemas.openxmlformats.org/drawingml/2006/main">
              <a:ext uri="{FF2B5EF4-FFF2-40B4-BE49-F238E27FC236}">
                <a16:creationId xmlns:a16="http://schemas.microsoft.com/office/drawing/2014/main" id="{DD9862EE-78F8-4616-9BD3-30BEA2C36A57}"/>
              </a:ext>
            </a:extLst>
          </p:cNvPr>
          <p:cNvSpPr>
            <a:spLocks xmlns:a="http://schemas.openxmlformats.org/drawingml/2006/main" noGrp="1"/>
          </p:cNvSpPr>
          <p:nvPr/>
        </p:nvSpPr>
        <p:spPr>
          <a:xfrm xmlns:a="http://schemas.openxmlformats.org/drawingml/2006/main">
            <a:off x="404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5" name="diagram-85">
            <a:extLst xmlns:a="http://schemas.openxmlformats.org/drawingml/2006/main">
              <a:ext uri="{FF2B5EF4-FFF2-40B4-BE49-F238E27FC236}">
                <a16:creationId xmlns:a16="http://schemas.microsoft.com/office/drawing/2014/main" id="{FEF6C8A5-D189-4C81-913E-B0CED22D3531}"/>
              </a:ext>
            </a:extLst>
          </p:cNvPr>
          <p:cNvSpPr>
            <a:spLocks xmlns:a="http://schemas.openxmlformats.org/drawingml/2006/main" noGrp="1"/>
          </p:cNvSpPr>
          <p:nvPr/>
        </p:nvSpPr>
        <p:spPr>
          <a:xfrm xmlns:a="http://schemas.openxmlformats.org/drawingml/2006/main">
            <a:off x="438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16" name="diagram-86">
            <a:extLst xmlns:a="http://schemas.openxmlformats.org/drawingml/2006/main">
              <a:ext uri="{FF2B5EF4-FFF2-40B4-BE49-F238E27FC236}">
                <a16:creationId xmlns:a16="http://schemas.microsoft.com/office/drawing/2014/main" id="{4AA50FB5-1D22-4DAF-B8C1-57DA85A07AB5}"/>
              </a:ext>
            </a:extLst>
          </p:cNvPr>
          <p:cNvSpPr>
            <a:spLocks xmlns:a="http://schemas.openxmlformats.org/drawingml/2006/main" noGrp="1"/>
          </p:cNvSpPr>
          <p:nvPr/>
        </p:nvSpPr>
        <p:spPr>
          <a:xfrm xmlns:a="http://schemas.openxmlformats.org/drawingml/2006/main">
            <a:off x="447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Chờ</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kết quả</a:t>
            </a:r>
          </a:p>
        </p:txBody>
      </p:sp>
      <p:sp>
        <p:nvSpPr>
          <p:cNvPr id="17" name="diagram-87">
            <a:extLst xmlns:a="http://schemas.openxmlformats.org/drawingml/2006/main">
              <a:ext uri="{FF2B5EF4-FFF2-40B4-BE49-F238E27FC236}">
                <a16:creationId xmlns:a16="http://schemas.microsoft.com/office/drawing/2014/main" id="{B18478B1-055A-43B4-A453-6D8A7A70AE8A}"/>
              </a:ext>
            </a:extLst>
          </p:cNvPr>
          <p:cNvSpPr>
            <a:spLocks xmlns:a="http://schemas.openxmlformats.org/drawingml/2006/main" noGrp="1"/>
          </p:cNvSpPr>
          <p:nvPr/>
        </p:nvSpPr>
        <p:spPr>
          <a:xfrm xmlns:a="http://schemas.openxmlformats.org/drawingml/2006/main">
            <a:off x="595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18" name="diagram-88">
            <a:extLst xmlns:a="http://schemas.openxmlformats.org/drawingml/2006/main">
              <a:ext uri="{FF2B5EF4-FFF2-40B4-BE49-F238E27FC236}">
                <a16:creationId xmlns:a16="http://schemas.microsoft.com/office/drawing/2014/main" id="{62888EC0-E08B-461A-A4EB-8DD798F448D4}"/>
              </a:ext>
            </a:extLst>
          </p:cNvPr>
          <p:cNvSpPr>
            <a:spLocks xmlns:a="http://schemas.openxmlformats.org/drawingml/2006/main" noGrp="1"/>
          </p:cNvSpPr>
          <p:nvPr/>
        </p:nvSpPr>
        <p:spPr>
          <a:xfrm xmlns:a="http://schemas.openxmlformats.org/drawingml/2006/main">
            <a:off x="6286500" y="2095500"/>
            <a:ext cx="1524000" cy="781050"/>
          </a:xfrm>
          <a:prstGeom xmlns:a="http://schemas.openxmlformats.org/drawingml/2006/main" prst="roundRect">
            <a:avLst>
              <a:gd name="adj" fmla="val 9756"/>
            </a:avLst>
          </a:prstGeom>
          <a:solidFill xmlns:a="http://schemas.openxmlformats.org/drawingml/2006/main">
            <a:srgbClr val="E5EFFC"/>
          </a:solidFill>
          <a:ln xmlns:a="http://schemas.openxmlformats.org/drawingml/2006/main" w="19050">
            <a:solidFill>
              <a:srgbClr val="246BCE"/>
            </a:solidFill>
            <a:prstDash val="solid"/>
          </a:ln>
        </p:spPr>
      </p:sp>
      <p:sp>
        <p:nvSpPr>
          <p:cNvPr id="19" name="diagram-89">
            <a:extLst xmlns:a="http://schemas.openxmlformats.org/drawingml/2006/main">
              <a:ext uri="{FF2B5EF4-FFF2-40B4-BE49-F238E27FC236}">
                <a16:creationId xmlns:a16="http://schemas.microsoft.com/office/drawing/2014/main" id="{199EF97C-0D40-4F3C-8DCA-B644CA0D77F9}"/>
              </a:ext>
            </a:extLst>
          </p:cNvPr>
          <p:cNvSpPr>
            <a:spLocks xmlns:a="http://schemas.openxmlformats.org/drawingml/2006/main" noGrp="1"/>
          </p:cNvSpPr>
          <p:nvPr/>
        </p:nvSpPr>
        <p:spPr>
          <a:xfrm xmlns:a="http://schemas.openxmlformats.org/drawingml/2006/main">
            <a:off x="638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Đủ</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điều kiện</a:t>
            </a:r>
          </a:p>
        </p:txBody>
      </p:sp>
      <p:sp>
        <p:nvSpPr>
          <p:cNvPr id="20" name="diagram-90">
            <a:extLst xmlns:a="http://schemas.openxmlformats.org/drawingml/2006/main">
              <a:ext uri="{FF2B5EF4-FFF2-40B4-BE49-F238E27FC236}">
                <a16:creationId xmlns:a16="http://schemas.microsoft.com/office/drawing/2014/main" id="{F453C62D-709C-4752-8249-C329AFA42EDF}"/>
              </a:ext>
            </a:extLst>
          </p:cNvPr>
          <p:cNvSpPr>
            <a:spLocks xmlns:a="http://schemas.openxmlformats.org/drawingml/2006/main" noGrp="1"/>
          </p:cNvSpPr>
          <p:nvPr/>
        </p:nvSpPr>
        <p:spPr>
          <a:xfrm xmlns:a="http://schemas.openxmlformats.org/drawingml/2006/main">
            <a:off x="7858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1" name="diagram-91">
            <a:extLst xmlns:a="http://schemas.openxmlformats.org/drawingml/2006/main">
              <a:ext uri="{FF2B5EF4-FFF2-40B4-BE49-F238E27FC236}">
                <a16:creationId xmlns:a16="http://schemas.microsoft.com/office/drawing/2014/main" id="{CC5C214D-2CE1-4321-A12E-06D0F40088A1}"/>
              </a:ext>
            </a:extLst>
          </p:cNvPr>
          <p:cNvSpPr>
            <a:spLocks xmlns:a="http://schemas.openxmlformats.org/drawingml/2006/main" noGrp="1"/>
          </p:cNvSpPr>
          <p:nvPr/>
        </p:nvSpPr>
        <p:spPr>
          <a:xfrm xmlns:a="http://schemas.openxmlformats.org/drawingml/2006/main">
            <a:off x="8191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2" name="diagram-92">
            <a:extLst xmlns:a="http://schemas.openxmlformats.org/drawingml/2006/main">
              <a:ext uri="{FF2B5EF4-FFF2-40B4-BE49-F238E27FC236}">
                <a16:creationId xmlns:a16="http://schemas.microsoft.com/office/drawing/2014/main" id="{882C9AA8-4DED-4923-AF8F-DCF15EB5F8AA}"/>
              </a:ext>
            </a:extLst>
          </p:cNvPr>
          <p:cNvSpPr>
            <a:spLocks xmlns:a="http://schemas.openxmlformats.org/drawingml/2006/main" noGrp="1"/>
          </p:cNvSpPr>
          <p:nvPr/>
        </p:nvSpPr>
        <p:spPr>
          <a:xfrm xmlns:a="http://schemas.openxmlformats.org/drawingml/2006/main">
            <a:off x="8286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Có mặt</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ngoài phòng</a:t>
            </a:r>
          </a:p>
        </p:txBody>
      </p:sp>
      <p:sp>
        <p:nvSpPr>
          <p:cNvPr id="23" name="diagram-93">
            <a:extLst xmlns:a="http://schemas.openxmlformats.org/drawingml/2006/main">
              <a:ext uri="{FF2B5EF4-FFF2-40B4-BE49-F238E27FC236}">
                <a16:creationId xmlns:a16="http://schemas.microsoft.com/office/drawing/2014/main" id="{A086E1C4-051F-446C-9367-CC8BCFF5152C}"/>
              </a:ext>
            </a:extLst>
          </p:cNvPr>
          <p:cNvSpPr>
            <a:spLocks xmlns:a="http://schemas.openxmlformats.org/drawingml/2006/main" noGrp="1"/>
          </p:cNvSpPr>
          <p:nvPr/>
        </p:nvSpPr>
        <p:spPr>
          <a:xfrm xmlns:a="http://schemas.openxmlformats.org/drawingml/2006/main">
            <a:off x="9763125" y="2409825"/>
            <a:ext cx="285750" cy="15240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24" name="diagram-94">
            <a:extLst xmlns:a="http://schemas.openxmlformats.org/drawingml/2006/main">
              <a:ext uri="{FF2B5EF4-FFF2-40B4-BE49-F238E27FC236}">
                <a16:creationId xmlns:a16="http://schemas.microsoft.com/office/drawing/2014/main" id="{9A66CCB0-4E5C-4784-92FC-163C51A2BB6D}"/>
              </a:ext>
            </a:extLst>
          </p:cNvPr>
          <p:cNvSpPr>
            <a:spLocks xmlns:a="http://schemas.openxmlformats.org/drawingml/2006/main" noGrp="1"/>
          </p:cNvSpPr>
          <p:nvPr/>
        </p:nvSpPr>
        <p:spPr>
          <a:xfrm xmlns:a="http://schemas.openxmlformats.org/drawingml/2006/main">
            <a:off x="10096500" y="2095500"/>
            <a:ext cx="1524000" cy="781050"/>
          </a:xfrm>
          <a:prstGeom xmlns:a="http://schemas.openxmlformats.org/drawingml/2006/main" prst="roundRect">
            <a:avLst>
              <a:gd name="adj" fmla="val 9756"/>
            </a:avLst>
          </a:prstGeom>
          <a:solidFill xmlns:a="http://schemas.openxmlformats.org/drawingml/2006/main">
            <a:srgbClr val="FFFFFF"/>
          </a:solidFill>
          <a:ln xmlns:a="http://schemas.openxmlformats.org/drawingml/2006/main" w="19050">
            <a:solidFill>
              <a:srgbClr val="246BCE"/>
            </a:solidFill>
            <a:prstDash val="solid"/>
          </a:ln>
        </p:spPr>
      </p:sp>
      <p:sp>
        <p:nvSpPr>
          <p:cNvPr id="25" name="diagram-95">
            <a:extLst xmlns:a="http://schemas.openxmlformats.org/drawingml/2006/main">
              <a:ext uri="{FF2B5EF4-FFF2-40B4-BE49-F238E27FC236}">
                <a16:creationId xmlns:a16="http://schemas.microsoft.com/office/drawing/2014/main" id="{828217FD-8089-4B99-9417-3E32AF829CCF}"/>
              </a:ext>
            </a:extLst>
          </p:cNvPr>
          <p:cNvSpPr>
            <a:spLocks xmlns:a="http://schemas.openxmlformats.org/drawingml/2006/main" noGrp="1"/>
          </p:cNvSpPr>
          <p:nvPr/>
        </p:nvSpPr>
        <p:spPr>
          <a:xfrm xmlns:a="http://schemas.openxmlformats.org/drawingml/2006/main">
            <a:off x="10191750" y="2143125"/>
            <a:ext cx="1333500" cy="6858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725" b="1">
                <a:solidFill>
                  <a:srgbClr val="102A43"/>
                </a:solidFill>
                <a:latin typeface="Arial"/>
                <a:ea typeface="Arial"/>
                <a:cs typeface="Arial"/>
              </a:defRPr>
            </a:defPPr>
            <a:lvl1pPr algn="ctr">
              <a:defRPr sz="1725" b="1">
                <a:solidFill>
                  <a:srgbClr val="102A43"/>
                </a:solidFill>
                <a:latin typeface="Arial"/>
                <a:ea typeface="Arial"/>
                <a:cs typeface="Arial"/>
              </a:defRPr>
            </a:lvl1pPr>
            <a:lvl2pPr algn="ctr">
              <a:defRPr sz="1725" b="1">
                <a:solidFill>
                  <a:srgbClr val="102A43"/>
                </a:solidFill>
                <a:latin typeface="Arial"/>
                <a:ea typeface="Arial"/>
                <a:cs typeface="Arial"/>
              </a:defRPr>
            </a:lvl2pPr>
            <a:lvl3pPr algn="ctr">
              <a:defRPr sz="1725" b="1">
                <a:solidFill>
                  <a:srgbClr val="102A43"/>
                </a:solidFill>
                <a:latin typeface="Arial"/>
                <a:ea typeface="Arial"/>
                <a:cs typeface="Arial"/>
              </a:defRPr>
            </a:lvl3pPr>
            <a:lvl4pPr algn="ctr">
              <a:defRPr sz="1725" b="1">
                <a:solidFill>
                  <a:srgbClr val="102A43"/>
                </a:solidFill>
                <a:latin typeface="Arial"/>
                <a:ea typeface="Arial"/>
                <a:cs typeface="Arial"/>
              </a:defRPr>
            </a:lvl4pPr>
            <a:lvl5pPr algn="ctr">
              <a:defRPr sz="1725" b="1">
                <a:solidFill>
                  <a:srgbClr val="102A43"/>
                </a:solidFill>
                <a:latin typeface="Arial"/>
                <a:ea typeface="Arial"/>
                <a:cs typeface="Arial"/>
              </a:defRPr>
            </a:lvl5pPr>
            <a:lvl6pPr algn="ctr">
              <a:defRPr sz="1725" b="1">
                <a:solidFill>
                  <a:srgbClr val="102A43"/>
                </a:solidFill>
                <a:latin typeface="Arial"/>
                <a:ea typeface="Arial"/>
                <a:cs typeface="Arial"/>
              </a:defRPr>
            </a:lvl6pPr>
            <a:lvl7pPr algn="ctr">
              <a:defRPr sz="1725" b="1">
                <a:solidFill>
                  <a:srgbClr val="102A43"/>
                </a:solidFill>
                <a:latin typeface="Arial"/>
                <a:ea typeface="Arial"/>
                <a:cs typeface="Arial"/>
              </a:defRPr>
            </a:lvl7pPr>
            <a:lvl8pPr algn="ctr">
              <a:defRPr sz="1725" b="1">
                <a:solidFill>
                  <a:srgbClr val="102A43"/>
                </a:solidFill>
                <a:latin typeface="Arial"/>
                <a:ea typeface="Arial"/>
                <a:cs typeface="Arial"/>
              </a:defRPr>
            </a:lvl8pPr>
            <a:lvl9pPr algn="ctr">
              <a:defRPr sz="1725" b="1">
                <a:solidFill>
                  <a:srgbClr val="102A43"/>
                </a:solidFill>
                <a:latin typeface="Arial"/>
                <a:ea typeface="Arial"/>
                <a:cs typeface="Arial"/>
              </a:defRPr>
            </a:lvl9pPr>
          </a:lstStyle>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Bác sĩ</a:t>
            </a:r>
          </a:p>
          <a:p xmlns:a="http://schemas.openxmlformats.org/drawingml/2006/main">
            <a:pPr algn="ctr">
              <a:defRPr sz="1725" b="1">
                <a:solidFill>
                  <a:srgbClr val="102A43"/>
                </a:solidFill>
                <a:latin typeface="Arial"/>
                <a:ea typeface="Arial"/>
                <a:cs typeface="Arial"/>
              </a:defRPr>
            </a:pPr>
            <a:r>
              <a:rPr sz="1725" b="1">
                <a:solidFill>
                  <a:srgbClr val="102A43"/>
                </a:solidFill>
                <a:latin typeface="Arial"/>
                <a:ea typeface="Arial"/>
                <a:cs typeface="Arial"/>
              </a:rPr>
              <a:t>gọi</a:t>
            </a:r>
          </a:p>
        </p:txBody>
      </p:sp>
      <p:sp>
        <p:nvSpPr>
          <p:cNvPr id="26" name="diagram-96">
            <a:extLst xmlns:a="http://schemas.openxmlformats.org/drawingml/2006/main">
              <a:ext uri="{FF2B5EF4-FFF2-40B4-BE49-F238E27FC236}">
                <a16:creationId xmlns:a16="http://schemas.microsoft.com/office/drawing/2014/main" id="{B59C0E73-5E54-4A1A-B2A3-19F38CA2399F}"/>
              </a:ext>
            </a:extLst>
          </p:cNvPr>
          <p:cNvSpPr>
            <a:spLocks xmlns:a="http://schemas.openxmlformats.org/drawingml/2006/main" noGrp="1"/>
          </p:cNvSpPr>
          <p:nvPr/>
        </p:nvSpPr>
        <p:spPr>
          <a:xfrm xmlns:a="http://schemas.openxmlformats.org/drawingml/2006/main">
            <a:off x="666750" y="3314700"/>
            <a:ext cx="3810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246BCE"/>
                </a:solidFill>
                <a:latin typeface="Arial"/>
                <a:ea typeface="Arial"/>
                <a:cs typeface="Arial"/>
              </a:defRPr>
            </a:defPPr>
            <a:lvl1pPr algn="l">
              <a:defRPr sz="1875" b="1">
                <a:solidFill>
                  <a:srgbClr val="246BCE"/>
                </a:solidFill>
                <a:latin typeface="Arial"/>
                <a:ea typeface="Arial"/>
                <a:cs typeface="Arial"/>
              </a:defRPr>
            </a:lvl1pPr>
            <a:lvl2pPr algn="l">
              <a:defRPr sz="1875" b="1">
                <a:solidFill>
                  <a:srgbClr val="246BCE"/>
                </a:solidFill>
                <a:latin typeface="Arial"/>
                <a:ea typeface="Arial"/>
                <a:cs typeface="Arial"/>
              </a:defRPr>
            </a:lvl2pPr>
            <a:lvl3pPr algn="l">
              <a:defRPr sz="1875" b="1">
                <a:solidFill>
                  <a:srgbClr val="246BCE"/>
                </a:solidFill>
                <a:latin typeface="Arial"/>
                <a:ea typeface="Arial"/>
                <a:cs typeface="Arial"/>
              </a:defRPr>
            </a:lvl3pPr>
            <a:lvl4pPr algn="l">
              <a:defRPr sz="1875" b="1">
                <a:solidFill>
                  <a:srgbClr val="246BCE"/>
                </a:solidFill>
                <a:latin typeface="Arial"/>
                <a:ea typeface="Arial"/>
                <a:cs typeface="Arial"/>
              </a:defRPr>
            </a:lvl4pPr>
            <a:lvl5pPr algn="l">
              <a:defRPr sz="1875" b="1">
                <a:solidFill>
                  <a:srgbClr val="246BCE"/>
                </a:solidFill>
                <a:latin typeface="Arial"/>
                <a:ea typeface="Arial"/>
                <a:cs typeface="Arial"/>
              </a:defRPr>
            </a:lvl5pPr>
            <a:lvl6pPr algn="l">
              <a:defRPr sz="1875" b="1">
                <a:solidFill>
                  <a:srgbClr val="246BCE"/>
                </a:solidFill>
                <a:latin typeface="Arial"/>
                <a:ea typeface="Arial"/>
                <a:cs typeface="Arial"/>
              </a:defRPr>
            </a:lvl6pPr>
            <a:lvl7pPr algn="l">
              <a:defRPr sz="1875" b="1">
                <a:solidFill>
                  <a:srgbClr val="246BCE"/>
                </a:solidFill>
                <a:latin typeface="Arial"/>
                <a:ea typeface="Arial"/>
                <a:cs typeface="Arial"/>
              </a:defRPr>
            </a:lvl7pPr>
            <a:lvl8pPr algn="l">
              <a:defRPr sz="1875" b="1">
                <a:solidFill>
                  <a:srgbClr val="246BCE"/>
                </a:solidFill>
                <a:latin typeface="Arial"/>
                <a:ea typeface="Arial"/>
                <a:cs typeface="Arial"/>
              </a:defRPr>
            </a:lvl8pPr>
            <a:lvl9pPr algn="l">
              <a:defRPr sz="1875" b="1">
                <a:solidFill>
                  <a:srgbClr val="246BCE"/>
                </a:solidFill>
                <a:latin typeface="Arial"/>
                <a:ea typeface="Arial"/>
                <a:cs typeface="Arial"/>
              </a:defRPr>
            </a:lvl9pPr>
          </a:lstStyle>
          <a:p xmlns:a="http://schemas.openxmlformats.org/drawingml/2006/main">
            <a:pPr algn="l">
              <a:defRPr sz="1875" b="1">
                <a:solidFill>
                  <a:srgbClr val="246BCE"/>
                </a:solidFill>
                <a:latin typeface="Arial"/>
                <a:ea typeface="Arial"/>
                <a:cs typeface="Arial"/>
              </a:defRPr>
            </a:pPr>
            <a:r>
              <a:rPr sz="1875" b="1">
                <a:solidFill>
                  <a:srgbClr val="246BCE"/>
                </a:solidFill>
                <a:latin typeface="Arial"/>
                <a:ea typeface="Arial"/>
                <a:cs typeface="Arial"/>
              </a:rPr>
              <a:t>Hai chế độ trả kết quả</a:t>
            </a:r>
          </a:p>
        </p:txBody>
      </p:sp>
      <p:sp>
        <p:nvSpPr>
          <p:cNvPr id="27" name="diagram-97">
            <a:extLst xmlns:a="http://schemas.openxmlformats.org/drawingml/2006/main">
              <a:ext uri="{FF2B5EF4-FFF2-40B4-BE49-F238E27FC236}">
                <a16:creationId xmlns:a16="http://schemas.microsoft.com/office/drawing/2014/main" id="{F8B4B25D-B238-4EB3-AB97-9A296E5B7DC1}"/>
              </a:ext>
            </a:extLst>
          </p:cNvPr>
          <p:cNvSpPr>
            <a:spLocks xmlns:a="http://schemas.openxmlformats.org/drawingml/2006/main" noGrp="1"/>
          </p:cNvSpPr>
          <p:nvPr/>
        </p:nvSpPr>
        <p:spPr>
          <a:xfrm xmlns:a="http://schemas.openxmlformats.org/drawingml/2006/main">
            <a:off x="666750" y="4000500"/>
            <a:ext cx="219075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28" name="diagram-98">
            <a:extLst xmlns:a="http://schemas.openxmlformats.org/drawingml/2006/main">
              <a:ext uri="{FF2B5EF4-FFF2-40B4-BE49-F238E27FC236}">
                <a16:creationId xmlns:a16="http://schemas.microsoft.com/office/drawing/2014/main" id="{E04AB8CC-0469-4ECB-86D3-AFF4FB758B02}"/>
              </a:ext>
            </a:extLst>
          </p:cNvPr>
          <p:cNvSpPr>
            <a:spLocks xmlns:a="http://schemas.openxmlformats.org/drawingml/2006/main" noGrp="1"/>
          </p:cNvSpPr>
          <p:nvPr/>
        </p:nvSpPr>
        <p:spPr>
          <a:xfrm xmlns:a="http://schemas.openxmlformats.org/drawingml/2006/main">
            <a:off x="762000" y="4048125"/>
            <a:ext cx="200025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950" b="1">
                <a:solidFill>
                  <a:srgbClr val="102A43"/>
                </a:solidFill>
                <a:latin typeface="Arial"/>
                <a:ea typeface="Arial"/>
                <a:cs typeface="Arial"/>
              </a:defRPr>
            </a:defPPr>
            <a:lvl1pPr algn="ctr">
              <a:defRPr sz="1950" b="1">
                <a:solidFill>
                  <a:srgbClr val="102A43"/>
                </a:solidFill>
                <a:latin typeface="Arial"/>
                <a:ea typeface="Arial"/>
                <a:cs typeface="Arial"/>
              </a:defRPr>
            </a:lvl1pPr>
            <a:lvl2pPr algn="ctr">
              <a:defRPr sz="1950" b="1">
                <a:solidFill>
                  <a:srgbClr val="102A43"/>
                </a:solidFill>
                <a:latin typeface="Arial"/>
                <a:ea typeface="Arial"/>
                <a:cs typeface="Arial"/>
              </a:defRPr>
            </a:lvl2pPr>
            <a:lvl3pPr algn="ctr">
              <a:defRPr sz="1950" b="1">
                <a:solidFill>
                  <a:srgbClr val="102A43"/>
                </a:solidFill>
                <a:latin typeface="Arial"/>
                <a:ea typeface="Arial"/>
                <a:cs typeface="Arial"/>
              </a:defRPr>
            </a:lvl3pPr>
            <a:lvl4pPr algn="ctr">
              <a:defRPr sz="1950" b="1">
                <a:solidFill>
                  <a:srgbClr val="102A43"/>
                </a:solidFill>
                <a:latin typeface="Arial"/>
                <a:ea typeface="Arial"/>
                <a:cs typeface="Arial"/>
              </a:defRPr>
            </a:lvl4pPr>
            <a:lvl5pPr algn="ctr">
              <a:defRPr sz="1950" b="1">
                <a:solidFill>
                  <a:srgbClr val="102A43"/>
                </a:solidFill>
                <a:latin typeface="Arial"/>
                <a:ea typeface="Arial"/>
                <a:cs typeface="Arial"/>
              </a:defRPr>
            </a:lvl5pPr>
            <a:lvl6pPr algn="ctr">
              <a:defRPr sz="1950" b="1">
                <a:solidFill>
                  <a:srgbClr val="102A43"/>
                </a:solidFill>
                <a:latin typeface="Arial"/>
                <a:ea typeface="Arial"/>
                <a:cs typeface="Arial"/>
              </a:defRPr>
            </a:lvl6pPr>
            <a:lvl7pPr algn="ctr">
              <a:defRPr sz="1950" b="1">
                <a:solidFill>
                  <a:srgbClr val="102A43"/>
                </a:solidFill>
                <a:latin typeface="Arial"/>
                <a:ea typeface="Arial"/>
                <a:cs typeface="Arial"/>
              </a:defRPr>
            </a:lvl7pPr>
            <a:lvl8pPr algn="ctr">
              <a:defRPr sz="1950" b="1">
                <a:solidFill>
                  <a:srgbClr val="102A43"/>
                </a:solidFill>
                <a:latin typeface="Arial"/>
                <a:ea typeface="Arial"/>
                <a:cs typeface="Arial"/>
              </a:defRPr>
            </a:lvl8pPr>
            <a:lvl9pPr algn="ctr">
              <a:defRPr sz="1950" b="1">
                <a:solidFill>
                  <a:srgbClr val="102A43"/>
                </a:solidFill>
                <a:latin typeface="Arial"/>
                <a:ea typeface="Arial"/>
                <a:cs typeface="Arial"/>
              </a:defRPr>
            </a:lvl9pPr>
          </a:lstStyle>
          <a:p xmlns:a="http://schemas.openxmlformats.org/drawingml/2006/main">
            <a:pPr algn="ctr">
              <a:defRPr sz="1950" b="1">
                <a:solidFill>
                  <a:srgbClr val="102A43"/>
                </a:solidFill>
                <a:latin typeface="Arial"/>
                <a:ea typeface="Arial"/>
                <a:cs typeface="Arial"/>
              </a:defRPr>
            </a:pPr>
            <a:r>
              <a:rPr sz="1950" b="1">
                <a:solidFill>
                  <a:srgbClr val="102A43"/>
                </a:solidFill>
                <a:latin typeface="Arial"/>
                <a:ea typeface="Arial"/>
                <a:cs typeface="Arial"/>
              </a:rPr>
              <a:t>Điện tử</a:t>
            </a:r>
          </a:p>
          <a:p xmlns:a="http://schemas.openxmlformats.org/drawingml/2006/main">
            <a:pPr algn="ctr">
              <a:defRPr sz="1950" b="1">
                <a:solidFill>
                  <a:srgbClr val="102A43"/>
                </a:solidFill>
                <a:latin typeface="Arial"/>
                <a:ea typeface="Arial"/>
                <a:cs typeface="Arial"/>
              </a:defRPr>
            </a:pPr>
            <a:r>
              <a:rPr sz="1950" b="1">
                <a:solidFill>
                  <a:srgbClr val="102A43"/>
                </a:solidFill>
                <a:latin typeface="Arial"/>
                <a:ea typeface="Arial"/>
                <a:cs typeface="Arial"/>
              </a:rPr>
              <a:t>Đủ kết quả</a:t>
            </a:r>
          </a:p>
        </p:txBody>
      </p:sp>
      <p:sp>
        <p:nvSpPr>
          <p:cNvPr id="29" name="diagram-99">
            <a:extLst xmlns:a="http://schemas.openxmlformats.org/drawingml/2006/main">
              <a:ext uri="{FF2B5EF4-FFF2-40B4-BE49-F238E27FC236}">
                <a16:creationId xmlns:a16="http://schemas.microsoft.com/office/drawing/2014/main" id="{52DB1455-982D-4A20-B66A-927E0AE292C5}"/>
              </a:ext>
            </a:extLst>
          </p:cNvPr>
          <p:cNvSpPr>
            <a:spLocks xmlns:a="http://schemas.openxmlformats.org/drawingml/2006/main" noGrp="1"/>
          </p:cNvSpPr>
          <p:nvPr/>
        </p:nvSpPr>
        <p:spPr>
          <a:xfrm xmlns:a="http://schemas.openxmlformats.org/drawingml/2006/main">
            <a:off x="3238500" y="4000500"/>
            <a:ext cx="26670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0" name="diagram-100">
            <a:extLst xmlns:a="http://schemas.openxmlformats.org/drawingml/2006/main">
              <a:ext uri="{FF2B5EF4-FFF2-40B4-BE49-F238E27FC236}">
                <a16:creationId xmlns:a16="http://schemas.microsoft.com/office/drawing/2014/main" id="{0052567D-6699-43AB-802C-6C37DD4A648D}"/>
              </a:ext>
            </a:extLst>
          </p:cNvPr>
          <p:cNvSpPr>
            <a:spLocks xmlns:a="http://schemas.openxmlformats.org/drawingml/2006/main" noGrp="1"/>
          </p:cNvSpPr>
          <p:nvPr/>
        </p:nvSpPr>
        <p:spPr>
          <a:xfrm xmlns:a="http://schemas.openxmlformats.org/drawingml/2006/main">
            <a:off x="3333750" y="4048125"/>
            <a:ext cx="2476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75" b="1">
                <a:solidFill>
                  <a:srgbClr val="102A43"/>
                </a:solidFill>
                <a:latin typeface="Arial"/>
                <a:ea typeface="Arial"/>
                <a:cs typeface="Arial"/>
              </a:defRPr>
            </a:defPPr>
            <a:lvl1pPr algn="ctr">
              <a:defRPr sz="1875" b="1">
                <a:solidFill>
                  <a:srgbClr val="102A43"/>
                </a:solidFill>
                <a:latin typeface="Arial"/>
                <a:ea typeface="Arial"/>
                <a:cs typeface="Arial"/>
              </a:defRPr>
            </a:lvl1pPr>
            <a:lvl2pPr algn="ctr">
              <a:defRPr sz="1875" b="1">
                <a:solidFill>
                  <a:srgbClr val="102A43"/>
                </a:solidFill>
                <a:latin typeface="Arial"/>
                <a:ea typeface="Arial"/>
                <a:cs typeface="Arial"/>
              </a:defRPr>
            </a:lvl2pPr>
            <a:lvl3pPr algn="ctr">
              <a:defRPr sz="1875" b="1">
                <a:solidFill>
                  <a:srgbClr val="102A43"/>
                </a:solidFill>
                <a:latin typeface="Arial"/>
                <a:ea typeface="Arial"/>
                <a:cs typeface="Arial"/>
              </a:defRPr>
            </a:lvl3pPr>
            <a:lvl4pPr algn="ctr">
              <a:defRPr sz="1875" b="1">
                <a:solidFill>
                  <a:srgbClr val="102A43"/>
                </a:solidFill>
                <a:latin typeface="Arial"/>
                <a:ea typeface="Arial"/>
                <a:cs typeface="Arial"/>
              </a:defRPr>
            </a:lvl4pPr>
            <a:lvl5pPr algn="ctr">
              <a:defRPr sz="1875" b="1">
                <a:solidFill>
                  <a:srgbClr val="102A43"/>
                </a:solidFill>
                <a:latin typeface="Arial"/>
                <a:ea typeface="Arial"/>
                <a:cs typeface="Arial"/>
              </a:defRPr>
            </a:lvl5pPr>
            <a:lvl6pPr algn="ctr">
              <a:defRPr sz="1875" b="1">
                <a:solidFill>
                  <a:srgbClr val="102A43"/>
                </a:solidFill>
                <a:latin typeface="Arial"/>
                <a:ea typeface="Arial"/>
                <a:cs typeface="Arial"/>
              </a:defRPr>
            </a:lvl6pPr>
            <a:lvl7pPr algn="ctr">
              <a:defRPr sz="1875" b="1">
                <a:solidFill>
                  <a:srgbClr val="102A43"/>
                </a:solidFill>
                <a:latin typeface="Arial"/>
                <a:ea typeface="Arial"/>
                <a:cs typeface="Arial"/>
              </a:defRPr>
            </a:lvl7pPr>
            <a:lvl8pPr algn="ctr">
              <a:defRPr sz="1875" b="1">
                <a:solidFill>
                  <a:srgbClr val="102A43"/>
                </a:solidFill>
                <a:latin typeface="Arial"/>
                <a:ea typeface="Arial"/>
                <a:cs typeface="Arial"/>
              </a:defRPr>
            </a:lvl8pPr>
            <a:lvl9pPr algn="ctr">
              <a:defRPr sz="1875" b="1">
                <a:solidFill>
                  <a:srgbClr val="102A43"/>
                </a:solidFill>
                <a:latin typeface="Arial"/>
                <a:ea typeface="Arial"/>
                <a:cs typeface="Arial"/>
              </a:defRPr>
            </a:lvl9pPr>
          </a:lstStyle>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Nhận giấy</a:t>
            </a:r>
          </a:p>
          <a:p xmlns:a="http://schemas.openxmlformats.org/drawingml/2006/main">
            <a:pPr algn="ctr">
              <a:defRPr sz="1875" b="1">
                <a:solidFill>
                  <a:srgbClr val="102A43"/>
                </a:solidFill>
                <a:latin typeface="Arial"/>
                <a:ea typeface="Arial"/>
                <a:cs typeface="Arial"/>
              </a:defRPr>
            </a:pPr>
            <a:r>
              <a:rPr sz="1875" b="1">
                <a:solidFill>
                  <a:srgbClr val="102A43"/>
                </a:solidFill>
                <a:latin typeface="Arial"/>
                <a:ea typeface="Arial"/>
                <a:cs typeface="Arial"/>
              </a:rPr>
              <a:t>Đủ kết quả và giấy</a:t>
            </a:r>
          </a:p>
        </p:txBody>
      </p:sp>
      <p:sp>
        <p:nvSpPr>
          <p:cNvPr id="31" name="diagram-101">
            <a:extLst xmlns:a="http://schemas.openxmlformats.org/drawingml/2006/main">
              <a:ext uri="{FF2B5EF4-FFF2-40B4-BE49-F238E27FC236}">
                <a16:creationId xmlns:a16="http://schemas.microsoft.com/office/drawing/2014/main" id="{84370D08-372B-4175-B496-048106FD1E45}"/>
              </a:ext>
            </a:extLst>
          </p:cNvPr>
          <p:cNvSpPr>
            <a:spLocks xmlns:a="http://schemas.openxmlformats.org/drawingml/2006/main" noGrp="1"/>
          </p:cNvSpPr>
          <p:nvPr/>
        </p:nvSpPr>
        <p:spPr>
          <a:xfrm xmlns:a="http://schemas.openxmlformats.org/drawingml/2006/main">
            <a:off x="6096000" y="4371975"/>
            <a:ext cx="666750"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2" name="diagram-102">
            <a:extLst xmlns:a="http://schemas.openxmlformats.org/drawingml/2006/main">
              <a:ext uri="{FF2B5EF4-FFF2-40B4-BE49-F238E27FC236}">
                <a16:creationId xmlns:a16="http://schemas.microsoft.com/office/drawing/2014/main" id="{28B2AA4A-C93F-4271-881B-03C3CCF7EB69}"/>
              </a:ext>
            </a:extLst>
          </p:cNvPr>
          <p:cNvSpPr>
            <a:spLocks xmlns:a="http://schemas.openxmlformats.org/drawingml/2006/main" noGrp="1"/>
          </p:cNvSpPr>
          <p:nvPr/>
        </p:nvSpPr>
        <p:spPr>
          <a:xfrm xmlns:a="http://schemas.openxmlformats.org/drawingml/2006/main">
            <a:off x="7000875" y="4000500"/>
            <a:ext cx="1952625" cy="952500"/>
          </a:xfrm>
          <a:prstGeom xmlns:a="http://schemas.openxmlformats.org/drawingml/2006/main" prst="roundRect">
            <a:avLst>
              <a:gd name="adj" fmla="val 8000"/>
            </a:avLst>
          </a:prstGeom>
          <a:solidFill xmlns:a="http://schemas.openxmlformats.org/drawingml/2006/main">
            <a:srgbClr val="E5EFFC"/>
          </a:solidFill>
          <a:ln xmlns:a="http://schemas.openxmlformats.org/drawingml/2006/main" w="19050">
            <a:solidFill>
              <a:srgbClr val="246BCE"/>
            </a:solidFill>
            <a:prstDash val="solid"/>
          </a:ln>
        </p:spPr>
      </p:sp>
      <p:sp>
        <p:nvSpPr>
          <p:cNvPr id="33" name="diagram-103">
            <a:extLst xmlns:a="http://schemas.openxmlformats.org/drawingml/2006/main">
              <a:ext uri="{FF2B5EF4-FFF2-40B4-BE49-F238E27FC236}">
                <a16:creationId xmlns:a16="http://schemas.microsoft.com/office/drawing/2014/main" id="{9E283169-8B4E-4C67-9515-C08A0C21F992}"/>
              </a:ext>
            </a:extLst>
          </p:cNvPr>
          <p:cNvSpPr>
            <a:spLocks xmlns:a="http://schemas.openxmlformats.org/drawingml/2006/main" noGrp="1"/>
          </p:cNvSpPr>
          <p:nvPr/>
        </p:nvSpPr>
        <p:spPr>
          <a:xfrm xmlns:a="http://schemas.openxmlformats.org/drawingml/2006/main">
            <a:off x="7096125" y="40481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025" b="1">
                <a:solidFill>
                  <a:srgbClr val="102A43"/>
                </a:solidFill>
                <a:latin typeface="Arial"/>
                <a:ea typeface="Arial"/>
                <a:cs typeface="Arial"/>
              </a:defRPr>
            </a:defPPr>
            <a:lvl1pPr algn="ctr">
              <a:defRPr sz="2025" b="1">
                <a:solidFill>
                  <a:srgbClr val="102A43"/>
                </a:solidFill>
                <a:latin typeface="Arial"/>
                <a:ea typeface="Arial"/>
                <a:cs typeface="Arial"/>
              </a:defRPr>
            </a:lvl1pPr>
            <a:lvl2pPr algn="ctr">
              <a:defRPr sz="2025" b="1">
                <a:solidFill>
                  <a:srgbClr val="102A43"/>
                </a:solidFill>
                <a:latin typeface="Arial"/>
                <a:ea typeface="Arial"/>
                <a:cs typeface="Arial"/>
              </a:defRPr>
            </a:lvl2pPr>
            <a:lvl3pPr algn="ctr">
              <a:defRPr sz="2025" b="1">
                <a:solidFill>
                  <a:srgbClr val="102A43"/>
                </a:solidFill>
                <a:latin typeface="Arial"/>
                <a:ea typeface="Arial"/>
                <a:cs typeface="Arial"/>
              </a:defRPr>
            </a:lvl3pPr>
            <a:lvl4pPr algn="ctr">
              <a:defRPr sz="2025" b="1">
                <a:solidFill>
                  <a:srgbClr val="102A43"/>
                </a:solidFill>
                <a:latin typeface="Arial"/>
                <a:ea typeface="Arial"/>
                <a:cs typeface="Arial"/>
              </a:defRPr>
            </a:lvl4pPr>
            <a:lvl5pPr algn="ctr">
              <a:defRPr sz="2025" b="1">
                <a:solidFill>
                  <a:srgbClr val="102A43"/>
                </a:solidFill>
                <a:latin typeface="Arial"/>
                <a:ea typeface="Arial"/>
                <a:cs typeface="Arial"/>
              </a:defRPr>
            </a:lvl5pPr>
            <a:lvl6pPr algn="ctr">
              <a:defRPr sz="2025" b="1">
                <a:solidFill>
                  <a:srgbClr val="102A43"/>
                </a:solidFill>
                <a:latin typeface="Arial"/>
                <a:ea typeface="Arial"/>
                <a:cs typeface="Arial"/>
              </a:defRPr>
            </a:lvl6pPr>
            <a:lvl7pPr algn="ctr">
              <a:defRPr sz="2025" b="1">
                <a:solidFill>
                  <a:srgbClr val="102A43"/>
                </a:solidFill>
                <a:latin typeface="Arial"/>
                <a:ea typeface="Arial"/>
                <a:cs typeface="Arial"/>
              </a:defRPr>
            </a:lvl7pPr>
            <a:lvl8pPr algn="ctr">
              <a:defRPr sz="2025" b="1">
                <a:solidFill>
                  <a:srgbClr val="102A43"/>
                </a:solidFill>
                <a:latin typeface="Arial"/>
                <a:ea typeface="Arial"/>
                <a:cs typeface="Arial"/>
              </a:defRPr>
            </a:lvl8pPr>
            <a:lvl9pPr algn="ctr">
              <a:defRPr sz="2025" b="1">
                <a:solidFill>
                  <a:srgbClr val="102A43"/>
                </a:solidFill>
                <a:latin typeface="Arial"/>
                <a:ea typeface="Arial"/>
                <a:cs typeface="Arial"/>
              </a:defRPr>
            </a:lvl9pPr>
          </a:lstStyle>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Hướng dẫn</a:t>
            </a:r>
          </a:p>
          <a:p xmlns:a="http://schemas.openxmlformats.org/drawingml/2006/main">
            <a:pPr algn="ctr">
              <a:defRPr sz="2025" b="1">
                <a:solidFill>
                  <a:srgbClr val="102A43"/>
                </a:solidFill>
                <a:latin typeface="Arial"/>
                <a:ea typeface="Arial"/>
                <a:cs typeface="Arial"/>
              </a:defRPr>
            </a:pPr>
            <a:r>
              <a:rPr sz="2025" b="1">
                <a:solidFill>
                  <a:srgbClr val="102A43"/>
                </a:solidFill>
                <a:latin typeface="Arial"/>
                <a:ea typeface="Arial"/>
                <a:cs typeface="Arial"/>
              </a:rPr>
              <a:t>quay lại</a:t>
            </a:r>
          </a:p>
        </p:txBody>
      </p:sp>
      <p:sp>
        <p:nvSpPr>
          <p:cNvPr id="34" name="diagram-104">
            <a:extLst xmlns:a="http://schemas.openxmlformats.org/drawingml/2006/main">
              <a:ext uri="{FF2B5EF4-FFF2-40B4-BE49-F238E27FC236}">
                <a16:creationId xmlns:a16="http://schemas.microsoft.com/office/drawing/2014/main" id="{0E68B569-BFCF-4A07-8B42-7CB321242A17}"/>
              </a:ext>
            </a:extLst>
          </p:cNvPr>
          <p:cNvSpPr>
            <a:spLocks xmlns:a="http://schemas.openxmlformats.org/drawingml/2006/main" noGrp="1"/>
          </p:cNvSpPr>
          <p:nvPr/>
        </p:nvSpPr>
        <p:spPr>
          <a:xfrm xmlns:a="http://schemas.openxmlformats.org/drawingml/2006/main">
            <a:off x="9096375" y="4371975"/>
            <a:ext cx="619125" cy="171450"/>
          </a:xfrm>
          <a:prstGeom xmlns:a="http://schemas.openxmlformats.org/drawingml/2006/main" prst="rightArrow">
            <a:avLst/>
          </a:prstGeom>
          <a:solidFill xmlns:a="http://schemas.openxmlformats.org/drawingml/2006/main">
            <a:srgbClr val="246BCE"/>
          </a:solidFill>
          <a:ln xmlns:a="http://schemas.openxmlformats.org/drawingml/2006/main" w="0">
            <a:noFill/>
            <a:prstDash val="solid"/>
          </a:ln>
        </p:spPr>
      </p:sp>
      <p:sp>
        <p:nvSpPr>
          <p:cNvPr id="35" name="diagram-105">
            <a:extLst xmlns:a="http://schemas.openxmlformats.org/drawingml/2006/main">
              <a:ext uri="{FF2B5EF4-FFF2-40B4-BE49-F238E27FC236}">
                <a16:creationId xmlns:a16="http://schemas.microsoft.com/office/drawing/2014/main" id="{4B414FA3-6C18-4394-A4EE-B14B65BE9A6A}"/>
              </a:ext>
            </a:extLst>
          </p:cNvPr>
          <p:cNvSpPr>
            <a:spLocks xmlns:a="http://schemas.openxmlformats.org/drawingml/2006/main" noGrp="1"/>
          </p:cNvSpPr>
          <p:nvPr/>
        </p:nvSpPr>
        <p:spPr>
          <a:xfrm xmlns:a="http://schemas.openxmlformats.org/drawingml/2006/main">
            <a:off x="9906000" y="4000500"/>
            <a:ext cx="1714500" cy="952500"/>
          </a:xfrm>
          <a:prstGeom xmlns:a="http://schemas.openxmlformats.org/drawingml/2006/main" prst="roundRect">
            <a:avLst>
              <a:gd name="adj" fmla="val 8000"/>
            </a:avLst>
          </a:prstGeom>
          <a:solidFill xmlns:a="http://schemas.openxmlformats.org/drawingml/2006/main">
            <a:srgbClr val="FFFFFF"/>
          </a:solidFill>
          <a:ln xmlns:a="http://schemas.openxmlformats.org/drawingml/2006/main" w="19050">
            <a:solidFill>
              <a:srgbClr val="246BCE"/>
            </a:solidFill>
            <a:prstDash val="solid"/>
          </a:ln>
        </p:spPr>
      </p:sp>
      <p:sp>
        <p:nvSpPr>
          <p:cNvPr id="36" name="diagram-106">
            <a:extLst xmlns:a="http://schemas.openxmlformats.org/drawingml/2006/main">
              <a:ext uri="{FF2B5EF4-FFF2-40B4-BE49-F238E27FC236}">
                <a16:creationId xmlns:a16="http://schemas.microsoft.com/office/drawing/2014/main" id="{08ABAEFF-893A-4701-B6BC-F13957032E7B}"/>
              </a:ext>
            </a:extLst>
          </p:cNvPr>
          <p:cNvSpPr>
            <a:spLocks xmlns:a="http://schemas.openxmlformats.org/drawingml/2006/main" noGrp="1"/>
          </p:cNvSpPr>
          <p:nvPr/>
        </p:nvSpPr>
        <p:spPr>
          <a:xfrm xmlns:a="http://schemas.openxmlformats.org/drawingml/2006/main">
            <a:off x="10001250" y="4048125"/>
            <a:ext cx="15240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Chờ bác sĩ</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chủ động gọi</a:t>
            </a:r>
          </a:p>
        </p:txBody>
      </p:sp>
      <p:sp>
        <p:nvSpPr>
          <p:cNvPr id="37" name="diagram-107">
            <a:extLst xmlns:a="http://schemas.openxmlformats.org/drawingml/2006/main">
              <a:ext uri="{FF2B5EF4-FFF2-40B4-BE49-F238E27FC236}">
                <a16:creationId xmlns:a16="http://schemas.microsoft.com/office/drawing/2014/main" id="{A9A0F25E-3C80-4ED0-9019-74E6EC5D03F8}"/>
              </a:ext>
            </a:extLst>
          </p:cNvPr>
          <p:cNvSpPr>
            <a:spLocks xmlns:a="http://schemas.openxmlformats.org/drawingml/2006/main" noGrp="1"/>
          </p:cNvSpPr>
          <p:nvPr/>
        </p:nvSpPr>
        <p:spPr>
          <a:xfrm xmlns:a="http://schemas.openxmlformats.org/drawingml/2006/main">
            <a:off x="666750" y="5429250"/>
            <a:ext cx="3429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Phòng dịch vụ xác nhận</a:t>
            </a:r>
          </a:p>
        </p:txBody>
      </p:sp>
      <p:sp>
        <p:nvSpPr>
          <p:cNvPr id="38" name="diagram-108">
            <a:extLst xmlns:a="http://schemas.openxmlformats.org/drawingml/2006/main">
              <a:ext uri="{FF2B5EF4-FFF2-40B4-BE49-F238E27FC236}">
                <a16:creationId xmlns:a16="http://schemas.microsoft.com/office/drawing/2014/main" id="{2C2BCA00-9081-4371-806A-2C983A035A2A}"/>
              </a:ext>
            </a:extLst>
          </p:cNvPr>
          <p:cNvSpPr>
            <a:spLocks xmlns:a="http://schemas.openxmlformats.org/drawingml/2006/main" noGrp="1"/>
          </p:cNvSpPr>
          <p:nvPr/>
        </p:nvSpPr>
        <p:spPr>
          <a:xfrm xmlns:a="http://schemas.openxmlformats.org/drawingml/2006/main">
            <a:off x="4381500" y="5429250"/>
            <a:ext cx="352425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Bệnh nhân nhận hướng dẫn</a:t>
            </a:r>
          </a:p>
        </p:txBody>
      </p:sp>
      <p:sp>
        <p:nvSpPr>
          <p:cNvPr id="39" name="diagram-109">
            <a:extLst xmlns:a="http://schemas.openxmlformats.org/drawingml/2006/main">
              <a:ext uri="{FF2B5EF4-FFF2-40B4-BE49-F238E27FC236}">
                <a16:creationId xmlns:a16="http://schemas.microsoft.com/office/drawing/2014/main" id="{EDCFFD2F-94E8-44D5-BB62-9C61844120E2}"/>
              </a:ext>
            </a:extLst>
          </p:cNvPr>
          <p:cNvSpPr>
            <a:spLocks xmlns:a="http://schemas.openxmlformats.org/drawingml/2006/main" noGrp="1"/>
          </p:cNvSpPr>
          <p:nvPr/>
        </p:nvSpPr>
        <p:spPr>
          <a:xfrm xmlns:a="http://schemas.openxmlformats.org/drawingml/2006/main">
            <a:off x="8382000" y="5429250"/>
            <a:ext cx="3048000" cy="476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Bác sĩ cập nhật nền</a:t>
            </a:r>
          </a:p>
        </p:txBody>
      </p:sp>
      <p:sp>
        <p:nvSpPr>
          <p:cNvPr id="40" name="diagram-110">
            <a:extLst xmlns:a="http://schemas.openxmlformats.org/drawingml/2006/main">
              <a:ext uri="{FF2B5EF4-FFF2-40B4-BE49-F238E27FC236}">
                <a16:creationId xmlns:a16="http://schemas.microsoft.com/office/drawing/2014/main" id="{C9E6A667-1FE8-4012-A36B-EAC6F1D2BFF9}"/>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Mô phỏng. Đã nhận phản hồi 2 người. AI hội thoại chưa kết nối thành công.</a:t>
            </a:r>
          </a:p>
        </p:txBody>
      </p:sp>
      <p:sp>
        <p:nvSpPr>
          <p:cNvPr id="41" name="diagram-111">
            <a:extLst xmlns:a="http://schemas.openxmlformats.org/drawingml/2006/main">
              <a:ext uri="{FF2B5EF4-FFF2-40B4-BE49-F238E27FC236}">
                <a16:creationId xmlns:a16="http://schemas.microsoft.com/office/drawing/2014/main" id="{8211D537-95BE-4001-AAF9-4742D6B22872}"/>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06</a:t>
            </a:r>
          </a:p>
        </p:txBody>
      </p:sp>
    </p:spTree>
    <p:extLst>
      <p:ext uri="{BB962C8B-B14F-4D97-AF65-F5344CB8AC3E}">
        <p14:creationId xmlns:p14="http://schemas.microsoft.com/office/powerpoint/2010/main" val="414784344"/>
      </p:ext>
    </p:extLst>
  </p:cSld>
</p:sld>
</file>

<file path=ppt/slides/slide7.xml><?xml version="1.0" encoding="utf-8"?>
<p:sld xmlns:p="http://schemas.openxmlformats.org/presentationml/2006/main">
  <p:cSld>
    <p:bg>
      <p:bgPr>
        <a:solidFill xmlns:a="http://schemas.openxmlformats.org/drawingml/2006/main">
          <a:srgbClr val="102A43"/>
        </a:solidFill>
      </p:bgPr>
    </p:bg>
    <p:spTree>
      <p:nvGrpSpPr>
        <p:cNvPr id="1" name=""/>
        <p:cNvGrpSpPr/>
        <p:nvPr/>
      </p:nvGrpSpPr>
      <p:grpSpPr>
        <a:xfrm xmlns:a="http://schemas.openxmlformats.org/drawingml/2006/main"/>
      </p:grpSpPr>
      <p:sp>
        <p:nvSpPr>
          <p:cNvPr id="10" name="diagram-112">
            <a:extLst xmlns:a="http://schemas.openxmlformats.org/drawingml/2006/main">
              <a:ext uri="{FF2B5EF4-FFF2-40B4-BE49-F238E27FC236}">
                <a16:creationId xmlns:a16="http://schemas.microsoft.com/office/drawing/2014/main" id="{9321AE1D-081C-4EBC-931C-7E4A4CBC01D5}"/>
              </a:ext>
            </a:extLst>
          </p:cNvPr>
          <p:cNvSpPr>
            <a:spLocks xmlns:a="http://schemas.openxmlformats.org/drawingml/2006/main" noGrp="1"/>
          </p:cNvSpPr>
          <p:nvPr/>
        </p:nvSpPr>
        <p:spPr>
          <a:xfrm xmlns:a="http://schemas.openxmlformats.org/drawingml/2006/main">
            <a:off x="619125" y="952500"/>
            <a:ext cx="7239000" cy="16764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4875" b="1">
                <a:solidFill>
                  <a:srgbClr val="FFFFFF"/>
                </a:solidFill>
                <a:latin typeface="Arial"/>
                <a:ea typeface="Arial"/>
                <a:cs typeface="Arial"/>
              </a:defRPr>
            </a:defPPr>
            <a:lvl1pPr algn="l">
              <a:defRPr sz="4875" b="1">
                <a:solidFill>
                  <a:srgbClr val="FFFFFF"/>
                </a:solidFill>
                <a:latin typeface="Arial"/>
                <a:ea typeface="Arial"/>
                <a:cs typeface="Arial"/>
              </a:defRPr>
            </a:lvl1pPr>
            <a:lvl2pPr algn="l">
              <a:defRPr sz="4875" b="1">
                <a:solidFill>
                  <a:srgbClr val="FFFFFF"/>
                </a:solidFill>
                <a:latin typeface="Arial"/>
                <a:ea typeface="Arial"/>
                <a:cs typeface="Arial"/>
              </a:defRPr>
            </a:lvl2pPr>
            <a:lvl3pPr algn="l">
              <a:defRPr sz="4875" b="1">
                <a:solidFill>
                  <a:srgbClr val="FFFFFF"/>
                </a:solidFill>
                <a:latin typeface="Arial"/>
                <a:ea typeface="Arial"/>
                <a:cs typeface="Arial"/>
              </a:defRPr>
            </a:lvl3pPr>
            <a:lvl4pPr algn="l">
              <a:defRPr sz="4875" b="1">
                <a:solidFill>
                  <a:srgbClr val="FFFFFF"/>
                </a:solidFill>
                <a:latin typeface="Arial"/>
                <a:ea typeface="Arial"/>
                <a:cs typeface="Arial"/>
              </a:defRPr>
            </a:lvl4pPr>
            <a:lvl5pPr algn="l">
              <a:defRPr sz="4875" b="1">
                <a:solidFill>
                  <a:srgbClr val="FFFFFF"/>
                </a:solidFill>
                <a:latin typeface="Arial"/>
                <a:ea typeface="Arial"/>
                <a:cs typeface="Arial"/>
              </a:defRPr>
            </a:lvl5pPr>
            <a:lvl6pPr algn="l">
              <a:defRPr sz="4875" b="1">
                <a:solidFill>
                  <a:srgbClr val="FFFFFF"/>
                </a:solidFill>
                <a:latin typeface="Arial"/>
                <a:ea typeface="Arial"/>
                <a:cs typeface="Arial"/>
              </a:defRPr>
            </a:lvl6pPr>
            <a:lvl7pPr algn="l">
              <a:defRPr sz="4875" b="1">
                <a:solidFill>
                  <a:srgbClr val="FFFFFF"/>
                </a:solidFill>
                <a:latin typeface="Arial"/>
                <a:ea typeface="Arial"/>
                <a:cs typeface="Arial"/>
              </a:defRPr>
            </a:lvl7pPr>
            <a:lvl8pPr algn="l">
              <a:defRPr sz="4875" b="1">
                <a:solidFill>
                  <a:srgbClr val="FFFFFF"/>
                </a:solidFill>
                <a:latin typeface="Arial"/>
                <a:ea typeface="Arial"/>
                <a:cs typeface="Arial"/>
              </a:defRPr>
            </a:lvl8pPr>
            <a:lvl9pPr algn="l">
              <a:defRPr sz="4875" b="1">
                <a:solidFill>
                  <a:srgbClr val="FFFFFF"/>
                </a:solidFill>
                <a:latin typeface="Arial"/>
                <a:ea typeface="Arial"/>
                <a:cs typeface="Arial"/>
              </a:defRPr>
            </a:lvl9pPr>
          </a:lstStyle>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Thử với</a:t>
            </a:r>
          </a:p>
          <a:p xmlns:a="http://schemas.openxmlformats.org/drawingml/2006/main">
            <a:pPr algn="l">
              <a:defRPr sz="4875" b="1">
                <a:solidFill>
                  <a:srgbClr val="FFFFFF"/>
                </a:solidFill>
                <a:latin typeface="Arial"/>
                <a:ea typeface="Arial"/>
                <a:cs typeface="Arial"/>
              </a:defRPr>
            </a:pPr>
            <a:r>
              <a:rPr sz="4875" b="1">
                <a:solidFill>
                  <a:srgbClr val="FFFFFF"/>
                </a:solidFill>
                <a:latin typeface="Arial"/>
                <a:ea typeface="Arial"/>
                <a:cs typeface="Arial"/>
              </a:rPr>
              <a:t>người dùng</a:t>
            </a:r>
          </a:p>
        </p:txBody>
      </p:sp>
      <p:sp>
        <p:nvSpPr>
          <p:cNvPr id="2" name="diagram-113">
            <a:extLst xmlns:a="http://schemas.openxmlformats.org/drawingml/2006/main">
              <a:ext uri="{FF2B5EF4-FFF2-40B4-BE49-F238E27FC236}">
                <a16:creationId xmlns:a16="http://schemas.microsoft.com/office/drawing/2014/main" id="{41A5BF79-B2BB-43C7-86A1-CCE13CE66FB0}"/>
              </a:ext>
            </a:extLst>
          </p:cNvPr>
          <p:cNvSpPr>
            <a:spLocks xmlns:a="http://schemas.openxmlformats.org/drawingml/2006/main" noGrp="1"/>
          </p:cNvSpPr>
          <p:nvPr/>
        </p:nvSpPr>
        <p:spPr>
          <a:xfrm xmlns:a="http://schemas.openxmlformats.org/drawingml/2006/main">
            <a:off x="619125" y="3095625"/>
            <a:ext cx="723900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0">
                <a:solidFill>
                  <a:srgbClr val="C1D2E0"/>
                </a:solidFill>
                <a:latin typeface="Arial"/>
                <a:ea typeface="Arial"/>
                <a:cs typeface="Arial"/>
              </a:defRPr>
            </a:defPPr>
            <a:lvl1pPr algn="l">
              <a:defRPr sz="2175" b="0">
                <a:solidFill>
                  <a:srgbClr val="C1D2E0"/>
                </a:solidFill>
                <a:latin typeface="Arial"/>
                <a:ea typeface="Arial"/>
                <a:cs typeface="Arial"/>
              </a:defRPr>
            </a:lvl1pPr>
            <a:lvl2pPr algn="l">
              <a:defRPr sz="2175" b="0">
                <a:solidFill>
                  <a:srgbClr val="C1D2E0"/>
                </a:solidFill>
                <a:latin typeface="Arial"/>
                <a:ea typeface="Arial"/>
                <a:cs typeface="Arial"/>
              </a:defRPr>
            </a:lvl2pPr>
            <a:lvl3pPr algn="l">
              <a:defRPr sz="2175" b="0">
                <a:solidFill>
                  <a:srgbClr val="C1D2E0"/>
                </a:solidFill>
                <a:latin typeface="Arial"/>
                <a:ea typeface="Arial"/>
                <a:cs typeface="Arial"/>
              </a:defRPr>
            </a:lvl3pPr>
            <a:lvl4pPr algn="l">
              <a:defRPr sz="2175" b="0">
                <a:solidFill>
                  <a:srgbClr val="C1D2E0"/>
                </a:solidFill>
                <a:latin typeface="Arial"/>
                <a:ea typeface="Arial"/>
                <a:cs typeface="Arial"/>
              </a:defRPr>
            </a:lvl4pPr>
            <a:lvl5pPr algn="l">
              <a:defRPr sz="2175" b="0">
                <a:solidFill>
                  <a:srgbClr val="C1D2E0"/>
                </a:solidFill>
                <a:latin typeface="Arial"/>
                <a:ea typeface="Arial"/>
                <a:cs typeface="Arial"/>
              </a:defRPr>
            </a:lvl5pPr>
            <a:lvl6pPr algn="l">
              <a:defRPr sz="2175" b="0">
                <a:solidFill>
                  <a:srgbClr val="C1D2E0"/>
                </a:solidFill>
                <a:latin typeface="Arial"/>
                <a:ea typeface="Arial"/>
                <a:cs typeface="Arial"/>
              </a:defRPr>
            </a:lvl6pPr>
            <a:lvl7pPr algn="l">
              <a:defRPr sz="2175" b="0">
                <a:solidFill>
                  <a:srgbClr val="C1D2E0"/>
                </a:solidFill>
                <a:latin typeface="Arial"/>
                <a:ea typeface="Arial"/>
                <a:cs typeface="Arial"/>
              </a:defRPr>
            </a:lvl7pPr>
            <a:lvl8pPr algn="l">
              <a:defRPr sz="2175" b="0">
                <a:solidFill>
                  <a:srgbClr val="C1D2E0"/>
                </a:solidFill>
                <a:latin typeface="Arial"/>
                <a:ea typeface="Arial"/>
                <a:cs typeface="Arial"/>
              </a:defRPr>
            </a:lvl8pPr>
            <a:lvl9pPr algn="l">
              <a:defRPr sz="2175" b="0">
                <a:solidFill>
                  <a:srgbClr val="C1D2E0"/>
                </a:solidFill>
                <a:latin typeface="Arial"/>
                <a:ea typeface="Arial"/>
                <a:cs typeface="Arial"/>
              </a:defRPr>
            </a:lvl9pPr>
          </a:lstStyle>
          <a:p xmlns:a="http://schemas.openxmlformats.org/drawingml/2006/main">
            <a:pPr algn="l">
              <a:defRPr sz="2175" b="0">
                <a:solidFill>
                  <a:srgbClr val="C1D2E0"/>
                </a:solidFill>
                <a:latin typeface="Arial"/>
                <a:ea typeface="Arial"/>
                <a:cs typeface="Arial"/>
              </a:defRPr>
            </a:pPr>
            <a:r>
              <a:rPr sz="2175" b="0">
                <a:solidFill>
                  <a:srgbClr val="C1D2E0"/>
                </a:solidFill>
                <a:latin typeface="Arial"/>
                <a:ea typeface="Arial"/>
                <a:cs typeface="Arial"/>
              </a:rPr>
              <a:t>Đã nhận phản hồi từ 2 người</a:t>
            </a:r>
          </a:p>
        </p:txBody>
      </p:sp>
      <p:sp>
        <p:nvSpPr>
          <p:cNvPr id="3" name="diagram-114">
            <a:extLst xmlns:a="http://schemas.openxmlformats.org/drawingml/2006/main">
              <a:ext uri="{FF2B5EF4-FFF2-40B4-BE49-F238E27FC236}">
                <a16:creationId xmlns:a16="http://schemas.microsoft.com/office/drawing/2014/main" id="{5F58462C-BD43-403F-9465-8B754137D76F}"/>
              </a:ext>
            </a:extLst>
          </p:cNvPr>
          <p:cNvSpPr>
            <a:spLocks xmlns:a="http://schemas.openxmlformats.org/drawingml/2006/main" noGrp="1"/>
          </p:cNvSpPr>
          <p:nvPr/>
        </p:nvSpPr>
        <p:spPr>
          <a:xfrm xmlns:a="http://schemas.openxmlformats.org/drawingml/2006/main">
            <a:off x="8572500" y="1104900"/>
            <a:ext cx="2952750" cy="1333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7950" b="1">
                <a:solidFill>
                  <a:srgbClr val="79B8FF"/>
                </a:solidFill>
                <a:latin typeface="Arial"/>
                <a:ea typeface="Arial"/>
                <a:cs typeface="Arial"/>
              </a:defRPr>
            </a:defPPr>
            <a:lvl1pPr algn="l">
              <a:defRPr sz="7950" b="1">
                <a:solidFill>
                  <a:srgbClr val="79B8FF"/>
                </a:solidFill>
                <a:latin typeface="Arial"/>
                <a:ea typeface="Arial"/>
                <a:cs typeface="Arial"/>
              </a:defRPr>
            </a:lvl1pPr>
            <a:lvl2pPr algn="l">
              <a:defRPr sz="7950" b="1">
                <a:solidFill>
                  <a:srgbClr val="79B8FF"/>
                </a:solidFill>
                <a:latin typeface="Arial"/>
                <a:ea typeface="Arial"/>
                <a:cs typeface="Arial"/>
              </a:defRPr>
            </a:lvl2pPr>
            <a:lvl3pPr algn="l">
              <a:defRPr sz="7950" b="1">
                <a:solidFill>
                  <a:srgbClr val="79B8FF"/>
                </a:solidFill>
                <a:latin typeface="Arial"/>
                <a:ea typeface="Arial"/>
                <a:cs typeface="Arial"/>
              </a:defRPr>
            </a:lvl3pPr>
            <a:lvl4pPr algn="l">
              <a:defRPr sz="7950" b="1">
                <a:solidFill>
                  <a:srgbClr val="79B8FF"/>
                </a:solidFill>
                <a:latin typeface="Arial"/>
                <a:ea typeface="Arial"/>
                <a:cs typeface="Arial"/>
              </a:defRPr>
            </a:lvl4pPr>
            <a:lvl5pPr algn="l">
              <a:defRPr sz="7950" b="1">
                <a:solidFill>
                  <a:srgbClr val="79B8FF"/>
                </a:solidFill>
                <a:latin typeface="Arial"/>
                <a:ea typeface="Arial"/>
                <a:cs typeface="Arial"/>
              </a:defRPr>
            </a:lvl5pPr>
            <a:lvl6pPr algn="l">
              <a:defRPr sz="7950" b="1">
                <a:solidFill>
                  <a:srgbClr val="79B8FF"/>
                </a:solidFill>
                <a:latin typeface="Arial"/>
                <a:ea typeface="Arial"/>
                <a:cs typeface="Arial"/>
              </a:defRPr>
            </a:lvl6pPr>
            <a:lvl7pPr algn="l">
              <a:defRPr sz="7950" b="1">
                <a:solidFill>
                  <a:srgbClr val="79B8FF"/>
                </a:solidFill>
                <a:latin typeface="Arial"/>
                <a:ea typeface="Arial"/>
                <a:cs typeface="Arial"/>
              </a:defRPr>
            </a:lvl7pPr>
            <a:lvl8pPr algn="l">
              <a:defRPr sz="7950" b="1">
                <a:solidFill>
                  <a:srgbClr val="79B8FF"/>
                </a:solidFill>
                <a:latin typeface="Arial"/>
                <a:ea typeface="Arial"/>
                <a:cs typeface="Arial"/>
              </a:defRPr>
            </a:lvl8pPr>
            <a:lvl9pPr algn="l">
              <a:defRPr sz="7950" b="1">
                <a:solidFill>
                  <a:srgbClr val="79B8FF"/>
                </a:solidFill>
                <a:latin typeface="Arial"/>
                <a:ea typeface="Arial"/>
                <a:cs typeface="Arial"/>
              </a:defRPr>
            </a:lvl9pPr>
          </a:lstStyle>
          <a:p xmlns:a="http://schemas.openxmlformats.org/drawingml/2006/main">
            <a:pPr algn="l">
              <a:defRPr sz="7950" b="1">
                <a:solidFill>
                  <a:srgbClr val="79B8FF"/>
                </a:solidFill>
                <a:latin typeface="Arial"/>
                <a:ea typeface="Arial"/>
                <a:cs typeface="Arial"/>
              </a:defRPr>
            </a:pPr>
            <a:r>
              <a:rPr sz="7950" b="1">
                <a:solidFill>
                  <a:srgbClr val="79B8FF"/>
                </a:solidFill>
                <a:latin typeface="Arial"/>
                <a:ea typeface="Arial"/>
                <a:cs typeface="Arial"/>
              </a:rPr>
              <a:t>2</a:t>
            </a:r>
          </a:p>
        </p:txBody>
      </p:sp>
      <p:sp>
        <p:nvSpPr>
          <p:cNvPr id="4" name="diagram-115">
            <a:extLst xmlns:a="http://schemas.openxmlformats.org/drawingml/2006/main">
              <a:ext uri="{FF2B5EF4-FFF2-40B4-BE49-F238E27FC236}">
                <a16:creationId xmlns:a16="http://schemas.microsoft.com/office/drawing/2014/main" id="{707DAD61-9C85-411C-A7AA-6A08E406C69D}"/>
              </a:ext>
            </a:extLst>
          </p:cNvPr>
          <p:cNvSpPr>
            <a:spLocks xmlns:a="http://schemas.openxmlformats.org/drawingml/2006/main" noGrp="1"/>
          </p:cNvSpPr>
          <p:nvPr/>
        </p:nvSpPr>
        <p:spPr>
          <a:xfrm xmlns:a="http://schemas.openxmlformats.org/drawingml/2006/main">
            <a:off x="8572500" y="2619375"/>
            <a:ext cx="2952750" cy="6191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025" b="0">
                <a:solidFill>
                  <a:srgbClr val="D5E4F0"/>
                </a:solidFill>
                <a:latin typeface="Arial"/>
                <a:ea typeface="Arial"/>
                <a:cs typeface="Arial"/>
              </a:defRPr>
            </a:defPPr>
            <a:lvl1pPr algn="l">
              <a:defRPr sz="2025" b="0">
                <a:solidFill>
                  <a:srgbClr val="D5E4F0"/>
                </a:solidFill>
                <a:latin typeface="Arial"/>
                <a:ea typeface="Arial"/>
                <a:cs typeface="Arial"/>
              </a:defRPr>
            </a:lvl1pPr>
            <a:lvl2pPr algn="l">
              <a:defRPr sz="2025" b="0">
                <a:solidFill>
                  <a:srgbClr val="D5E4F0"/>
                </a:solidFill>
                <a:latin typeface="Arial"/>
                <a:ea typeface="Arial"/>
                <a:cs typeface="Arial"/>
              </a:defRPr>
            </a:lvl2pPr>
            <a:lvl3pPr algn="l">
              <a:defRPr sz="2025" b="0">
                <a:solidFill>
                  <a:srgbClr val="D5E4F0"/>
                </a:solidFill>
                <a:latin typeface="Arial"/>
                <a:ea typeface="Arial"/>
                <a:cs typeface="Arial"/>
              </a:defRPr>
            </a:lvl3pPr>
            <a:lvl4pPr algn="l">
              <a:defRPr sz="2025" b="0">
                <a:solidFill>
                  <a:srgbClr val="D5E4F0"/>
                </a:solidFill>
                <a:latin typeface="Arial"/>
                <a:ea typeface="Arial"/>
                <a:cs typeface="Arial"/>
              </a:defRPr>
            </a:lvl4pPr>
            <a:lvl5pPr algn="l">
              <a:defRPr sz="2025" b="0">
                <a:solidFill>
                  <a:srgbClr val="D5E4F0"/>
                </a:solidFill>
                <a:latin typeface="Arial"/>
                <a:ea typeface="Arial"/>
                <a:cs typeface="Arial"/>
              </a:defRPr>
            </a:lvl5pPr>
            <a:lvl6pPr algn="l">
              <a:defRPr sz="2025" b="0">
                <a:solidFill>
                  <a:srgbClr val="D5E4F0"/>
                </a:solidFill>
                <a:latin typeface="Arial"/>
                <a:ea typeface="Arial"/>
                <a:cs typeface="Arial"/>
              </a:defRPr>
            </a:lvl6pPr>
            <a:lvl7pPr algn="l">
              <a:defRPr sz="2025" b="0">
                <a:solidFill>
                  <a:srgbClr val="D5E4F0"/>
                </a:solidFill>
                <a:latin typeface="Arial"/>
                <a:ea typeface="Arial"/>
                <a:cs typeface="Arial"/>
              </a:defRPr>
            </a:lvl7pPr>
            <a:lvl8pPr algn="l">
              <a:defRPr sz="2025" b="0">
                <a:solidFill>
                  <a:srgbClr val="D5E4F0"/>
                </a:solidFill>
                <a:latin typeface="Arial"/>
                <a:ea typeface="Arial"/>
                <a:cs typeface="Arial"/>
              </a:defRPr>
            </a:lvl8pPr>
            <a:lvl9pPr algn="l">
              <a:defRPr sz="2025" b="0">
                <a:solidFill>
                  <a:srgbClr val="D5E4F0"/>
                </a:solidFill>
                <a:latin typeface="Arial"/>
                <a:ea typeface="Arial"/>
                <a:cs typeface="Arial"/>
              </a:defRPr>
            </a:lvl9pPr>
          </a:lstStyle>
          <a:p xmlns:a="http://schemas.openxmlformats.org/drawingml/2006/main">
            <a:pPr algn="l">
              <a:defRPr sz="2025" b="0">
                <a:solidFill>
                  <a:srgbClr val="D5E4F0"/>
                </a:solidFill>
                <a:latin typeface="Arial"/>
                <a:ea typeface="Arial"/>
                <a:cs typeface="Arial"/>
              </a:defRPr>
            </a:pPr>
            <a:r>
              <a:rPr sz="2025" b="0">
                <a:solidFill>
                  <a:srgbClr val="D5E4F0"/>
                </a:solidFill>
                <a:latin typeface="Arial"/>
                <a:ea typeface="Arial"/>
                <a:cs typeface="Arial"/>
              </a:rPr>
              <a:t>người đã dùng thử</a:t>
            </a:r>
          </a:p>
        </p:txBody>
      </p:sp>
      <p:pic>
        <p:nvPicPr>
          <p:cNvPr id="5" name="">
            <a:extLst xmlns:a="http://schemas.openxmlformats.org/drawingml/2006/main">
              <a:ext uri="{FF2B5EF4-FFF2-40B4-BE49-F238E27FC236}">
                <a16:creationId xmlns:a16="http://schemas.microsoft.com/office/drawing/2014/main" id="{2E4AFA75-FD07-4BFE-AF2E-1A009D093556}"/>
              </a:ext>
            </a:extLst>
          </p:cNvPr>
          <p:cNvPicPr>
            <a:picLocks xmlns:a="http://schemas.openxmlformats.org/drawingml/2006/main" noChangeAspect="1"/>
          </p:cNvPicPr>
          <p:nvPr/>
        </p:nvPicPr>
        <p:blipFill>
          <a:blip xmlns:r="http://schemas.openxmlformats.org/officeDocument/2006/relationships" xmlns:a="http://schemas.openxmlformats.org/drawingml/2006/main" r:embed="R7c4708f48bec4867"/>
          <a:stretch xmlns:a="http://schemas.openxmlformats.org/drawingml/2006/main"/>
        </p:blipFill>
        <p:spPr>
          <a:xfrm xmlns:a="http://schemas.openxmlformats.org/drawingml/2006/main">
            <a:off x="7429500" y="3429000"/>
            <a:ext cx="4000500" cy="2667000"/>
          </a:xfrm>
          <a:prstGeom xmlns:a="http://schemas.openxmlformats.org/drawingml/2006/main" prst="rect">
            <a:avLst/>
          </a:prstGeom>
        </p:spPr>
      </p:pic>
      <p:sp>
        <p:nvSpPr>
          <p:cNvPr id="6" name="diagram-116">
            <a:extLst xmlns:a="http://schemas.openxmlformats.org/drawingml/2006/main">
              <a:ext uri="{FF2B5EF4-FFF2-40B4-BE49-F238E27FC236}">
                <a16:creationId xmlns:a16="http://schemas.microsoft.com/office/drawing/2014/main" id="{3BB35366-A1CD-41BE-BF16-5D7759245746}"/>
              </a:ext>
            </a:extLst>
          </p:cNvPr>
          <p:cNvSpPr>
            <a:spLocks xmlns:a="http://schemas.openxmlformats.org/drawingml/2006/main" noGrp="1"/>
          </p:cNvSpPr>
          <p:nvPr/>
        </p:nvSpPr>
        <p:spPr>
          <a:xfrm xmlns:a="http://schemas.openxmlformats.org/drawingml/2006/main">
            <a:off x="619125" y="4238625"/>
            <a:ext cx="59055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250" b="1">
                <a:solidFill>
                  <a:srgbClr val="FFFFFF"/>
                </a:solidFill>
                <a:latin typeface="Arial"/>
                <a:ea typeface="Arial"/>
                <a:cs typeface="Arial"/>
              </a:defRPr>
            </a:defPPr>
            <a:lvl1pPr algn="l">
              <a:defRPr sz="2250" b="1">
                <a:solidFill>
                  <a:srgbClr val="FFFFFF"/>
                </a:solidFill>
                <a:latin typeface="Arial"/>
                <a:ea typeface="Arial"/>
                <a:cs typeface="Arial"/>
              </a:defRPr>
            </a:lvl1pPr>
            <a:lvl2pPr algn="l">
              <a:defRPr sz="2250" b="1">
                <a:solidFill>
                  <a:srgbClr val="FFFFFF"/>
                </a:solidFill>
                <a:latin typeface="Arial"/>
                <a:ea typeface="Arial"/>
                <a:cs typeface="Arial"/>
              </a:defRPr>
            </a:lvl2pPr>
            <a:lvl3pPr algn="l">
              <a:defRPr sz="2250" b="1">
                <a:solidFill>
                  <a:srgbClr val="FFFFFF"/>
                </a:solidFill>
                <a:latin typeface="Arial"/>
                <a:ea typeface="Arial"/>
                <a:cs typeface="Arial"/>
              </a:defRPr>
            </a:lvl3pPr>
            <a:lvl4pPr algn="l">
              <a:defRPr sz="2250" b="1">
                <a:solidFill>
                  <a:srgbClr val="FFFFFF"/>
                </a:solidFill>
                <a:latin typeface="Arial"/>
                <a:ea typeface="Arial"/>
                <a:cs typeface="Arial"/>
              </a:defRPr>
            </a:lvl4pPr>
            <a:lvl5pPr algn="l">
              <a:defRPr sz="2250" b="1">
                <a:solidFill>
                  <a:srgbClr val="FFFFFF"/>
                </a:solidFill>
                <a:latin typeface="Arial"/>
                <a:ea typeface="Arial"/>
                <a:cs typeface="Arial"/>
              </a:defRPr>
            </a:lvl5pPr>
            <a:lvl6pPr algn="l">
              <a:defRPr sz="2250" b="1">
                <a:solidFill>
                  <a:srgbClr val="FFFFFF"/>
                </a:solidFill>
                <a:latin typeface="Arial"/>
                <a:ea typeface="Arial"/>
                <a:cs typeface="Arial"/>
              </a:defRPr>
            </a:lvl6pPr>
            <a:lvl7pPr algn="l">
              <a:defRPr sz="2250" b="1">
                <a:solidFill>
                  <a:srgbClr val="FFFFFF"/>
                </a:solidFill>
                <a:latin typeface="Arial"/>
                <a:ea typeface="Arial"/>
                <a:cs typeface="Arial"/>
              </a:defRPr>
            </a:lvl7pPr>
            <a:lvl8pPr algn="l">
              <a:defRPr sz="2250" b="1">
                <a:solidFill>
                  <a:srgbClr val="FFFFFF"/>
                </a:solidFill>
                <a:latin typeface="Arial"/>
                <a:ea typeface="Arial"/>
                <a:cs typeface="Arial"/>
              </a:defRPr>
            </a:lvl8pPr>
            <a:lvl9pPr algn="l">
              <a:defRPr sz="2250" b="1">
                <a:solidFill>
                  <a:srgbClr val="FFFFFF"/>
                </a:solidFill>
                <a:latin typeface="Arial"/>
                <a:ea typeface="Arial"/>
                <a:cs typeface="Arial"/>
              </a:defRPr>
            </a:lvl9pPr>
          </a:lstStyle>
          <a:p xmlns:a="http://schemas.openxmlformats.org/drawingml/2006/main">
            <a:pPr algn="l">
              <a:defRPr sz="2250" b="1">
                <a:solidFill>
                  <a:srgbClr val="FFFFFF"/>
                </a:solidFill>
                <a:latin typeface="Arial"/>
                <a:ea typeface="Arial"/>
                <a:cs typeface="Arial"/>
              </a:defRPr>
            </a:pPr>
            <a:r>
              <a:rPr sz="2250" b="1">
                <a:solidFill>
                  <a:srgbClr val="FFFFFF"/>
                </a:solidFill>
                <a:latin typeface="Arial"/>
                <a:ea typeface="Arial"/>
                <a:cs typeface="Arial"/>
              </a:rPr>
              <a:t>T1: Khó nhìn, nhiều chữ thừa</a:t>
            </a:r>
          </a:p>
        </p:txBody>
      </p:sp>
      <p:sp>
        <p:nvSpPr>
          <p:cNvPr id="7" name="diagram-117">
            <a:extLst xmlns:a="http://schemas.openxmlformats.org/drawingml/2006/main">
              <a:ext uri="{FF2B5EF4-FFF2-40B4-BE49-F238E27FC236}">
                <a16:creationId xmlns:a16="http://schemas.microsoft.com/office/drawing/2014/main" id="{D7380712-4E68-4857-84D9-581D3DDE6BF2}"/>
              </a:ext>
            </a:extLst>
          </p:cNvPr>
          <p:cNvSpPr>
            <a:spLocks xmlns:a="http://schemas.openxmlformats.org/drawingml/2006/main" noGrp="1"/>
          </p:cNvSpPr>
          <p:nvPr/>
        </p:nvSpPr>
        <p:spPr>
          <a:xfrm xmlns:a="http://schemas.openxmlformats.org/drawingml/2006/main">
            <a:off x="619125" y="5067300"/>
            <a:ext cx="5905500"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C1D2E0"/>
                </a:solidFill>
                <a:latin typeface="Arial"/>
                <a:ea typeface="Arial"/>
                <a:cs typeface="Arial"/>
              </a:defRPr>
            </a:defPPr>
            <a:lvl1pPr algn="l">
              <a:defRPr sz="1875" b="0">
                <a:solidFill>
                  <a:srgbClr val="C1D2E0"/>
                </a:solidFill>
                <a:latin typeface="Arial"/>
                <a:ea typeface="Arial"/>
                <a:cs typeface="Arial"/>
              </a:defRPr>
            </a:lvl1pPr>
            <a:lvl2pPr algn="l">
              <a:defRPr sz="1875" b="0">
                <a:solidFill>
                  <a:srgbClr val="C1D2E0"/>
                </a:solidFill>
                <a:latin typeface="Arial"/>
                <a:ea typeface="Arial"/>
                <a:cs typeface="Arial"/>
              </a:defRPr>
            </a:lvl2pPr>
            <a:lvl3pPr algn="l">
              <a:defRPr sz="1875" b="0">
                <a:solidFill>
                  <a:srgbClr val="C1D2E0"/>
                </a:solidFill>
                <a:latin typeface="Arial"/>
                <a:ea typeface="Arial"/>
                <a:cs typeface="Arial"/>
              </a:defRPr>
            </a:lvl3pPr>
            <a:lvl4pPr algn="l">
              <a:defRPr sz="1875" b="0">
                <a:solidFill>
                  <a:srgbClr val="C1D2E0"/>
                </a:solidFill>
                <a:latin typeface="Arial"/>
                <a:ea typeface="Arial"/>
                <a:cs typeface="Arial"/>
              </a:defRPr>
            </a:lvl4pPr>
            <a:lvl5pPr algn="l">
              <a:defRPr sz="1875" b="0">
                <a:solidFill>
                  <a:srgbClr val="C1D2E0"/>
                </a:solidFill>
                <a:latin typeface="Arial"/>
                <a:ea typeface="Arial"/>
                <a:cs typeface="Arial"/>
              </a:defRPr>
            </a:lvl5pPr>
            <a:lvl6pPr algn="l">
              <a:defRPr sz="1875" b="0">
                <a:solidFill>
                  <a:srgbClr val="C1D2E0"/>
                </a:solidFill>
                <a:latin typeface="Arial"/>
                <a:ea typeface="Arial"/>
                <a:cs typeface="Arial"/>
              </a:defRPr>
            </a:lvl6pPr>
            <a:lvl7pPr algn="l">
              <a:defRPr sz="1875" b="0">
                <a:solidFill>
                  <a:srgbClr val="C1D2E0"/>
                </a:solidFill>
                <a:latin typeface="Arial"/>
                <a:ea typeface="Arial"/>
                <a:cs typeface="Arial"/>
              </a:defRPr>
            </a:lvl7pPr>
            <a:lvl8pPr algn="l">
              <a:defRPr sz="1875" b="0">
                <a:solidFill>
                  <a:srgbClr val="C1D2E0"/>
                </a:solidFill>
                <a:latin typeface="Arial"/>
                <a:ea typeface="Arial"/>
                <a:cs typeface="Arial"/>
              </a:defRPr>
            </a:lvl8pPr>
            <a:lvl9pPr algn="l">
              <a:defRPr sz="1875" b="0">
                <a:solidFill>
                  <a:srgbClr val="C1D2E0"/>
                </a:solidFill>
                <a:latin typeface="Arial"/>
                <a:ea typeface="Arial"/>
                <a:cs typeface="Arial"/>
              </a:defRPr>
            </a:lvl9pPr>
          </a:lstStyle>
          <a:p xmlns:a="http://schemas.openxmlformats.org/drawingml/2006/main">
            <a:pPr algn="l">
              <a:defRPr sz="1875" b="0">
                <a:solidFill>
                  <a:srgbClr val="C1D2E0"/>
                </a:solidFill>
                <a:latin typeface="Arial"/>
                <a:ea typeface="Arial"/>
                <a:cs typeface="Arial"/>
              </a:defRPr>
            </a:pPr>
            <a:r>
              <a:rPr sz="1875" b="0">
                <a:solidFill>
                  <a:srgbClr val="C1D2E0"/>
                </a:solidFill>
                <a:latin typeface="Arial"/>
                <a:ea typeface="Arial"/>
                <a:cs typeface="Arial"/>
              </a:rPr>
              <a:t>T2: Chưa rõ hướng rẽ, lo đi nhầm.</a:t>
            </a:r>
          </a:p>
          <a:p xmlns:a="http://schemas.openxmlformats.org/drawingml/2006/main">
            <a:pPr algn="l">
              <a:defRPr sz="1875" b="0">
                <a:solidFill>
                  <a:srgbClr val="C1D2E0"/>
                </a:solidFill>
                <a:latin typeface="Arial"/>
                <a:ea typeface="Arial"/>
                <a:cs typeface="Arial"/>
              </a:defRPr>
            </a:pPr>
            <a:r>
              <a:rPr sz="1875" b="0">
                <a:solidFill>
                  <a:srgbClr val="C1D2E0"/>
                </a:solidFill>
                <a:latin typeface="Arial"/>
                <a:ea typeface="Arial"/>
                <a:cs typeface="Arial"/>
              </a:rPr>
              <a:t>Đề nghị có giọng đọc chỉ đường.</a:t>
            </a:r>
          </a:p>
        </p:txBody>
      </p:sp>
      <p:sp>
        <p:nvSpPr>
          <p:cNvPr id="8" name="diagram-118">
            <a:extLst xmlns:a="http://schemas.openxmlformats.org/drawingml/2006/main">
              <a:ext uri="{FF2B5EF4-FFF2-40B4-BE49-F238E27FC236}">
                <a16:creationId xmlns:a16="http://schemas.microsoft.com/office/drawing/2014/main" id="{803CB48A-DA0B-4DE4-8FD5-6AA5E7F83F93}"/>
              </a:ext>
            </a:extLst>
          </p:cNvPr>
          <p:cNvSpPr>
            <a:spLocks xmlns:a="http://schemas.openxmlformats.org/drawingml/2006/main" noGrp="1"/>
          </p:cNvSpPr>
          <p:nvPr/>
        </p:nvSpPr>
        <p:spPr>
          <a:xfrm xmlns:a="http://schemas.openxmlformats.org/drawingml/2006/main">
            <a:off x="619125" y="6210300"/>
            <a:ext cx="9906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275" b="0">
                <a:solidFill>
                  <a:srgbClr val="C1D2E0"/>
                </a:solidFill>
                <a:latin typeface="Arial"/>
                <a:ea typeface="Arial"/>
                <a:cs typeface="Arial"/>
              </a:defRPr>
            </a:defPPr>
            <a:lvl1pPr algn="l">
              <a:defRPr sz="1275" b="0">
                <a:solidFill>
                  <a:srgbClr val="C1D2E0"/>
                </a:solidFill>
                <a:latin typeface="Arial"/>
                <a:ea typeface="Arial"/>
                <a:cs typeface="Arial"/>
              </a:defRPr>
            </a:lvl1pPr>
            <a:lvl2pPr algn="l">
              <a:defRPr sz="1275" b="0">
                <a:solidFill>
                  <a:srgbClr val="C1D2E0"/>
                </a:solidFill>
                <a:latin typeface="Arial"/>
                <a:ea typeface="Arial"/>
                <a:cs typeface="Arial"/>
              </a:defRPr>
            </a:lvl2pPr>
            <a:lvl3pPr algn="l">
              <a:defRPr sz="1275" b="0">
                <a:solidFill>
                  <a:srgbClr val="C1D2E0"/>
                </a:solidFill>
                <a:latin typeface="Arial"/>
                <a:ea typeface="Arial"/>
                <a:cs typeface="Arial"/>
              </a:defRPr>
            </a:lvl3pPr>
            <a:lvl4pPr algn="l">
              <a:defRPr sz="1275" b="0">
                <a:solidFill>
                  <a:srgbClr val="C1D2E0"/>
                </a:solidFill>
                <a:latin typeface="Arial"/>
                <a:ea typeface="Arial"/>
                <a:cs typeface="Arial"/>
              </a:defRPr>
            </a:lvl4pPr>
            <a:lvl5pPr algn="l">
              <a:defRPr sz="1275" b="0">
                <a:solidFill>
                  <a:srgbClr val="C1D2E0"/>
                </a:solidFill>
                <a:latin typeface="Arial"/>
                <a:ea typeface="Arial"/>
                <a:cs typeface="Arial"/>
              </a:defRPr>
            </a:lvl5pPr>
            <a:lvl6pPr algn="l">
              <a:defRPr sz="1275" b="0">
                <a:solidFill>
                  <a:srgbClr val="C1D2E0"/>
                </a:solidFill>
                <a:latin typeface="Arial"/>
                <a:ea typeface="Arial"/>
                <a:cs typeface="Arial"/>
              </a:defRPr>
            </a:lvl6pPr>
            <a:lvl7pPr algn="l">
              <a:defRPr sz="1275" b="0">
                <a:solidFill>
                  <a:srgbClr val="C1D2E0"/>
                </a:solidFill>
                <a:latin typeface="Arial"/>
                <a:ea typeface="Arial"/>
                <a:cs typeface="Arial"/>
              </a:defRPr>
            </a:lvl7pPr>
            <a:lvl8pPr algn="l">
              <a:defRPr sz="1275" b="0">
                <a:solidFill>
                  <a:srgbClr val="C1D2E0"/>
                </a:solidFill>
                <a:latin typeface="Arial"/>
                <a:ea typeface="Arial"/>
                <a:cs typeface="Arial"/>
              </a:defRPr>
            </a:lvl8pPr>
            <a:lvl9pPr algn="l">
              <a:defRPr sz="1275" b="0">
                <a:solidFill>
                  <a:srgbClr val="C1D2E0"/>
                </a:solidFill>
                <a:latin typeface="Arial"/>
                <a:ea typeface="Arial"/>
                <a:cs typeface="Arial"/>
              </a:defRPr>
            </a:lvl9pPr>
          </a:lstStyle>
          <a:p xmlns:a="http://schemas.openxmlformats.org/drawingml/2006/main">
            <a:pPr algn="l">
              <a:defRPr sz="1275" b="0">
                <a:solidFill>
                  <a:srgbClr val="C1D2E0"/>
                </a:solidFill>
                <a:latin typeface="Arial"/>
                <a:ea typeface="Arial"/>
                <a:cs typeface="Arial"/>
              </a:defRPr>
            </a:pPr>
            <a:r>
              <a:rPr sz="1275" b="0">
                <a:solidFill>
                  <a:srgbClr val="C1D2E0"/>
                </a:solidFill>
                <a:latin typeface="Arial"/>
                <a:ea typeface="Arial"/>
                <a:cs typeface="Arial"/>
              </a:rPr>
              <a:t>Phản hồi do người làm bài thuật lại ngày 19/10. Chưa đo thời gian hoặc tỷ lệ hoàn thành.</a:t>
            </a:r>
          </a:p>
        </p:txBody>
      </p:sp>
      <p:sp>
        <p:nvSpPr>
          <p:cNvPr id="9" name="diagram-119">
            <a:extLst xmlns:a="http://schemas.openxmlformats.org/drawingml/2006/main">
              <a:ext uri="{FF2B5EF4-FFF2-40B4-BE49-F238E27FC236}">
                <a16:creationId xmlns:a16="http://schemas.microsoft.com/office/drawing/2014/main" id="{15B854DA-E1D2-413F-8411-3FBD0BACBCF0}"/>
              </a:ext>
            </a:extLst>
          </p:cNvPr>
          <p:cNvSpPr>
            <a:spLocks xmlns:a="http://schemas.openxmlformats.org/drawingml/2006/main" noGrp="1"/>
          </p:cNvSpPr>
          <p:nvPr/>
        </p:nvSpPr>
        <p:spPr>
          <a:xfrm xmlns:a="http://schemas.openxmlformats.org/drawingml/2006/main">
            <a:off x="11239500" y="6210300"/>
            <a:ext cx="47625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350" b="1">
                <a:solidFill>
                  <a:srgbClr val="79B8FF"/>
                </a:solidFill>
                <a:latin typeface="Arial"/>
                <a:ea typeface="Arial"/>
                <a:cs typeface="Arial"/>
              </a:defRPr>
            </a:defPPr>
            <a:lvl1pPr algn="r">
              <a:defRPr sz="1350" b="1">
                <a:solidFill>
                  <a:srgbClr val="79B8FF"/>
                </a:solidFill>
                <a:latin typeface="Arial"/>
                <a:ea typeface="Arial"/>
                <a:cs typeface="Arial"/>
              </a:defRPr>
            </a:lvl1pPr>
            <a:lvl2pPr algn="r">
              <a:defRPr sz="1350" b="1">
                <a:solidFill>
                  <a:srgbClr val="79B8FF"/>
                </a:solidFill>
                <a:latin typeface="Arial"/>
                <a:ea typeface="Arial"/>
                <a:cs typeface="Arial"/>
              </a:defRPr>
            </a:lvl2pPr>
            <a:lvl3pPr algn="r">
              <a:defRPr sz="1350" b="1">
                <a:solidFill>
                  <a:srgbClr val="79B8FF"/>
                </a:solidFill>
                <a:latin typeface="Arial"/>
                <a:ea typeface="Arial"/>
                <a:cs typeface="Arial"/>
              </a:defRPr>
            </a:lvl3pPr>
            <a:lvl4pPr algn="r">
              <a:defRPr sz="1350" b="1">
                <a:solidFill>
                  <a:srgbClr val="79B8FF"/>
                </a:solidFill>
                <a:latin typeface="Arial"/>
                <a:ea typeface="Arial"/>
                <a:cs typeface="Arial"/>
              </a:defRPr>
            </a:lvl4pPr>
            <a:lvl5pPr algn="r">
              <a:defRPr sz="1350" b="1">
                <a:solidFill>
                  <a:srgbClr val="79B8FF"/>
                </a:solidFill>
                <a:latin typeface="Arial"/>
                <a:ea typeface="Arial"/>
                <a:cs typeface="Arial"/>
              </a:defRPr>
            </a:lvl5pPr>
            <a:lvl6pPr algn="r">
              <a:defRPr sz="1350" b="1">
                <a:solidFill>
                  <a:srgbClr val="79B8FF"/>
                </a:solidFill>
                <a:latin typeface="Arial"/>
                <a:ea typeface="Arial"/>
                <a:cs typeface="Arial"/>
              </a:defRPr>
            </a:lvl6pPr>
            <a:lvl7pPr algn="r">
              <a:defRPr sz="1350" b="1">
                <a:solidFill>
                  <a:srgbClr val="79B8FF"/>
                </a:solidFill>
                <a:latin typeface="Arial"/>
                <a:ea typeface="Arial"/>
                <a:cs typeface="Arial"/>
              </a:defRPr>
            </a:lvl7pPr>
            <a:lvl8pPr algn="r">
              <a:defRPr sz="1350" b="1">
                <a:solidFill>
                  <a:srgbClr val="79B8FF"/>
                </a:solidFill>
                <a:latin typeface="Arial"/>
                <a:ea typeface="Arial"/>
                <a:cs typeface="Arial"/>
              </a:defRPr>
            </a:lvl8pPr>
            <a:lvl9pPr algn="r">
              <a:defRPr sz="1350" b="1">
                <a:solidFill>
                  <a:srgbClr val="79B8FF"/>
                </a:solidFill>
                <a:latin typeface="Arial"/>
                <a:ea typeface="Arial"/>
                <a:cs typeface="Arial"/>
              </a:defRPr>
            </a:lvl9pPr>
          </a:lstStyle>
          <a:p xmlns:a="http://schemas.openxmlformats.org/drawingml/2006/main">
            <a:pPr algn="r">
              <a:defRPr sz="1350" b="1">
                <a:solidFill>
                  <a:srgbClr val="79B8FF"/>
                </a:solidFill>
                <a:latin typeface="Arial"/>
                <a:ea typeface="Arial"/>
                <a:cs typeface="Arial"/>
              </a:defRPr>
            </a:pPr>
            <a:r>
              <a:rPr sz="1350" b="1">
                <a:solidFill>
                  <a:srgbClr val="79B8FF"/>
                </a:solidFill>
                <a:latin typeface="Arial"/>
                <a:ea typeface="Arial"/>
                <a:cs typeface="Arial"/>
              </a:rPr>
              <a:t>07</a:t>
            </a:r>
          </a:p>
        </p:txBody>
      </p:sp>
    </p:spTree>
    <p:extLst>
      <p:ext uri="{BB962C8B-B14F-4D97-AF65-F5344CB8AC3E}">
        <p14:creationId xmlns:p14="http://schemas.microsoft.com/office/powerpoint/2010/main" val="392052195"/>
      </p:ext>
    </p:extLst>
  </p:cSld>
</p:sld>
</file>

<file path=ppt/slides/slide8.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12" name="diagram-120">
            <a:extLst xmlns:a="http://schemas.openxmlformats.org/drawingml/2006/main">
              <a:ext uri="{FF2B5EF4-FFF2-40B4-BE49-F238E27FC236}">
                <a16:creationId xmlns:a16="http://schemas.microsoft.com/office/drawing/2014/main" id="{57BAEEE9-14FC-4C32-AABA-8682F61466FE}"/>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Sửa đổi sau thử</a:t>
            </a:r>
          </a:p>
        </p:txBody>
      </p:sp>
      <p:pic>
        <p:nvPicPr>
          <p:cNvPr id="2" name="">
            <a:extLst xmlns:a="http://schemas.openxmlformats.org/drawingml/2006/main">
              <a:ext uri="{FF2B5EF4-FFF2-40B4-BE49-F238E27FC236}">
                <a16:creationId xmlns:a16="http://schemas.microsoft.com/office/drawing/2014/main" id="{2B4BA1B5-9228-4D67-B741-C19917AB28D9}"/>
              </a:ext>
            </a:extLst>
          </p:cNvPr>
          <p:cNvPicPr>
            <a:picLocks xmlns:a="http://schemas.openxmlformats.org/drawingml/2006/main" noChangeAspect="1"/>
          </p:cNvPicPr>
          <p:nvPr/>
        </p:nvPicPr>
        <p:blipFill>
          <a:blip xmlns:r="http://schemas.openxmlformats.org/officeDocument/2006/relationships" xmlns:a="http://schemas.openxmlformats.org/drawingml/2006/main" r:embed="R96c8778a04954661">
            <a:extLst>
              <a:ext uri="{96DAC541-7B7A-43D3-8B79-37D633B846F1}">
                <asvg:svgBlip xmlns:asvg="http://schemas.microsoft.com/office/drawing/2016/SVG/main" r:embed="Rb5ef1d1bcd514593"/>
              </a:ext>
            </a:extLst>
          </a:blip>
          <a:stretch xmlns:a="http://schemas.openxmlformats.org/drawingml/2006/main"/>
        </p:blipFill>
        <p:spPr>
          <a:xfrm xmlns:a="http://schemas.openxmlformats.org/drawingml/2006/main">
            <a:off x="10763250" y="571500"/>
            <a:ext cx="495300" cy="495300"/>
          </a:xfrm>
          <a:prstGeom xmlns:a="http://schemas.openxmlformats.org/drawingml/2006/main" prst="rect">
            <a:avLst/>
          </a:prstGeom>
        </p:spPr>
      </p:pic>
      <p:sp>
        <p:nvSpPr>
          <p:cNvPr id="3" name="diagram-121">
            <a:extLst xmlns:a="http://schemas.openxmlformats.org/drawingml/2006/main">
              <a:ext uri="{FF2B5EF4-FFF2-40B4-BE49-F238E27FC236}">
                <a16:creationId xmlns:a16="http://schemas.microsoft.com/office/drawing/2014/main" id="{A53133B0-501B-45FF-8154-CAEB252D5884}"/>
              </a:ext>
            </a:extLst>
          </p:cNvPr>
          <p:cNvSpPr>
            <a:spLocks xmlns:a="http://schemas.openxmlformats.org/drawingml/2006/main" noGrp="1"/>
          </p:cNvSpPr>
          <p:nvPr/>
        </p:nvSpPr>
        <p:spPr>
          <a:xfrm xmlns:a="http://schemas.openxmlformats.org/drawingml/2006/main">
            <a:off x="619125" y="1924050"/>
            <a:ext cx="6000750" cy="1190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675" b="1">
                <a:solidFill>
                  <a:srgbClr val="102A43"/>
                </a:solidFill>
                <a:latin typeface="Arial"/>
                <a:ea typeface="Arial"/>
                <a:cs typeface="Arial"/>
              </a:defRPr>
            </a:defPPr>
            <a:lvl1pPr algn="l">
              <a:defRPr sz="3675" b="1">
                <a:solidFill>
                  <a:srgbClr val="102A43"/>
                </a:solidFill>
                <a:latin typeface="Arial"/>
                <a:ea typeface="Arial"/>
                <a:cs typeface="Arial"/>
              </a:defRPr>
            </a:lvl1pPr>
            <a:lvl2pPr algn="l">
              <a:defRPr sz="3675" b="1">
                <a:solidFill>
                  <a:srgbClr val="102A43"/>
                </a:solidFill>
                <a:latin typeface="Arial"/>
                <a:ea typeface="Arial"/>
                <a:cs typeface="Arial"/>
              </a:defRPr>
            </a:lvl2pPr>
            <a:lvl3pPr algn="l">
              <a:defRPr sz="3675" b="1">
                <a:solidFill>
                  <a:srgbClr val="102A43"/>
                </a:solidFill>
                <a:latin typeface="Arial"/>
                <a:ea typeface="Arial"/>
                <a:cs typeface="Arial"/>
              </a:defRPr>
            </a:lvl3pPr>
            <a:lvl4pPr algn="l">
              <a:defRPr sz="3675" b="1">
                <a:solidFill>
                  <a:srgbClr val="102A43"/>
                </a:solidFill>
                <a:latin typeface="Arial"/>
                <a:ea typeface="Arial"/>
                <a:cs typeface="Arial"/>
              </a:defRPr>
            </a:lvl4pPr>
            <a:lvl5pPr algn="l">
              <a:defRPr sz="3675" b="1">
                <a:solidFill>
                  <a:srgbClr val="102A43"/>
                </a:solidFill>
                <a:latin typeface="Arial"/>
                <a:ea typeface="Arial"/>
                <a:cs typeface="Arial"/>
              </a:defRPr>
            </a:lvl5pPr>
            <a:lvl6pPr algn="l">
              <a:defRPr sz="3675" b="1">
                <a:solidFill>
                  <a:srgbClr val="102A43"/>
                </a:solidFill>
                <a:latin typeface="Arial"/>
                <a:ea typeface="Arial"/>
                <a:cs typeface="Arial"/>
              </a:defRPr>
            </a:lvl6pPr>
            <a:lvl7pPr algn="l">
              <a:defRPr sz="3675" b="1">
                <a:solidFill>
                  <a:srgbClr val="102A43"/>
                </a:solidFill>
                <a:latin typeface="Arial"/>
                <a:ea typeface="Arial"/>
                <a:cs typeface="Arial"/>
              </a:defRPr>
            </a:lvl7pPr>
            <a:lvl8pPr algn="l">
              <a:defRPr sz="3675" b="1">
                <a:solidFill>
                  <a:srgbClr val="102A43"/>
                </a:solidFill>
                <a:latin typeface="Arial"/>
                <a:ea typeface="Arial"/>
                <a:cs typeface="Arial"/>
              </a:defRPr>
            </a:lvl8pPr>
            <a:lvl9pPr algn="l">
              <a:defRPr sz="3675" b="1">
                <a:solidFill>
                  <a:srgbClr val="102A43"/>
                </a:solidFill>
                <a:latin typeface="Arial"/>
                <a:ea typeface="Arial"/>
                <a:cs typeface="Arial"/>
              </a:defRPr>
            </a:lvl9pPr>
          </a:lstStyle>
          <a:p xmlns:a="http://schemas.openxmlformats.org/drawingml/2006/main">
            <a:pPr algn="l">
              <a:defRPr sz="3675" b="1">
                <a:solidFill>
                  <a:srgbClr val="102A43"/>
                </a:solidFill>
                <a:latin typeface="Arial"/>
                <a:ea typeface="Arial"/>
                <a:cs typeface="Arial"/>
              </a:defRPr>
            </a:pPr>
            <a:r>
              <a:rPr sz="3675" b="1">
                <a:solidFill>
                  <a:srgbClr val="102A43"/>
                </a:solidFill>
                <a:latin typeface="Arial"/>
                <a:ea typeface="Arial"/>
                <a:cs typeface="Arial"/>
              </a:rPr>
              <a:t>Ít chữ hơn,</a:t>
            </a:r>
          </a:p>
          <a:p xmlns:a="http://schemas.openxmlformats.org/drawingml/2006/main">
            <a:pPr algn="l">
              <a:defRPr sz="3675" b="1">
                <a:solidFill>
                  <a:srgbClr val="102A43"/>
                </a:solidFill>
                <a:latin typeface="Arial"/>
                <a:ea typeface="Arial"/>
                <a:cs typeface="Arial"/>
              </a:defRPr>
            </a:pPr>
            <a:r>
              <a:rPr sz="3675" b="1">
                <a:solidFill>
                  <a:srgbClr val="102A43"/>
                </a:solidFill>
                <a:latin typeface="Arial"/>
                <a:ea typeface="Arial"/>
                <a:cs typeface="Arial"/>
              </a:rPr>
              <a:t>chỉ đường rõ hơn</a:t>
            </a:r>
          </a:p>
        </p:txBody>
      </p:sp>
      <p:sp>
        <p:nvSpPr>
          <p:cNvPr id="4" name="diagram-122">
            <a:extLst xmlns:a="http://schemas.openxmlformats.org/drawingml/2006/main">
              <a:ext uri="{FF2B5EF4-FFF2-40B4-BE49-F238E27FC236}">
                <a16:creationId xmlns:a16="http://schemas.microsoft.com/office/drawing/2014/main" id="{FACD0A4E-50A5-4579-A039-3654F36D453A}"/>
              </a:ext>
            </a:extLst>
          </p:cNvPr>
          <p:cNvSpPr>
            <a:spLocks xmlns:a="http://schemas.openxmlformats.org/drawingml/2006/main" noGrp="1"/>
          </p:cNvSpPr>
          <p:nvPr/>
        </p:nvSpPr>
        <p:spPr>
          <a:xfrm xmlns:a="http://schemas.openxmlformats.org/drawingml/2006/main">
            <a:off x="619125" y="3181350"/>
            <a:ext cx="5810250" cy="714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Giữ việc cần làm ở vị trí chính.</a:t>
            </a:r>
          </a:p>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Thu gọn phần giải thích lặp lại.</a:t>
            </a:r>
          </a:p>
        </p:txBody>
      </p:sp>
      <p:pic>
        <p:nvPicPr>
          <p:cNvPr id="5" name="">
            <a:extLst xmlns:a="http://schemas.openxmlformats.org/drawingml/2006/main">
              <a:ext uri="{FF2B5EF4-FFF2-40B4-BE49-F238E27FC236}">
                <a16:creationId xmlns:a16="http://schemas.microsoft.com/office/drawing/2014/main" id="{372B3A5F-FD72-415D-BA09-5A6DA538CAF7}"/>
              </a:ext>
            </a:extLst>
          </p:cNvPr>
          <p:cNvPicPr>
            <a:picLocks xmlns:a="http://schemas.openxmlformats.org/drawingml/2006/main" noChangeAspect="1"/>
          </p:cNvPicPr>
          <p:nvPr/>
        </p:nvPicPr>
        <p:blipFill>
          <a:blip xmlns:r="http://schemas.openxmlformats.org/officeDocument/2006/relationships" xmlns:a="http://schemas.openxmlformats.org/drawingml/2006/main" r:embed="Rb3929226e71a4e97"/>
          <a:stretch xmlns:a="http://schemas.openxmlformats.org/drawingml/2006/main"/>
        </p:blipFill>
        <p:spPr>
          <a:xfrm xmlns:a="http://schemas.openxmlformats.org/drawingml/2006/main">
            <a:off x="1952625" y="3952875"/>
            <a:ext cx="3143250" cy="2095500"/>
          </a:xfrm>
          <a:prstGeom xmlns:a="http://schemas.openxmlformats.org/drawingml/2006/main" prst="rect">
            <a:avLst/>
          </a:prstGeom>
        </p:spPr>
      </p:pic>
      <p:sp>
        <p:nvSpPr>
          <p:cNvPr id="6" name="diagram-123">
            <a:extLst xmlns:a="http://schemas.openxmlformats.org/drawingml/2006/main">
              <a:ext uri="{FF2B5EF4-FFF2-40B4-BE49-F238E27FC236}">
                <a16:creationId xmlns:a16="http://schemas.microsoft.com/office/drawing/2014/main" id="{71078F10-3F44-4216-ABE4-DC210E7D8AE6}"/>
              </a:ext>
            </a:extLst>
          </p:cNvPr>
          <p:cNvSpPr>
            <a:spLocks xmlns:a="http://schemas.openxmlformats.org/drawingml/2006/main" noGrp="1"/>
          </p:cNvSpPr>
          <p:nvPr/>
        </p:nvSpPr>
        <p:spPr>
          <a:xfrm xmlns:a="http://schemas.openxmlformats.org/drawingml/2006/main">
            <a:off x="7524750" y="2028825"/>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46BCE"/>
                </a:solidFill>
                <a:latin typeface="Arial"/>
                <a:ea typeface="Arial"/>
                <a:cs typeface="Arial"/>
              </a:defRPr>
            </a:defPPr>
            <a:lvl1pPr algn="l">
              <a:defRPr sz="2175" b="1">
                <a:solidFill>
                  <a:srgbClr val="246BCE"/>
                </a:solidFill>
                <a:latin typeface="Arial"/>
                <a:ea typeface="Arial"/>
                <a:cs typeface="Arial"/>
              </a:defRPr>
            </a:lvl1pPr>
            <a:lvl2pPr algn="l">
              <a:defRPr sz="2175" b="1">
                <a:solidFill>
                  <a:srgbClr val="246BCE"/>
                </a:solidFill>
                <a:latin typeface="Arial"/>
                <a:ea typeface="Arial"/>
                <a:cs typeface="Arial"/>
              </a:defRPr>
            </a:lvl2pPr>
            <a:lvl3pPr algn="l">
              <a:defRPr sz="2175" b="1">
                <a:solidFill>
                  <a:srgbClr val="246BCE"/>
                </a:solidFill>
                <a:latin typeface="Arial"/>
                <a:ea typeface="Arial"/>
                <a:cs typeface="Arial"/>
              </a:defRPr>
            </a:lvl3pPr>
            <a:lvl4pPr algn="l">
              <a:defRPr sz="2175" b="1">
                <a:solidFill>
                  <a:srgbClr val="246BCE"/>
                </a:solidFill>
                <a:latin typeface="Arial"/>
                <a:ea typeface="Arial"/>
                <a:cs typeface="Arial"/>
              </a:defRPr>
            </a:lvl4pPr>
            <a:lvl5pPr algn="l">
              <a:defRPr sz="2175" b="1">
                <a:solidFill>
                  <a:srgbClr val="246BCE"/>
                </a:solidFill>
                <a:latin typeface="Arial"/>
                <a:ea typeface="Arial"/>
                <a:cs typeface="Arial"/>
              </a:defRPr>
            </a:lvl5pPr>
            <a:lvl6pPr algn="l">
              <a:defRPr sz="2175" b="1">
                <a:solidFill>
                  <a:srgbClr val="246BCE"/>
                </a:solidFill>
                <a:latin typeface="Arial"/>
                <a:ea typeface="Arial"/>
                <a:cs typeface="Arial"/>
              </a:defRPr>
            </a:lvl6pPr>
            <a:lvl7pPr algn="l">
              <a:defRPr sz="2175" b="1">
                <a:solidFill>
                  <a:srgbClr val="246BCE"/>
                </a:solidFill>
                <a:latin typeface="Arial"/>
                <a:ea typeface="Arial"/>
                <a:cs typeface="Arial"/>
              </a:defRPr>
            </a:lvl7pPr>
            <a:lvl8pPr algn="l">
              <a:defRPr sz="2175" b="1">
                <a:solidFill>
                  <a:srgbClr val="246BCE"/>
                </a:solidFill>
                <a:latin typeface="Arial"/>
                <a:ea typeface="Arial"/>
                <a:cs typeface="Arial"/>
              </a:defRPr>
            </a:lvl8pPr>
            <a:lvl9pPr algn="l">
              <a:defRPr sz="2175" b="1">
                <a:solidFill>
                  <a:srgbClr val="246BCE"/>
                </a:solidFill>
                <a:latin typeface="Arial"/>
                <a:ea typeface="Arial"/>
                <a:cs typeface="Arial"/>
              </a:defRPr>
            </a:lvl9pPr>
          </a:lstStyle>
          <a:p xmlns:a="http://schemas.openxmlformats.org/drawingml/2006/main">
            <a:pPr algn="l">
              <a:defRPr sz="2175" b="1">
                <a:solidFill>
                  <a:srgbClr val="246BCE"/>
                </a:solidFill>
                <a:latin typeface="Arial"/>
                <a:ea typeface="Arial"/>
                <a:cs typeface="Arial"/>
              </a:defRPr>
            </a:pPr>
            <a:r>
              <a:rPr sz="2175" b="1">
                <a:solidFill>
                  <a:srgbClr val="246BCE"/>
                </a:solidFill>
                <a:latin typeface="Arial"/>
                <a:ea typeface="Arial"/>
                <a:cs typeface="Arial"/>
              </a:rPr>
              <a:t>Chỉ dẫn từng bước</a:t>
            </a:r>
          </a:p>
        </p:txBody>
      </p:sp>
      <p:sp>
        <p:nvSpPr>
          <p:cNvPr id="7" name="diagram-124">
            <a:extLst xmlns:a="http://schemas.openxmlformats.org/drawingml/2006/main">
              <a:ext uri="{FF2B5EF4-FFF2-40B4-BE49-F238E27FC236}">
                <a16:creationId xmlns:a16="http://schemas.microsoft.com/office/drawing/2014/main" id="{5BD54AB1-A0BD-499F-9AE9-FBD7EADCB8AC}"/>
              </a:ext>
            </a:extLst>
          </p:cNvPr>
          <p:cNvSpPr>
            <a:spLocks xmlns:a="http://schemas.openxmlformats.org/drawingml/2006/main" noGrp="1"/>
          </p:cNvSpPr>
          <p:nvPr/>
        </p:nvSpPr>
        <p:spPr>
          <a:xfrm xmlns:a="http://schemas.openxmlformats.org/drawingml/2006/main">
            <a:off x="7524750" y="266700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Mốc hiện tại, hướng rẽ và giọng đọc.</a:t>
            </a:r>
          </a:p>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Có nút nghe lại từng bước.</a:t>
            </a:r>
          </a:p>
        </p:txBody>
      </p:sp>
      <p:sp>
        <p:nvSpPr>
          <p:cNvPr id="8" name="diagram-125">
            <a:extLst xmlns:a="http://schemas.openxmlformats.org/drawingml/2006/main">
              <a:ext uri="{FF2B5EF4-FFF2-40B4-BE49-F238E27FC236}">
                <a16:creationId xmlns:a16="http://schemas.microsoft.com/office/drawing/2014/main" id="{531F26A0-0A5F-4606-9413-1F99CD927000}"/>
              </a:ext>
            </a:extLst>
          </p:cNvPr>
          <p:cNvSpPr>
            <a:spLocks xmlns:a="http://schemas.openxmlformats.org/drawingml/2006/main" noGrp="1"/>
          </p:cNvSpPr>
          <p:nvPr/>
        </p:nvSpPr>
        <p:spPr>
          <a:xfrm xmlns:a="http://schemas.openxmlformats.org/drawingml/2006/main">
            <a:off x="7524750" y="3838575"/>
            <a:ext cx="4000500" cy="5238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2175" b="1">
                <a:solidFill>
                  <a:srgbClr val="246BCE"/>
                </a:solidFill>
                <a:latin typeface="Arial"/>
                <a:ea typeface="Arial"/>
                <a:cs typeface="Arial"/>
              </a:defRPr>
            </a:defPPr>
            <a:lvl1pPr algn="l">
              <a:defRPr sz="2175" b="1">
                <a:solidFill>
                  <a:srgbClr val="246BCE"/>
                </a:solidFill>
                <a:latin typeface="Arial"/>
                <a:ea typeface="Arial"/>
                <a:cs typeface="Arial"/>
              </a:defRPr>
            </a:lvl1pPr>
            <a:lvl2pPr algn="l">
              <a:defRPr sz="2175" b="1">
                <a:solidFill>
                  <a:srgbClr val="246BCE"/>
                </a:solidFill>
                <a:latin typeface="Arial"/>
                <a:ea typeface="Arial"/>
                <a:cs typeface="Arial"/>
              </a:defRPr>
            </a:lvl2pPr>
            <a:lvl3pPr algn="l">
              <a:defRPr sz="2175" b="1">
                <a:solidFill>
                  <a:srgbClr val="246BCE"/>
                </a:solidFill>
                <a:latin typeface="Arial"/>
                <a:ea typeface="Arial"/>
                <a:cs typeface="Arial"/>
              </a:defRPr>
            </a:lvl3pPr>
            <a:lvl4pPr algn="l">
              <a:defRPr sz="2175" b="1">
                <a:solidFill>
                  <a:srgbClr val="246BCE"/>
                </a:solidFill>
                <a:latin typeface="Arial"/>
                <a:ea typeface="Arial"/>
                <a:cs typeface="Arial"/>
              </a:defRPr>
            </a:lvl4pPr>
            <a:lvl5pPr algn="l">
              <a:defRPr sz="2175" b="1">
                <a:solidFill>
                  <a:srgbClr val="246BCE"/>
                </a:solidFill>
                <a:latin typeface="Arial"/>
                <a:ea typeface="Arial"/>
                <a:cs typeface="Arial"/>
              </a:defRPr>
            </a:lvl5pPr>
            <a:lvl6pPr algn="l">
              <a:defRPr sz="2175" b="1">
                <a:solidFill>
                  <a:srgbClr val="246BCE"/>
                </a:solidFill>
                <a:latin typeface="Arial"/>
                <a:ea typeface="Arial"/>
                <a:cs typeface="Arial"/>
              </a:defRPr>
            </a:lvl6pPr>
            <a:lvl7pPr algn="l">
              <a:defRPr sz="2175" b="1">
                <a:solidFill>
                  <a:srgbClr val="246BCE"/>
                </a:solidFill>
                <a:latin typeface="Arial"/>
                <a:ea typeface="Arial"/>
                <a:cs typeface="Arial"/>
              </a:defRPr>
            </a:lvl7pPr>
            <a:lvl8pPr algn="l">
              <a:defRPr sz="2175" b="1">
                <a:solidFill>
                  <a:srgbClr val="246BCE"/>
                </a:solidFill>
                <a:latin typeface="Arial"/>
                <a:ea typeface="Arial"/>
                <a:cs typeface="Arial"/>
              </a:defRPr>
            </a:lvl8pPr>
            <a:lvl9pPr algn="l">
              <a:defRPr sz="2175" b="1">
                <a:solidFill>
                  <a:srgbClr val="246BCE"/>
                </a:solidFill>
                <a:latin typeface="Arial"/>
                <a:ea typeface="Arial"/>
                <a:cs typeface="Arial"/>
              </a:defRPr>
            </a:lvl9pPr>
          </a:lstStyle>
          <a:p xmlns:a="http://schemas.openxmlformats.org/drawingml/2006/main">
            <a:pPr algn="l">
              <a:defRPr sz="2175" b="1">
                <a:solidFill>
                  <a:srgbClr val="246BCE"/>
                </a:solidFill>
                <a:latin typeface="Arial"/>
                <a:ea typeface="Arial"/>
                <a:cs typeface="Arial"/>
              </a:defRPr>
            </a:pPr>
            <a:r>
              <a:rPr sz="2175" b="1">
                <a:solidFill>
                  <a:srgbClr val="246BCE"/>
                </a:solidFill>
                <a:latin typeface="Arial"/>
                <a:ea typeface="Arial"/>
                <a:cs typeface="Arial"/>
              </a:rPr>
              <a:t>Tìm lại đường</a:t>
            </a:r>
          </a:p>
        </p:txBody>
      </p:sp>
      <p:sp>
        <p:nvSpPr>
          <p:cNvPr id="9" name="diagram-126">
            <a:extLst xmlns:a="http://schemas.openxmlformats.org/drawingml/2006/main">
              <a:ext uri="{FF2B5EF4-FFF2-40B4-BE49-F238E27FC236}">
                <a16:creationId xmlns:a16="http://schemas.microsoft.com/office/drawing/2014/main" id="{54610B75-5824-45DB-8498-2ACD50650F26}"/>
              </a:ext>
            </a:extLst>
          </p:cNvPr>
          <p:cNvSpPr>
            <a:spLocks xmlns:a="http://schemas.openxmlformats.org/drawingml/2006/main" noGrp="1"/>
          </p:cNvSpPr>
          <p:nvPr/>
        </p:nvSpPr>
        <p:spPr>
          <a:xfrm xmlns:a="http://schemas.openxmlformats.org/drawingml/2006/main">
            <a:off x="7524750" y="4476750"/>
            <a:ext cx="4000500" cy="809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0">
                <a:solidFill>
                  <a:srgbClr val="526773"/>
                </a:solidFill>
                <a:latin typeface="Arial"/>
                <a:ea typeface="Arial"/>
                <a:cs typeface="Arial"/>
              </a:defRPr>
            </a:defPPr>
            <a:lvl1pPr algn="l">
              <a:defRPr sz="1875" b="0">
                <a:solidFill>
                  <a:srgbClr val="526773"/>
                </a:solidFill>
                <a:latin typeface="Arial"/>
                <a:ea typeface="Arial"/>
                <a:cs typeface="Arial"/>
              </a:defRPr>
            </a:lvl1pPr>
            <a:lvl2pPr algn="l">
              <a:defRPr sz="1875" b="0">
                <a:solidFill>
                  <a:srgbClr val="526773"/>
                </a:solidFill>
                <a:latin typeface="Arial"/>
                <a:ea typeface="Arial"/>
                <a:cs typeface="Arial"/>
              </a:defRPr>
            </a:lvl2pPr>
            <a:lvl3pPr algn="l">
              <a:defRPr sz="1875" b="0">
                <a:solidFill>
                  <a:srgbClr val="526773"/>
                </a:solidFill>
                <a:latin typeface="Arial"/>
                <a:ea typeface="Arial"/>
                <a:cs typeface="Arial"/>
              </a:defRPr>
            </a:lvl3pPr>
            <a:lvl4pPr algn="l">
              <a:defRPr sz="1875" b="0">
                <a:solidFill>
                  <a:srgbClr val="526773"/>
                </a:solidFill>
                <a:latin typeface="Arial"/>
                <a:ea typeface="Arial"/>
                <a:cs typeface="Arial"/>
              </a:defRPr>
            </a:lvl4pPr>
            <a:lvl5pPr algn="l">
              <a:defRPr sz="1875" b="0">
                <a:solidFill>
                  <a:srgbClr val="526773"/>
                </a:solidFill>
                <a:latin typeface="Arial"/>
                <a:ea typeface="Arial"/>
                <a:cs typeface="Arial"/>
              </a:defRPr>
            </a:lvl5pPr>
            <a:lvl6pPr algn="l">
              <a:defRPr sz="1875" b="0">
                <a:solidFill>
                  <a:srgbClr val="526773"/>
                </a:solidFill>
                <a:latin typeface="Arial"/>
                <a:ea typeface="Arial"/>
                <a:cs typeface="Arial"/>
              </a:defRPr>
            </a:lvl6pPr>
            <a:lvl7pPr algn="l">
              <a:defRPr sz="1875" b="0">
                <a:solidFill>
                  <a:srgbClr val="526773"/>
                </a:solidFill>
                <a:latin typeface="Arial"/>
                <a:ea typeface="Arial"/>
                <a:cs typeface="Arial"/>
              </a:defRPr>
            </a:lvl7pPr>
            <a:lvl8pPr algn="l">
              <a:defRPr sz="1875" b="0">
                <a:solidFill>
                  <a:srgbClr val="526773"/>
                </a:solidFill>
                <a:latin typeface="Arial"/>
                <a:ea typeface="Arial"/>
                <a:cs typeface="Arial"/>
              </a:defRPr>
            </a:lvl8pPr>
            <a:lvl9pPr algn="l">
              <a:defRPr sz="1875" b="0">
                <a:solidFill>
                  <a:srgbClr val="526773"/>
                </a:solidFill>
                <a:latin typeface="Arial"/>
                <a:ea typeface="Arial"/>
                <a:cs typeface="Arial"/>
              </a:defRPr>
            </a:lvl9pPr>
          </a:lstStyle>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Chọn lại vị trí khi đi nhầm.</a:t>
            </a:r>
          </a:p>
          <a:p xmlns:a="http://schemas.openxmlformats.org/drawingml/2006/main">
            <a:pPr algn="l">
              <a:defRPr sz="1875" b="0">
                <a:solidFill>
                  <a:srgbClr val="526773"/>
                </a:solidFill>
                <a:latin typeface="Arial"/>
                <a:ea typeface="Arial"/>
                <a:cs typeface="Arial"/>
              </a:defRPr>
            </a:pPr>
            <a:r>
              <a:rPr sz="1875" b="0">
                <a:solidFill>
                  <a:srgbClr val="526773"/>
                </a:solidFill>
                <a:latin typeface="Arial"/>
                <a:ea typeface="Arial"/>
                <a:cs typeface="Arial"/>
              </a:rPr>
              <a:t>Google Maps nối với sơ đồ viện.</a:t>
            </a:r>
          </a:p>
        </p:txBody>
      </p:sp>
      <p:sp>
        <p:nvSpPr>
          <p:cNvPr id="10" name="diagram-127">
            <a:extLst xmlns:a="http://schemas.openxmlformats.org/drawingml/2006/main">
              <a:ext uri="{FF2B5EF4-FFF2-40B4-BE49-F238E27FC236}">
                <a16:creationId xmlns:a16="http://schemas.microsoft.com/office/drawing/2014/main" id="{72C52824-B3BD-4ED0-B757-5EB30396B0F7}"/>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Giọng đọc chạy trên trình duyệt. Định vị là mô phỏng. Chưa thử lại với người dùng.</a:t>
            </a:r>
          </a:p>
        </p:txBody>
      </p:sp>
      <p:sp>
        <p:nvSpPr>
          <p:cNvPr id="11" name="diagram-128">
            <a:extLst xmlns:a="http://schemas.openxmlformats.org/drawingml/2006/main">
              <a:ext uri="{FF2B5EF4-FFF2-40B4-BE49-F238E27FC236}">
                <a16:creationId xmlns:a16="http://schemas.microsoft.com/office/drawing/2014/main" id="{F21CF222-1090-4F26-B226-7C5DCF78C452}"/>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08</a:t>
            </a:r>
          </a:p>
        </p:txBody>
      </p:sp>
    </p:spTree>
    <p:extLst>
      <p:ext uri="{BB962C8B-B14F-4D97-AF65-F5344CB8AC3E}">
        <p14:creationId xmlns:p14="http://schemas.microsoft.com/office/powerpoint/2010/main" val="381887026"/>
      </p:ext>
    </p:extLst>
  </p:cSld>
</p:sld>
</file>

<file path=ppt/slides/slide9.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26" name="diagram-129">
            <a:extLst xmlns:a="http://schemas.openxmlformats.org/drawingml/2006/main">
              <a:ext uri="{FF2B5EF4-FFF2-40B4-BE49-F238E27FC236}">
                <a16:creationId xmlns:a16="http://schemas.microsoft.com/office/drawing/2014/main" id="{0C03FAB8-AC79-44E3-8079-95824621805C}"/>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Rủi ro về an toàn và đạo đức</a:t>
            </a:r>
          </a:p>
        </p:txBody>
      </p:sp>
      <p:sp>
        <p:nvSpPr>
          <p:cNvPr id="2" name="diagram-130">
            <a:extLst xmlns:a="http://schemas.openxmlformats.org/drawingml/2006/main">
              <a:ext uri="{FF2B5EF4-FFF2-40B4-BE49-F238E27FC236}">
                <a16:creationId xmlns:a16="http://schemas.microsoft.com/office/drawing/2014/main" id="{178A8FF0-AEE0-4682-A254-375BE6E4A74F}"/>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Cách giảm thiểu trong prototype</a:t>
            </a:r>
          </a:p>
        </p:txBody>
      </p:sp>
      <p:sp>
        <p:nvSpPr>
          <p:cNvPr id="3" name="diagram-131">
            <a:extLst xmlns:a="http://schemas.openxmlformats.org/drawingml/2006/main">
              <a:ext uri="{FF2B5EF4-FFF2-40B4-BE49-F238E27FC236}">
                <a16:creationId xmlns:a16="http://schemas.microsoft.com/office/drawing/2014/main" id="{B1B255D0-A46F-417D-8697-2153845400AD}"/>
              </a:ext>
            </a:extLst>
          </p:cNvPr>
          <p:cNvSpPr>
            <a:spLocks xmlns:a="http://schemas.openxmlformats.org/drawingml/2006/main" noGrp="1"/>
          </p:cNvSpPr>
          <p:nvPr/>
        </p:nvSpPr>
        <p:spPr>
          <a:xfrm xmlns:a="http://schemas.openxmlformats.org/drawingml/2006/main">
            <a:off x="1381125" y="1771650"/>
            <a:ext cx="41910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D64D53"/>
                </a:solidFill>
                <a:latin typeface="Arial"/>
                <a:ea typeface="Arial"/>
                <a:cs typeface="Arial"/>
              </a:defRPr>
            </a:defPPr>
            <a:lvl1pPr algn="l">
              <a:defRPr sz="1425" b="1">
                <a:solidFill>
                  <a:srgbClr val="D64D53"/>
                </a:solidFill>
                <a:latin typeface="Arial"/>
                <a:ea typeface="Arial"/>
                <a:cs typeface="Arial"/>
              </a:defRPr>
            </a:lvl1pPr>
            <a:lvl2pPr algn="l">
              <a:defRPr sz="1425" b="1">
                <a:solidFill>
                  <a:srgbClr val="D64D53"/>
                </a:solidFill>
                <a:latin typeface="Arial"/>
                <a:ea typeface="Arial"/>
                <a:cs typeface="Arial"/>
              </a:defRPr>
            </a:lvl2pPr>
            <a:lvl3pPr algn="l">
              <a:defRPr sz="1425" b="1">
                <a:solidFill>
                  <a:srgbClr val="D64D53"/>
                </a:solidFill>
                <a:latin typeface="Arial"/>
                <a:ea typeface="Arial"/>
                <a:cs typeface="Arial"/>
              </a:defRPr>
            </a:lvl3pPr>
            <a:lvl4pPr algn="l">
              <a:defRPr sz="1425" b="1">
                <a:solidFill>
                  <a:srgbClr val="D64D53"/>
                </a:solidFill>
                <a:latin typeface="Arial"/>
                <a:ea typeface="Arial"/>
                <a:cs typeface="Arial"/>
              </a:defRPr>
            </a:lvl4pPr>
            <a:lvl5pPr algn="l">
              <a:defRPr sz="1425" b="1">
                <a:solidFill>
                  <a:srgbClr val="D64D53"/>
                </a:solidFill>
                <a:latin typeface="Arial"/>
                <a:ea typeface="Arial"/>
                <a:cs typeface="Arial"/>
              </a:defRPr>
            </a:lvl5pPr>
            <a:lvl6pPr algn="l">
              <a:defRPr sz="1425" b="1">
                <a:solidFill>
                  <a:srgbClr val="D64D53"/>
                </a:solidFill>
                <a:latin typeface="Arial"/>
                <a:ea typeface="Arial"/>
                <a:cs typeface="Arial"/>
              </a:defRPr>
            </a:lvl6pPr>
            <a:lvl7pPr algn="l">
              <a:defRPr sz="1425" b="1">
                <a:solidFill>
                  <a:srgbClr val="D64D53"/>
                </a:solidFill>
                <a:latin typeface="Arial"/>
                <a:ea typeface="Arial"/>
                <a:cs typeface="Arial"/>
              </a:defRPr>
            </a:lvl7pPr>
            <a:lvl8pPr algn="l">
              <a:defRPr sz="1425" b="1">
                <a:solidFill>
                  <a:srgbClr val="D64D53"/>
                </a:solidFill>
                <a:latin typeface="Arial"/>
                <a:ea typeface="Arial"/>
                <a:cs typeface="Arial"/>
              </a:defRPr>
            </a:lvl8pPr>
            <a:lvl9pPr algn="l">
              <a:defRPr sz="1425" b="1">
                <a:solidFill>
                  <a:srgbClr val="D64D53"/>
                </a:solidFill>
                <a:latin typeface="Arial"/>
                <a:ea typeface="Arial"/>
                <a:cs typeface="Arial"/>
              </a:defRPr>
            </a:lvl9pPr>
          </a:lstStyle>
          <a:p xmlns:a="http://schemas.openxmlformats.org/drawingml/2006/main">
            <a:pPr algn="l">
              <a:defRPr sz="1425" b="1">
                <a:solidFill>
                  <a:srgbClr val="D64D53"/>
                </a:solidFill>
                <a:latin typeface="Arial"/>
                <a:ea typeface="Arial"/>
                <a:cs typeface="Arial"/>
              </a:defRPr>
            </a:pPr>
            <a:r>
              <a:rPr sz="1425" b="1">
                <a:solidFill>
                  <a:srgbClr val="D64D53"/>
                </a:solidFill>
                <a:latin typeface="Arial"/>
                <a:ea typeface="Arial"/>
                <a:cs typeface="Arial"/>
              </a:rPr>
              <a:t>RỦI RO</a:t>
            </a:r>
          </a:p>
        </p:txBody>
      </p:sp>
      <p:sp>
        <p:nvSpPr>
          <p:cNvPr id="4" name="diagram-132">
            <a:extLst xmlns:a="http://schemas.openxmlformats.org/drawingml/2006/main">
              <a:ext uri="{FF2B5EF4-FFF2-40B4-BE49-F238E27FC236}">
                <a16:creationId xmlns:a16="http://schemas.microsoft.com/office/drawing/2014/main" id="{B3987332-564B-4A49-B343-0A4F96941CF0}"/>
              </a:ext>
            </a:extLst>
          </p:cNvPr>
          <p:cNvSpPr>
            <a:spLocks xmlns:a="http://schemas.openxmlformats.org/drawingml/2006/main" noGrp="1"/>
          </p:cNvSpPr>
          <p:nvPr/>
        </p:nvSpPr>
        <p:spPr>
          <a:xfrm xmlns:a="http://schemas.openxmlformats.org/drawingml/2006/main">
            <a:off x="6334125" y="1771650"/>
            <a:ext cx="5143500" cy="33337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425" b="1">
                <a:solidFill>
                  <a:srgbClr val="246BCE"/>
                </a:solidFill>
                <a:latin typeface="Arial"/>
                <a:ea typeface="Arial"/>
                <a:cs typeface="Arial"/>
              </a:defRPr>
            </a:defPPr>
            <a:lvl1pPr algn="l">
              <a:defRPr sz="1425" b="1">
                <a:solidFill>
                  <a:srgbClr val="246BCE"/>
                </a:solidFill>
                <a:latin typeface="Arial"/>
                <a:ea typeface="Arial"/>
                <a:cs typeface="Arial"/>
              </a:defRPr>
            </a:lvl1pPr>
            <a:lvl2pPr algn="l">
              <a:defRPr sz="1425" b="1">
                <a:solidFill>
                  <a:srgbClr val="246BCE"/>
                </a:solidFill>
                <a:latin typeface="Arial"/>
                <a:ea typeface="Arial"/>
                <a:cs typeface="Arial"/>
              </a:defRPr>
            </a:lvl2pPr>
            <a:lvl3pPr algn="l">
              <a:defRPr sz="1425" b="1">
                <a:solidFill>
                  <a:srgbClr val="246BCE"/>
                </a:solidFill>
                <a:latin typeface="Arial"/>
                <a:ea typeface="Arial"/>
                <a:cs typeface="Arial"/>
              </a:defRPr>
            </a:lvl3pPr>
            <a:lvl4pPr algn="l">
              <a:defRPr sz="1425" b="1">
                <a:solidFill>
                  <a:srgbClr val="246BCE"/>
                </a:solidFill>
                <a:latin typeface="Arial"/>
                <a:ea typeface="Arial"/>
                <a:cs typeface="Arial"/>
              </a:defRPr>
            </a:lvl4pPr>
            <a:lvl5pPr algn="l">
              <a:defRPr sz="1425" b="1">
                <a:solidFill>
                  <a:srgbClr val="246BCE"/>
                </a:solidFill>
                <a:latin typeface="Arial"/>
                <a:ea typeface="Arial"/>
                <a:cs typeface="Arial"/>
              </a:defRPr>
            </a:lvl5pPr>
            <a:lvl6pPr algn="l">
              <a:defRPr sz="1425" b="1">
                <a:solidFill>
                  <a:srgbClr val="246BCE"/>
                </a:solidFill>
                <a:latin typeface="Arial"/>
                <a:ea typeface="Arial"/>
                <a:cs typeface="Arial"/>
              </a:defRPr>
            </a:lvl6pPr>
            <a:lvl7pPr algn="l">
              <a:defRPr sz="1425" b="1">
                <a:solidFill>
                  <a:srgbClr val="246BCE"/>
                </a:solidFill>
                <a:latin typeface="Arial"/>
                <a:ea typeface="Arial"/>
                <a:cs typeface="Arial"/>
              </a:defRPr>
            </a:lvl7pPr>
            <a:lvl8pPr algn="l">
              <a:defRPr sz="1425" b="1">
                <a:solidFill>
                  <a:srgbClr val="246BCE"/>
                </a:solidFill>
                <a:latin typeface="Arial"/>
                <a:ea typeface="Arial"/>
                <a:cs typeface="Arial"/>
              </a:defRPr>
            </a:lvl8pPr>
            <a:lvl9pPr algn="l">
              <a:defRPr sz="1425" b="1">
                <a:solidFill>
                  <a:srgbClr val="246BCE"/>
                </a:solidFill>
                <a:latin typeface="Arial"/>
                <a:ea typeface="Arial"/>
                <a:cs typeface="Arial"/>
              </a:defRPr>
            </a:lvl9pPr>
          </a:lstStyle>
          <a:p xmlns:a="http://schemas.openxmlformats.org/drawingml/2006/main">
            <a:pPr algn="l">
              <a:defRPr sz="1425" b="1">
                <a:solidFill>
                  <a:srgbClr val="246BCE"/>
                </a:solidFill>
                <a:latin typeface="Arial"/>
                <a:ea typeface="Arial"/>
                <a:cs typeface="Arial"/>
              </a:defRPr>
            </a:pPr>
            <a:r>
              <a:rPr sz="1425" b="1">
                <a:solidFill>
                  <a:srgbClr val="246BCE"/>
                </a:solidFill>
                <a:latin typeface="Arial"/>
                <a:ea typeface="Arial"/>
                <a:cs typeface="Arial"/>
              </a:rPr>
              <a:t>CÁCH GIẢM THIỂU</a:t>
            </a:r>
          </a:p>
        </p:txBody>
      </p:sp>
      <p:pic>
        <p:nvPicPr>
          <p:cNvPr id="5" name="">
            <a:extLst xmlns:a="http://schemas.openxmlformats.org/drawingml/2006/main">
              <a:ext uri="{FF2B5EF4-FFF2-40B4-BE49-F238E27FC236}">
                <a16:creationId xmlns:a16="http://schemas.microsoft.com/office/drawing/2014/main" id="{75579779-79A1-4315-AF85-239FDB09054A}"/>
              </a:ext>
            </a:extLst>
          </p:cNvPr>
          <p:cNvPicPr>
            <a:picLocks xmlns:a="http://schemas.openxmlformats.org/drawingml/2006/main" noChangeAspect="1"/>
          </p:cNvPicPr>
          <p:nvPr/>
        </p:nvPicPr>
        <p:blipFill>
          <a:blip xmlns:r="http://schemas.openxmlformats.org/officeDocument/2006/relationships" xmlns:a="http://schemas.openxmlformats.org/drawingml/2006/main" r:embed="R2d71d622361a4074">
            <a:extLst>
              <a:ext uri="{96DAC541-7B7A-43D3-8B79-37D633B846F1}">
                <asvg:svgBlip xmlns:asvg="http://schemas.microsoft.com/office/drawing/2016/SVG/main" r:embed="R0dcc9c18d5554893"/>
              </a:ext>
            </a:extLst>
          </a:blip>
          <a:stretch xmlns:a="http://schemas.openxmlformats.org/drawingml/2006/main"/>
        </p:blipFill>
        <p:spPr>
          <a:xfrm xmlns:a="http://schemas.openxmlformats.org/drawingml/2006/main">
            <a:off x="666750" y="2381250"/>
            <a:ext cx="381000" cy="381000"/>
          </a:xfrm>
          <a:prstGeom xmlns:a="http://schemas.openxmlformats.org/drawingml/2006/main" prst="rect">
            <a:avLst/>
          </a:prstGeom>
        </p:spPr>
      </p:pic>
      <p:sp>
        <p:nvSpPr>
          <p:cNvPr id="6" name="diagram-133">
            <a:extLst xmlns:a="http://schemas.openxmlformats.org/drawingml/2006/main">
              <a:ext uri="{FF2B5EF4-FFF2-40B4-BE49-F238E27FC236}">
                <a16:creationId xmlns:a16="http://schemas.microsoft.com/office/drawing/2014/main" id="{B4944C5F-C483-45FB-8F93-895658A08C07}"/>
              </a:ext>
            </a:extLst>
          </p:cNvPr>
          <p:cNvSpPr>
            <a:spLocks xmlns:a="http://schemas.openxmlformats.org/drawingml/2006/main" noGrp="1"/>
          </p:cNvSpPr>
          <p:nvPr/>
        </p:nvSpPr>
        <p:spPr>
          <a:xfrm xmlns:a="http://schemas.openxmlformats.org/drawingml/2006/main">
            <a:off x="1381125" y="23050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Sai bước hoặc sai phòng</a:t>
            </a:r>
          </a:p>
        </p:txBody>
      </p:sp>
      <p:sp>
        <p:nvSpPr>
          <p:cNvPr id="7" name="diagram-134">
            <a:extLst xmlns:a="http://schemas.openxmlformats.org/drawingml/2006/main">
              <a:ext uri="{FF2B5EF4-FFF2-40B4-BE49-F238E27FC236}">
                <a16:creationId xmlns:a16="http://schemas.microsoft.com/office/drawing/2014/main" id="{56712C50-474D-437E-8344-5CD6270769C8}"/>
              </a:ext>
            </a:extLst>
          </p:cNvPr>
          <p:cNvSpPr>
            <a:spLocks xmlns:a="http://schemas.openxmlformats.org/drawingml/2006/main" noGrp="1"/>
          </p:cNvSpPr>
          <p:nvPr/>
        </p:nvSpPr>
        <p:spPr>
          <a:xfrm xmlns:a="http://schemas.openxmlformats.org/drawingml/2006/main">
            <a:off x="6334125" y="230505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Kiểm tra điều kiện, xác nhận điểm đến với nhân viên.</a:t>
            </a:r>
          </a:p>
        </p:txBody>
      </p:sp>
      <p:sp>
        <p:nvSpPr>
          <p:cNvPr id="8" name="diagram-135">
            <a:extLst xmlns:a="http://schemas.openxmlformats.org/drawingml/2006/main">
              <a:ext uri="{FF2B5EF4-FFF2-40B4-BE49-F238E27FC236}">
                <a16:creationId xmlns:a16="http://schemas.microsoft.com/office/drawing/2014/main" id="{4EEF31E1-4741-466A-895D-9E2D0070075F}"/>
              </a:ext>
            </a:extLst>
          </p:cNvPr>
          <p:cNvSpPr>
            <a:spLocks xmlns:a="http://schemas.openxmlformats.org/drawingml/2006/main" noGrp="1"/>
          </p:cNvSpPr>
          <p:nvPr/>
        </p:nvSpPr>
        <p:spPr>
          <a:xfrm xmlns:a="http://schemas.openxmlformats.org/drawingml/2006/main">
            <a:off x="1381125" y="2952750"/>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9" name="">
            <a:extLst xmlns:a="http://schemas.openxmlformats.org/drawingml/2006/main">
              <a:ext uri="{FF2B5EF4-FFF2-40B4-BE49-F238E27FC236}">
                <a16:creationId xmlns:a16="http://schemas.microsoft.com/office/drawing/2014/main" id="{28AC4253-DB0D-4E06-8809-A121B3E35DE9}"/>
              </a:ext>
            </a:extLst>
          </p:cNvPr>
          <p:cNvPicPr>
            <a:picLocks xmlns:a="http://schemas.openxmlformats.org/drawingml/2006/main" noChangeAspect="1"/>
          </p:cNvPicPr>
          <p:nvPr/>
        </p:nvPicPr>
        <p:blipFill>
          <a:blip xmlns:r="http://schemas.openxmlformats.org/officeDocument/2006/relationships" xmlns:a="http://schemas.openxmlformats.org/drawingml/2006/main" r:embed="R94b85311a6ae44c3">
            <a:extLst>
              <a:ext uri="{96DAC541-7B7A-43D3-8B79-37D633B846F1}">
                <asvg:svgBlip xmlns:asvg="http://schemas.microsoft.com/office/drawing/2016/SVG/main" r:embed="R13db1ac8d5704f07"/>
              </a:ext>
            </a:extLst>
          </a:blip>
          <a:stretch xmlns:a="http://schemas.openxmlformats.org/drawingml/2006/main"/>
        </p:blipFill>
        <p:spPr>
          <a:xfrm xmlns:a="http://schemas.openxmlformats.org/drawingml/2006/main">
            <a:off x="666750" y="3114675"/>
            <a:ext cx="381000" cy="381000"/>
          </a:xfrm>
          <a:prstGeom xmlns:a="http://schemas.openxmlformats.org/drawingml/2006/main" prst="rect">
            <a:avLst/>
          </a:prstGeom>
        </p:spPr>
      </p:pic>
      <p:sp>
        <p:nvSpPr>
          <p:cNvPr id="10" name="diagram-136">
            <a:extLst xmlns:a="http://schemas.openxmlformats.org/drawingml/2006/main">
              <a:ext uri="{FF2B5EF4-FFF2-40B4-BE49-F238E27FC236}">
                <a16:creationId xmlns:a16="http://schemas.microsoft.com/office/drawing/2014/main" id="{3D752257-E869-4E68-8120-0F26811867A0}"/>
              </a:ext>
            </a:extLst>
          </p:cNvPr>
          <p:cNvSpPr>
            <a:spLocks xmlns:a="http://schemas.openxmlformats.org/drawingml/2006/main" noGrp="1"/>
          </p:cNvSpPr>
          <p:nvPr/>
        </p:nvSpPr>
        <p:spPr>
          <a:xfrm xmlns:a="http://schemas.openxmlformats.org/drawingml/2006/main">
            <a:off x="1381125" y="303847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AI trả lời sai hoặc vượt phạm vi</a:t>
            </a:r>
          </a:p>
        </p:txBody>
      </p:sp>
      <p:sp>
        <p:nvSpPr>
          <p:cNvPr id="11" name="diagram-137">
            <a:extLst xmlns:a="http://schemas.openxmlformats.org/drawingml/2006/main">
              <a:ext uri="{FF2B5EF4-FFF2-40B4-BE49-F238E27FC236}">
                <a16:creationId xmlns:a16="http://schemas.microsoft.com/office/drawing/2014/main" id="{BD2CF02A-9975-4B31-8677-0AF486310368}"/>
              </a:ext>
            </a:extLst>
          </p:cNvPr>
          <p:cNvSpPr>
            <a:spLocks xmlns:a="http://schemas.openxmlformats.org/drawingml/2006/main" noGrp="1"/>
          </p:cNvSpPr>
          <p:nvPr/>
        </p:nvSpPr>
        <p:spPr>
          <a:xfrm xmlns:a="http://schemas.openxmlformats.org/drawingml/2006/main">
            <a:off x="6334125" y="3038475"/>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Dùng facts đã xác nhận, giới hạn hướng dẫn hành chính.</a:t>
            </a:r>
          </a:p>
        </p:txBody>
      </p:sp>
      <p:sp>
        <p:nvSpPr>
          <p:cNvPr id="12" name="diagram-138">
            <a:extLst xmlns:a="http://schemas.openxmlformats.org/drawingml/2006/main">
              <a:ext uri="{FF2B5EF4-FFF2-40B4-BE49-F238E27FC236}">
                <a16:creationId xmlns:a16="http://schemas.microsoft.com/office/drawing/2014/main" id="{3003DC01-1FC6-49EC-A3F2-41A69B10BAD5}"/>
              </a:ext>
            </a:extLst>
          </p:cNvPr>
          <p:cNvSpPr>
            <a:spLocks xmlns:a="http://schemas.openxmlformats.org/drawingml/2006/main" noGrp="1"/>
          </p:cNvSpPr>
          <p:nvPr/>
        </p:nvSpPr>
        <p:spPr>
          <a:xfrm xmlns:a="http://schemas.openxmlformats.org/drawingml/2006/main">
            <a:off x="1381125" y="3686175"/>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3" name="">
            <a:extLst xmlns:a="http://schemas.openxmlformats.org/drawingml/2006/main">
              <a:ext uri="{FF2B5EF4-FFF2-40B4-BE49-F238E27FC236}">
                <a16:creationId xmlns:a16="http://schemas.microsoft.com/office/drawing/2014/main" id="{2D2676AD-E749-4D9F-913D-7BD73316870F}"/>
              </a:ext>
            </a:extLst>
          </p:cNvPr>
          <p:cNvPicPr>
            <a:picLocks xmlns:a="http://schemas.openxmlformats.org/drawingml/2006/main" noChangeAspect="1"/>
          </p:cNvPicPr>
          <p:nvPr/>
        </p:nvPicPr>
        <p:blipFill>
          <a:blip xmlns:r="http://schemas.openxmlformats.org/officeDocument/2006/relationships" xmlns:a="http://schemas.openxmlformats.org/drawingml/2006/main" r:embed="R65f1c67e088a4011">
            <a:extLst>
              <a:ext uri="{96DAC541-7B7A-43D3-8B79-37D633B846F1}">
                <asvg:svgBlip xmlns:asvg="http://schemas.microsoft.com/office/drawing/2016/SVG/main" r:embed="Rf7dd40e2e1d042be"/>
              </a:ext>
            </a:extLst>
          </a:blip>
          <a:stretch xmlns:a="http://schemas.openxmlformats.org/drawingml/2006/main"/>
        </p:blipFill>
        <p:spPr>
          <a:xfrm xmlns:a="http://schemas.openxmlformats.org/drawingml/2006/main">
            <a:off x="666750" y="3848100"/>
            <a:ext cx="381000" cy="381000"/>
          </a:xfrm>
          <a:prstGeom xmlns:a="http://schemas.openxmlformats.org/drawingml/2006/main" prst="rect">
            <a:avLst/>
          </a:prstGeom>
        </p:spPr>
      </p:pic>
      <p:sp>
        <p:nvSpPr>
          <p:cNvPr id="14" name="diagram-139">
            <a:extLst xmlns:a="http://schemas.openxmlformats.org/drawingml/2006/main">
              <a:ext uri="{FF2B5EF4-FFF2-40B4-BE49-F238E27FC236}">
                <a16:creationId xmlns:a16="http://schemas.microsoft.com/office/drawing/2014/main" id="{249FF6AD-F08B-4366-87BD-A1DDFB912A9D}"/>
              </a:ext>
            </a:extLst>
          </p:cNvPr>
          <p:cNvSpPr>
            <a:spLocks xmlns:a="http://schemas.openxmlformats.org/drawingml/2006/main" noGrp="1"/>
          </p:cNvSpPr>
          <p:nvPr/>
        </p:nvSpPr>
        <p:spPr>
          <a:xfrm xmlns:a="http://schemas.openxmlformats.org/drawingml/2006/main">
            <a:off x="1381125" y="377190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Chậm tìm hỗ trợ khẩn cấp</a:t>
            </a:r>
          </a:p>
        </p:txBody>
      </p:sp>
      <p:sp>
        <p:nvSpPr>
          <p:cNvPr id="15" name="diagram-140">
            <a:extLst xmlns:a="http://schemas.openxmlformats.org/drawingml/2006/main">
              <a:ext uri="{FF2B5EF4-FFF2-40B4-BE49-F238E27FC236}">
                <a16:creationId xmlns:a16="http://schemas.microsoft.com/office/drawing/2014/main" id="{8211D2CC-253B-40DC-AC6B-2704D6A3C22F}"/>
              </a:ext>
            </a:extLst>
          </p:cNvPr>
          <p:cNvSpPr>
            <a:spLocks xmlns:a="http://schemas.openxmlformats.org/drawingml/2006/main" noGrp="1"/>
          </p:cNvSpPr>
          <p:nvPr/>
        </p:nvSpPr>
        <p:spPr>
          <a:xfrm xmlns:a="http://schemas.openxmlformats.org/drawingml/2006/main">
            <a:off x="6334125" y="377190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Lối tìm nhân viên trực tiếp, dừng hướng dẫn thường.</a:t>
            </a:r>
          </a:p>
        </p:txBody>
      </p:sp>
      <p:sp>
        <p:nvSpPr>
          <p:cNvPr id="16" name="diagram-141">
            <a:extLst xmlns:a="http://schemas.openxmlformats.org/drawingml/2006/main">
              <a:ext uri="{FF2B5EF4-FFF2-40B4-BE49-F238E27FC236}">
                <a16:creationId xmlns:a16="http://schemas.microsoft.com/office/drawing/2014/main" id="{9682FEE1-D19D-49BC-9AB2-0B03CF7CEA84}"/>
              </a:ext>
            </a:extLst>
          </p:cNvPr>
          <p:cNvSpPr>
            <a:spLocks xmlns:a="http://schemas.openxmlformats.org/drawingml/2006/main" noGrp="1"/>
          </p:cNvSpPr>
          <p:nvPr/>
        </p:nvSpPr>
        <p:spPr>
          <a:xfrm xmlns:a="http://schemas.openxmlformats.org/drawingml/2006/main">
            <a:off x="1381125" y="4419600"/>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17" name="">
            <a:extLst xmlns:a="http://schemas.openxmlformats.org/drawingml/2006/main">
              <a:ext uri="{FF2B5EF4-FFF2-40B4-BE49-F238E27FC236}">
                <a16:creationId xmlns:a16="http://schemas.microsoft.com/office/drawing/2014/main" id="{07105F89-139A-44F6-93C0-6A227BBA24D2}"/>
              </a:ext>
            </a:extLst>
          </p:cNvPr>
          <p:cNvPicPr>
            <a:picLocks xmlns:a="http://schemas.openxmlformats.org/drawingml/2006/main" noChangeAspect="1"/>
          </p:cNvPicPr>
          <p:nvPr/>
        </p:nvPicPr>
        <p:blipFill>
          <a:blip xmlns:r="http://schemas.openxmlformats.org/officeDocument/2006/relationships" xmlns:a="http://schemas.openxmlformats.org/drawingml/2006/main" r:embed="Rceb727c0f10040df">
            <a:extLst>
              <a:ext uri="{96DAC541-7B7A-43D3-8B79-37D633B846F1}">
                <asvg:svgBlip xmlns:asvg="http://schemas.microsoft.com/office/drawing/2016/SVG/main" r:embed="R933049f6963e411d"/>
              </a:ext>
            </a:extLst>
          </a:blip>
          <a:stretch xmlns:a="http://schemas.openxmlformats.org/drawingml/2006/main"/>
        </p:blipFill>
        <p:spPr>
          <a:xfrm xmlns:a="http://schemas.openxmlformats.org/drawingml/2006/main">
            <a:off x="666750" y="4581525"/>
            <a:ext cx="381000" cy="381000"/>
          </a:xfrm>
          <a:prstGeom xmlns:a="http://schemas.openxmlformats.org/drawingml/2006/main" prst="rect">
            <a:avLst/>
          </a:prstGeom>
        </p:spPr>
      </p:pic>
      <p:sp>
        <p:nvSpPr>
          <p:cNvPr id="18" name="diagram-142">
            <a:extLst xmlns:a="http://schemas.openxmlformats.org/drawingml/2006/main">
              <a:ext uri="{FF2B5EF4-FFF2-40B4-BE49-F238E27FC236}">
                <a16:creationId xmlns:a16="http://schemas.microsoft.com/office/drawing/2014/main" id="{5E21DFEF-16A0-48CA-856C-0FFAB6231A71}"/>
              </a:ext>
            </a:extLst>
          </p:cNvPr>
          <p:cNvSpPr>
            <a:spLocks xmlns:a="http://schemas.openxmlformats.org/drawingml/2006/main" noGrp="1"/>
          </p:cNvSpPr>
          <p:nvPr/>
        </p:nvSpPr>
        <p:spPr>
          <a:xfrm xmlns:a="http://schemas.openxmlformats.org/drawingml/2006/main">
            <a:off x="1381125" y="4505325"/>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Lộ dữ liệu hoặc dùng sai mục đích</a:t>
            </a:r>
          </a:p>
        </p:txBody>
      </p:sp>
      <p:sp>
        <p:nvSpPr>
          <p:cNvPr id="19" name="diagram-143">
            <a:extLst xmlns:a="http://schemas.openxmlformats.org/drawingml/2006/main">
              <a:ext uri="{FF2B5EF4-FFF2-40B4-BE49-F238E27FC236}">
                <a16:creationId xmlns:a16="http://schemas.microsoft.com/office/drawing/2014/main" id="{D9B75ADD-F35D-4E99-B192-1E51D21C6BC6}"/>
              </a:ext>
            </a:extLst>
          </p:cNvPr>
          <p:cNvSpPr>
            <a:spLocks xmlns:a="http://schemas.openxmlformats.org/drawingml/2006/main" noGrp="1"/>
          </p:cNvSpPr>
          <p:nvPr/>
        </p:nvSpPr>
        <p:spPr>
          <a:xfrm xmlns:a="http://schemas.openxmlformats.org/drawingml/2006/main">
            <a:off x="6334125" y="4505325"/>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Ẩn danh, xin đồng ý, dùng dữ liệu giả, giữ khóa ở server.</a:t>
            </a:r>
          </a:p>
        </p:txBody>
      </p:sp>
      <p:sp>
        <p:nvSpPr>
          <p:cNvPr id="20" name="diagram-144">
            <a:extLst xmlns:a="http://schemas.openxmlformats.org/drawingml/2006/main">
              <a:ext uri="{FF2B5EF4-FFF2-40B4-BE49-F238E27FC236}">
                <a16:creationId xmlns:a16="http://schemas.microsoft.com/office/drawing/2014/main" id="{DB498AA8-73E4-4900-A441-3DFE4F7E0FBC}"/>
              </a:ext>
            </a:extLst>
          </p:cNvPr>
          <p:cNvSpPr>
            <a:spLocks xmlns:a="http://schemas.openxmlformats.org/drawingml/2006/main" noGrp="1"/>
          </p:cNvSpPr>
          <p:nvPr/>
        </p:nvSpPr>
        <p:spPr>
          <a:xfrm xmlns:a="http://schemas.openxmlformats.org/drawingml/2006/main">
            <a:off x="1381125" y="5153025"/>
            <a:ext cx="10096500" cy="19050"/>
          </a:xfrm>
          <a:prstGeom xmlns:a="http://schemas.openxmlformats.org/drawingml/2006/main" prst="rect">
            <a:avLst/>
          </a:prstGeom>
          <a:solidFill xmlns:a="http://schemas.openxmlformats.org/drawingml/2006/main">
            <a:srgbClr val="E2E8E8"/>
          </a:solidFill>
          <a:ln xmlns:a="http://schemas.openxmlformats.org/drawingml/2006/main" w="0">
            <a:noFill/>
            <a:prstDash val="solid"/>
          </a:ln>
        </p:spPr>
      </p:sp>
      <p:pic>
        <p:nvPicPr>
          <p:cNvPr id="21" name="">
            <a:extLst xmlns:a="http://schemas.openxmlformats.org/drawingml/2006/main">
              <a:ext uri="{FF2B5EF4-FFF2-40B4-BE49-F238E27FC236}">
                <a16:creationId xmlns:a16="http://schemas.microsoft.com/office/drawing/2014/main" id="{A65A69D9-30FE-4EE2-80BC-7DCBCF88CA14}"/>
              </a:ext>
            </a:extLst>
          </p:cNvPr>
          <p:cNvPicPr>
            <a:picLocks xmlns:a="http://schemas.openxmlformats.org/drawingml/2006/main" noChangeAspect="1"/>
          </p:cNvPicPr>
          <p:nvPr/>
        </p:nvPicPr>
        <p:blipFill>
          <a:blip xmlns:r="http://schemas.openxmlformats.org/officeDocument/2006/relationships" xmlns:a="http://schemas.openxmlformats.org/drawingml/2006/main" r:embed="R0ef1e943858446ec">
            <a:extLst>
              <a:ext uri="{96DAC541-7B7A-43D3-8B79-37D633B846F1}">
                <asvg:svgBlip xmlns:asvg="http://schemas.microsoft.com/office/drawing/2016/SVG/main" r:embed="R092e622cf048406f"/>
              </a:ext>
            </a:extLst>
          </a:blip>
          <a:stretch xmlns:a="http://schemas.openxmlformats.org/drawingml/2006/main"/>
        </p:blipFill>
        <p:spPr>
          <a:xfrm xmlns:a="http://schemas.openxmlformats.org/drawingml/2006/main">
            <a:off x="666750" y="5314950"/>
            <a:ext cx="381000" cy="381000"/>
          </a:xfrm>
          <a:prstGeom xmlns:a="http://schemas.openxmlformats.org/drawingml/2006/main" prst="rect">
            <a:avLst/>
          </a:prstGeom>
        </p:spPr>
      </p:pic>
      <p:sp>
        <p:nvSpPr>
          <p:cNvPr id="22" name="diagram-145">
            <a:extLst xmlns:a="http://schemas.openxmlformats.org/drawingml/2006/main">
              <a:ext uri="{FF2B5EF4-FFF2-40B4-BE49-F238E27FC236}">
                <a16:creationId xmlns:a16="http://schemas.microsoft.com/office/drawing/2014/main" id="{8BE2E713-A33A-4B82-AB72-1EBCAACD018E}"/>
              </a:ext>
            </a:extLst>
          </p:cNvPr>
          <p:cNvSpPr>
            <a:spLocks xmlns:a="http://schemas.openxmlformats.org/drawingml/2006/main" noGrp="1"/>
          </p:cNvSpPr>
          <p:nvPr/>
        </p:nvSpPr>
        <p:spPr>
          <a:xfrm xmlns:a="http://schemas.openxmlformats.org/drawingml/2006/main">
            <a:off x="1381125" y="5238750"/>
            <a:ext cx="428625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75" b="1">
                <a:solidFill>
                  <a:srgbClr val="102A43"/>
                </a:solidFill>
                <a:latin typeface="Arial"/>
                <a:ea typeface="Arial"/>
                <a:cs typeface="Arial"/>
              </a:defRPr>
            </a:defPPr>
            <a:lvl1pPr algn="l">
              <a:defRPr sz="1875" b="1">
                <a:solidFill>
                  <a:srgbClr val="102A43"/>
                </a:solidFill>
                <a:latin typeface="Arial"/>
                <a:ea typeface="Arial"/>
                <a:cs typeface="Arial"/>
              </a:defRPr>
            </a:lvl1pPr>
            <a:lvl2pPr algn="l">
              <a:defRPr sz="1875" b="1">
                <a:solidFill>
                  <a:srgbClr val="102A43"/>
                </a:solidFill>
                <a:latin typeface="Arial"/>
                <a:ea typeface="Arial"/>
                <a:cs typeface="Arial"/>
              </a:defRPr>
            </a:lvl2pPr>
            <a:lvl3pPr algn="l">
              <a:defRPr sz="1875" b="1">
                <a:solidFill>
                  <a:srgbClr val="102A43"/>
                </a:solidFill>
                <a:latin typeface="Arial"/>
                <a:ea typeface="Arial"/>
                <a:cs typeface="Arial"/>
              </a:defRPr>
            </a:lvl3pPr>
            <a:lvl4pPr algn="l">
              <a:defRPr sz="1875" b="1">
                <a:solidFill>
                  <a:srgbClr val="102A43"/>
                </a:solidFill>
                <a:latin typeface="Arial"/>
                <a:ea typeface="Arial"/>
                <a:cs typeface="Arial"/>
              </a:defRPr>
            </a:lvl4pPr>
            <a:lvl5pPr algn="l">
              <a:defRPr sz="1875" b="1">
                <a:solidFill>
                  <a:srgbClr val="102A43"/>
                </a:solidFill>
                <a:latin typeface="Arial"/>
                <a:ea typeface="Arial"/>
                <a:cs typeface="Arial"/>
              </a:defRPr>
            </a:lvl5pPr>
            <a:lvl6pPr algn="l">
              <a:defRPr sz="1875" b="1">
                <a:solidFill>
                  <a:srgbClr val="102A43"/>
                </a:solidFill>
                <a:latin typeface="Arial"/>
                <a:ea typeface="Arial"/>
                <a:cs typeface="Arial"/>
              </a:defRPr>
            </a:lvl6pPr>
            <a:lvl7pPr algn="l">
              <a:defRPr sz="1875" b="1">
                <a:solidFill>
                  <a:srgbClr val="102A43"/>
                </a:solidFill>
                <a:latin typeface="Arial"/>
                <a:ea typeface="Arial"/>
                <a:cs typeface="Arial"/>
              </a:defRPr>
            </a:lvl7pPr>
            <a:lvl8pPr algn="l">
              <a:defRPr sz="1875" b="1">
                <a:solidFill>
                  <a:srgbClr val="102A43"/>
                </a:solidFill>
                <a:latin typeface="Arial"/>
                <a:ea typeface="Arial"/>
                <a:cs typeface="Arial"/>
              </a:defRPr>
            </a:lvl8pPr>
            <a:lvl9pPr algn="l">
              <a:defRPr sz="1875" b="1">
                <a:solidFill>
                  <a:srgbClr val="102A43"/>
                </a:solidFill>
                <a:latin typeface="Arial"/>
                <a:ea typeface="Arial"/>
                <a:cs typeface="Arial"/>
              </a:defRPr>
            </a:lvl9pPr>
          </a:lstStyle>
          <a:p xmlns:a="http://schemas.openxmlformats.org/drawingml/2006/main">
            <a:pPr algn="l">
              <a:defRPr sz="1875" b="1">
                <a:solidFill>
                  <a:srgbClr val="102A43"/>
                </a:solidFill>
                <a:latin typeface="Arial"/>
                <a:ea typeface="Arial"/>
                <a:cs typeface="Arial"/>
              </a:defRPr>
            </a:pPr>
            <a:r>
              <a:rPr sz="1875" b="1">
                <a:solidFill>
                  <a:srgbClr val="102A43"/>
                </a:solidFill>
                <a:latin typeface="Arial"/>
                <a:ea typeface="Arial"/>
                <a:cs typeface="Arial"/>
              </a:rPr>
              <a:t>Khó dùng app hoặc mất kết nối</a:t>
            </a:r>
          </a:p>
        </p:txBody>
      </p:sp>
      <p:sp>
        <p:nvSpPr>
          <p:cNvPr id="23" name="diagram-146">
            <a:extLst xmlns:a="http://schemas.openxmlformats.org/drawingml/2006/main">
              <a:ext uri="{FF2B5EF4-FFF2-40B4-BE49-F238E27FC236}">
                <a16:creationId xmlns:a16="http://schemas.microsoft.com/office/drawing/2014/main" id="{4CC55FE7-E0ED-4F80-BEAF-41FCFCF8A2D2}"/>
              </a:ext>
            </a:extLst>
          </p:cNvPr>
          <p:cNvSpPr>
            <a:spLocks xmlns:a="http://schemas.openxmlformats.org/drawingml/2006/main" noGrp="1"/>
          </p:cNvSpPr>
          <p:nvPr/>
        </p:nvSpPr>
        <p:spPr>
          <a:xfrm xmlns:a="http://schemas.openxmlformats.org/drawingml/2006/main">
            <a:off x="6334125" y="5238750"/>
            <a:ext cx="5143500" cy="5715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800" b="0">
                <a:solidFill>
                  <a:srgbClr val="526773"/>
                </a:solidFill>
                <a:latin typeface="Arial"/>
                <a:ea typeface="Arial"/>
                <a:cs typeface="Arial"/>
              </a:defRPr>
            </a:defPPr>
            <a:lvl1pPr algn="l">
              <a:defRPr sz="1800" b="0">
                <a:solidFill>
                  <a:srgbClr val="526773"/>
                </a:solidFill>
                <a:latin typeface="Arial"/>
                <a:ea typeface="Arial"/>
                <a:cs typeface="Arial"/>
              </a:defRPr>
            </a:lvl1pPr>
            <a:lvl2pPr algn="l">
              <a:defRPr sz="1800" b="0">
                <a:solidFill>
                  <a:srgbClr val="526773"/>
                </a:solidFill>
                <a:latin typeface="Arial"/>
                <a:ea typeface="Arial"/>
                <a:cs typeface="Arial"/>
              </a:defRPr>
            </a:lvl2pPr>
            <a:lvl3pPr algn="l">
              <a:defRPr sz="1800" b="0">
                <a:solidFill>
                  <a:srgbClr val="526773"/>
                </a:solidFill>
                <a:latin typeface="Arial"/>
                <a:ea typeface="Arial"/>
                <a:cs typeface="Arial"/>
              </a:defRPr>
            </a:lvl3pPr>
            <a:lvl4pPr algn="l">
              <a:defRPr sz="1800" b="0">
                <a:solidFill>
                  <a:srgbClr val="526773"/>
                </a:solidFill>
                <a:latin typeface="Arial"/>
                <a:ea typeface="Arial"/>
                <a:cs typeface="Arial"/>
              </a:defRPr>
            </a:lvl4pPr>
            <a:lvl5pPr algn="l">
              <a:defRPr sz="1800" b="0">
                <a:solidFill>
                  <a:srgbClr val="526773"/>
                </a:solidFill>
                <a:latin typeface="Arial"/>
                <a:ea typeface="Arial"/>
                <a:cs typeface="Arial"/>
              </a:defRPr>
            </a:lvl5pPr>
            <a:lvl6pPr algn="l">
              <a:defRPr sz="1800" b="0">
                <a:solidFill>
                  <a:srgbClr val="526773"/>
                </a:solidFill>
                <a:latin typeface="Arial"/>
                <a:ea typeface="Arial"/>
                <a:cs typeface="Arial"/>
              </a:defRPr>
            </a:lvl6pPr>
            <a:lvl7pPr algn="l">
              <a:defRPr sz="1800" b="0">
                <a:solidFill>
                  <a:srgbClr val="526773"/>
                </a:solidFill>
                <a:latin typeface="Arial"/>
                <a:ea typeface="Arial"/>
                <a:cs typeface="Arial"/>
              </a:defRPr>
            </a:lvl7pPr>
            <a:lvl8pPr algn="l">
              <a:defRPr sz="1800" b="0">
                <a:solidFill>
                  <a:srgbClr val="526773"/>
                </a:solidFill>
                <a:latin typeface="Arial"/>
                <a:ea typeface="Arial"/>
                <a:cs typeface="Arial"/>
              </a:defRPr>
            </a:lvl8pPr>
            <a:lvl9pPr algn="l">
              <a:defRPr sz="1800" b="0">
                <a:solidFill>
                  <a:srgbClr val="526773"/>
                </a:solidFill>
                <a:latin typeface="Arial"/>
                <a:ea typeface="Arial"/>
                <a:cs typeface="Arial"/>
              </a:defRPr>
            </a:lvl9pPr>
          </a:lstStyle>
          <a:p xmlns:a="http://schemas.openxmlformats.org/drawingml/2006/main">
            <a:pPr algn="l">
              <a:defRPr sz="1800" b="0">
                <a:solidFill>
                  <a:srgbClr val="526773"/>
                </a:solidFill>
                <a:latin typeface="Arial"/>
                <a:ea typeface="Arial"/>
                <a:cs typeface="Arial"/>
              </a:defRPr>
            </a:pPr>
            <a:r>
              <a:rPr sz="1800" b="0">
                <a:solidFill>
                  <a:srgbClr val="526773"/>
                </a:solidFill>
                <a:latin typeface="Arial"/>
                <a:ea typeface="Arial"/>
                <a:cs typeface="Arial"/>
              </a:rPr>
              <a:t>Chữ dễ đọc, hướng dẫn giấy và hỗ trợ con người.</a:t>
            </a:r>
          </a:p>
        </p:txBody>
      </p:sp>
      <p:sp>
        <p:nvSpPr>
          <p:cNvPr id="24" name="diagram-147">
            <a:extLst xmlns:a="http://schemas.openxmlformats.org/drawingml/2006/main">
              <a:ext uri="{FF2B5EF4-FFF2-40B4-BE49-F238E27FC236}">
                <a16:creationId xmlns:a16="http://schemas.microsoft.com/office/drawing/2014/main" id="{A34118AB-6A9E-4FE5-8311-35AC5D83F041}"/>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Biện pháp đề xuất. Luồng khẩn cấp còn cần hoàn thiện và kiểm chứng với cơ sở.</a:t>
            </a:r>
          </a:p>
        </p:txBody>
      </p:sp>
      <p:sp>
        <p:nvSpPr>
          <p:cNvPr id="25" name="diagram-148">
            <a:extLst xmlns:a="http://schemas.openxmlformats.org/drawingml/2006/main">
              <a:ext uri="{FF2B5EF4-FFF2-40B4-BE49-F238E27FC236}">
                <a16:creationId xmlns:a16="http://schemas.microsoft.com/office/drawing/2014/main" id="{0FD9D730-FBDF-4E2A-B25E-9764471B9A57}"/>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09</a:t>
            </a:r>
          </a:p>
        </p:txBody>
      </p:sp>
    </p:spTree>
    <p:extLst>
      <p:ext uri="{BB962C8B-B14F-4D97-AF65-F5344CB8AC3E}">
        <p14:creationId xmlns:p14="http://schemas.microsoft.com/office/powerpoint/2010/main" val="896908393"/>
      </p:ext>
    </p:extLst>
  </p:cSld>
</p:sld>
</file>

<file path=ppt/slides/slide10.xml><?xml version="1.0" encoding="utf-8"?>
<p:sld xmlns:p="http://schemas.openxmlformats.org/presentationml/2006/main">
  <p:cSld>
    <p:bg>
      <p:bgPr>
        <a:solidFill xmlns:a="http://schemas.openxmlformats.org/drawingml/2006/main">
          <a:srgbClr val="F5F7FA"/>
        </a:solidFill>
      </p:bgPr>
    </p:bg>
    <p:spTree>
      <p:nvGrpSpPr>
        <p:cNvPr id="1" name=""/>
        <p:cNvGrpSpPr/>
        <p:nvPr/>
      </p:nvGrpSpPr>
      <p:grpSpPr>
        <a:xfrm xmlns:a="http://schemas.openxmlformats.org/drawingml/2006/main"/>
      </p:grpSpPr>
      <p:sp>
        <p:nvSpPr>
          <p:cNvPr id="35" name="diagram-149">
            <a:extLst xmlns:a="http://schemas.openxmlformats.org/drawingml/2006/main">
              <a:ext uri="{FF2B5EF4-FFF2-40B4-BE49-F238E27FC236}">
                <a16:creationId xmlns:a16="http://schemas.microsoft.com/office/drawing/2014/main" id="{780734B7-72A5-44B3-8190-51FAF47496AA}"/>
              </a:ext>
            </a:extLst>
          </p:cNvPr>
          <p:cNvSpPr>
            <a:spLocks xmlns:a="http://schemas.openxmlformats.org/drawingml/2006/main" noGrp="1"/>
          </p:cNvSpPr>
          <p:nvPr/>
        </p:nvSpPr>
        <p:spPr>
          <a:xfrm xmlns:a="http://schemas.openxmlformats.org/drawingml/2006/main">
            <a:off x="571500" y="400050"/>
            <a:ext cx="11049000" cy="6667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3150" b="1">
                <a:solidFill>
                  <a:srgbClr val="102A43"/>
                </a:solidFill>
                <a:latin typeface="Arial"/>
                <a:ea typeface="Arial"/>
                <a:cs typeface="Arial"/>
              </a:defRPr>
            </a:defPPr>
            <a:lvl1pPr algn="l">
              <a:defRPr sz="3150" b="1">
                <a:solidFill>
                  <a:srgbClr val="102A43"/>
                </a:solidFill>
                <a:latin typeface="Arial"/>
                <a:ea typeface="Arial"/>
                <a:cs typeface="Arial"/>
              </a:defRPr>
            </a:lvl1pPr>
            <a:lvl2pPr algn="l">
              <a:defRPr sz="3150" b="1">
                <a:solidFill>
                  <a:srgbClr val="102A43"/>
                </a:solidFill>
                <a:latin typeface="Arial"/>
                <a:ea typeface="Arial"/>
                <a:cs typeface="Arial"/>
              </a:defRPr>
            </a:lvl2pPr>
            <a:lvl3pPr algn="l">
              <a:defRPr sz="3150" b="1">
                <a:solidFill>
                  <a:srgbClr val="102A43"/>
                </a:solidFill>
                <a:latin typeface="Arial"/>
                <a:ea typeface="Arial"/>
                <a:cs typeface="Arial"/>
              </a:defRPr>
            </a:lvl3pPr>
            <a:lvl4pPr algn="l">
              <a:defRPr sz="3150" b="1">
                <a:solidFill>
                  <a:srgbClr val="102A43"/>
                </a:solidFill>
                <a:latin typeface="Arial"/>
                <a:ea typeface="Arial"/>
                <a:cs typeface="Arial"/>
              </a:defRPr>
            </a:lvl4pPr>
            <a:lvl5pPr algn="l">
              <a:defRPr sz="3150" b="1">
                <a:solidFill>
                  <a:srgbClr val="102A43"/>
                </a:solidFill>
                <a:latin typeface="Arial"/>
                <a:ea typeface="Arial"/>
                <a:cs typeface="Arial"/>
              </a:defRPr>
            </a:lvl5pPr>
            <a:lvl6pPr algn="l">
              <a:defRPr sz="3150" b="1">
                <a:solidFill>
                  <a:srgbClr val="102A43"/>
                </a:solidFill>
                <a:latin typeface="Arial"/>
                <a:ea typeface="Arial"/>
                <a:cs typeface="Arial"/>
              </a:defRPr>
            </a:lvl6pPr>
            <a:lvl7pPr algn="l">
              <a:defRPr sz="3150" b="1">
                <a:solidFill>
                  <a:srgbClr val="102A43"/>
                </a:solidFill>
                <a:latin typeface="Arial"/>
                <a:ea typeface="Arial"/>
                <a:cs typeface="Arial"/>
              </a:defRPr>
            </a:lvl7pPr>
            <a:lvl8pPr algn="l">
              <a:defRPr sz="3150" b="1">
                <a:solidFill>
                  <a:srgbClr val="102A43"/>
                </a:solidFill>
                <a:latin typeface="Arial"/>
                <a:ea typeface="Arial"/>
                <a:cs typeface="Arial"/>
              </a:defRPr>
            </a:lvl8pPr>
            <a:lvl9pPr algn="l">
              <a:defRPr sz="3150" b="1">
                <a:solidFill>
                  <a:srgbClr val="102A43"/>
                </a:solidFill>
                <a:latin typeface="Arial"/>
                <a:ea typeface="Arial"/>
                <a:cs typeface="Arial"/>
              </a:defRPr>
            </a:lvl9pPr>
          </a:lstStyle>
          <a:p xmlns:a="http://schemas.openxmlformats.org/drawingml/2006/main">
            <a:pPr algn="l">
              <a:defRPr sz="3150" b="1">
                <a:solidFill>
                  <a:srgbClr val="102A43"/>
                </a:solidFill>
                <a:latin typeface="Arial"/>
                <a:ea typeface="Arial"/>
                <a:cs typeface="Arial"/>
              </a:defRPr>
            </a:pPr>
            <a:r>
              <a:rPr sz="3150" b="1">
                <a:solidFill>
                  <a:srgbClr val="102A43"/>
                </a:solidFill>
                <a:latin typeface="Arial"/>
                <a:ea typeface="Arial"/>
                <a:cs typeface="Arial"/>
              </a:rPr>
              <a:t>Kế hoạch coach nhóm K4</a:t>
            </a:r>
          </a:p>
        </p:txBody>
      </p:sp>
      <p:sp>
        <p:nvSpPr>
          <p:cNvPr id="2" name="diagram-150">
            <a:extLst xmlns:a="http://schemas.openxmlformats.org/drawingml/2006/main">
              <a:ext uri="{FF2B5EF4-FFF2-40B4-BE49-F238E27FC236}">
                <a16:creationId xmlns:a16="http://schemas.microsoft.com/office/drawing/2014/main" id="{27807D63-1F5E-43DE-8CBE-2E91126E8A61}"/>
              </a:ext>
            </a:extLst>
          </p:cNvPr>
          <p:cNvSpPr>
            <a:spLocks xmlns:a="http://schemas.openxmlformats.org/drawingml/2006/main" noGrp="1"/>
          </p:cNvSpPr>
          <p:nvPr/>
        </p:nvSpPr>
        <p:spPr>
          <a:xfrm xmlns:a="http://schemas.openxmlformats.org/drawingml/2006/main">
            <a:off x="571500" y="1143000"/>
            <a:ext cx="11049000" cy="4572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725" b="0">
                <a:solidFill>
                  <a:srgbClr val="526773"/>
                </a:solidFill>
                <a:latin typeface="Arial"/>
                <a:ea typeface="Arial"/>
                <a:cs typeface="Arial"/>
              </a:defRPr>
            </a:defPPr>
            <a:lvl1pPr algn="l">
              <a:defRPr sz="1725" b="0">
                <a:solidFill>
                  <a:srgbClr val="526773"/>
                </a:solidFill>
                <a:latin typeface="Arial"/>
                <a:ea typeface="Arial"/>
                <a:cs typeface="Arial"/>
              </a:defRPr>
            </a:lvl1pPr>
            <a:lvl2pPr algn="l">
              <a:defRPr sz="1725" b="0">
                <a:solidFill>
                  <a:srgbClr val="526773"/>
                </a:solidFill>
                <a:latin typeface="Arial"/>
                <a:ea typeface="Arial"/>
                <a:cs typeface="Arial"/>
              </a:defRPr>
            </a:lvl2pPr>
            <a:lvl3pPr algn="l">
              <a:defRPr sz="1725" b="0">
                <a:solidFill>
                  <a:srgbClr val="526773"/>
                </a:solidFill>
                <a:latin typeface="Arial"/>
                <a:ea typeface="Arial"/>
                <a:cs typeface="Arial"/>
              </a:defRPr>
            </a:lvl3pPr>
            <a:lvl4pPr algn="l">
              <a:defRPr sz="1725" b="0">
                <a:solidFill>
                  <a:srgbClr val="526773"/>
                </a:solidFill>
                <a:latin typeface="Arial"/>
                <a:ea typeface="Arial"/>
                <a:cs typeface="Arial"/>
              </a:defRPr>
            </a:lvl4pPr>
            <a:lvl5pPr algn="l">
              <a:defRPr sz="1725" b="0">
                <a:solidFill>
                  <a:srgbClr val="526773"/>
                </a:solidFill>
                <a:latin typeface="Arial"/>
                <a:ea typeface="Arial"/>
                <a:cs typeface="Arial"/>
              </a:defRPr>
            </a:lvl5pPr>
            <a:lvl6pPr algn="l">
              <a:defRPr sz="1725" b="0">
                <a:solidFill>
                  <a:srgbClr val="526773"/>
                </a:solidFill>
                <a:latin typeface="Arial"/>
                <a:ea typeface="Arial"/>
                <a:cs typeface="Arial"/>
              </a:defRPr>
            </a:lvl6pPr>
            <a:lvl7pPr algn="l">
              <a:defRPr sz="1725" b="0">
                <a:solidFill>
                  <a:srgbClr val="526773"/>
                </a:solidFill>
                <a:latin typeface="Arial"/>
                <a:ea typeface="Arial"/>
                <a:cs typeface="Arial"/>
              </a:defRPr>
            </a:lvl7pPr>
            <a:lvl8pPr algn="l">
              <a:defRPr sz="1725" b="0">
                <a:solidFill>
                  <a:srgbClr val="526773"/>
                </a:solidFill>
                <a:latin typeface="Arial"/>
                <a:ea typeface="Arial"/>
                <a:cs typeface="Arial"/>
              </a:defRPr>
            </a:lvl8pPr>
            <a:lvl9pPr algn="l">
              <a:defRPr sz="1725" b="0">
                <a:solidFill>
                  <a:srgbClr val="526773"/>
                </a:solidFill>
                <a:latin typeface="Arial"/>
                <a:ea typeface="Arial"/>
                <a:cs typeface="Arial"/>
              </a:defRPr>
            </a:lvl9pPr>
          </a:lstStyle>
          <a:p xmlns:a="http://schemas.openxmlformats.org/drawingml/2006/main">
            <a:pPr algn="l">
              <a:defRPr sz="1725" b="0">
                <a:solidFill>
                  <a:srgbClr val="526773"/>
                </a:solidFill>
                <a:latin typeface="Arial"/>
                <a:ea typeface="Arial"/>
                <a:cs typeface="Arial"/>
              </a:defRPr>
            </a:pPr>
            <a:r>
              <a:rPr sz="1725" b="0">
                <a:solidFill>
                  <a:srgbClr val="526773"/>
                </a:solidFill>
                <a:latin typeface="Arial"/>
                <a:ea typeface="Arial"/>
                <a:cs typeface="Arial"/>
              </a:rPr>
              <a:t>Theo dõi bằng sản phẩm, gỡ kẹt bằng bằng chứng</a:t>
            </a:r>
          </a:p>
        </p:txBody>
      </p:sp>
      <p:pic>
        <p:nvPicPr>
          <p:cNvPr id="3" name="">
            <a:extLst xmlns:a="http://schemas.openxmlformats.org/drawingml/2006/main">
              <a:ext uri="{FF2B5EF4-FFF2-40B4-BE49-F238E27FC236}">
                <a16:creationId xmlns:a16="http://schemas.microsoft.com/office/drawing/2014/main" id="{D8E3F9FA-DBAF-4A74-BCDE-34D875B4A863}"/>
              </a:ext>
            </a:extLst>
          </p:cNvPr>
          <p:cNvPicPr>
            <a:picLocks xmlns:a="http://schemas.openxmlformats.org/drawingml/2006/main" noChangeAspect="1"/>
          </p:cNvPicPr>
          <p:nvPr/>
        </p:nvPicPr>
        <p:blipFill>
          <a:blip xmlns:r="http://schemas.openxmlformats.org/officeDocument/2006/relationships" xmlns:a="http://schemas.openxmlformats.org/drawingml/2006/main" r:embed="R9e2589339c494254">
            <a:extLst>
              <a:ext uri="{96DAC541-7B7A-43D3-8B79-37D633B846F1}">
                <asvg:svgBlip xmlns:asvg="http://schemas.microsoft.com/office/drawing/2016/SVG/main" r:embed="R029bf1f5752c4a8d"/>
              </a:ext>
            </a:extLst>
          </a:blip>
          <a:stretch xmlns:a="http://schemas.openxmlformats.org/drawingml/2006/main"/>
        </p:blipFill>
        <p:spPr>
          <a:xfrm xmlns:a="http://schemas.openxmlformats.org/drawingml/2006/main">
            <a:off x="10763250" y="476250"/>
            <a:ext cx="533400" cy="533400"/>
          </a:xfrm>
          <a:prstGeom xmlns:a="http://schemas.openxmlformats.org/drawingml/2006/main" prst="rect">
            <a:avLst/>
          </a:prstGeom>
        </p:spPr>
      </p:pic>
      <p:sp>
        <p:nvSpPr>
          <p:cNvPr id="4" name="diagram-151">
            <a:extLst xmlns:a="http://schemas.openxmlformats.org/drawingml/2006/main">
              <a:ext uri="{FF2B5EF4-FFF2-40B4-BE49-F238E27FC236}">
                <a16:creationId xmlns:a16="http://schemas.microsoft.com/office/drawing/2014/main" id="{D76C8501-FB26-4A96-BBC6-EECF9038646A}"/>
              </a:ext>
            </a:extLst>
          </p:cNvPr>
          <p:cNvSpPr>
            <a:spLocks xmlns:a="http://schemas.openxmlformats.org/drawingml/2006/main" noGrp="1"/>
          </p:cNvSpPr>
          <p:nvPr/>
        </p:nvSpPr>
        <p:spPr>
          <a:xfrm xmlns:a="http://schemas.openxmlformats.org/drawingml/2006/main">
            <a:off x="1190625" y="2762250"/>
            <a:ext cx="9763125" cy="47625"/>
          </a:xfrm>
          <a:prstGeom xmlns:a="http://schemas.openxmlformats.org/drawingml/2006/main" prst="rect">
            <a:avLst/>
          </a:prstGeom>
          <a:solidFill xmlns:a="http://schemas.openxmlformats.org/drawingml/2006/main">
            <a:srgbClr val="246BCE"/>
          </a:solidFill>
          <a:ln xmlns:a="http://schemas.openxmlformats.org/drawingml/2006/main" w="0">
            <a:noFill/>
            <a:prstDash val="solid"/>
          </a:ln>
        </p:spPr>
      </p:sp>
      <p:sp>
        <p:nvSpPr>
          <p:cNvPr id="5" name="diagram-152">
            <a:extLst xmlns:a="http://schemas.openxmlformats.org/drawingml/2006/main">
              <a:ext uri="{FF2B5EF4-FFF2-40B4-BE49-F238E27FC236}">
                <a16:creationId xmlns:a16="http://schemas.microsoft.com/office/drawing/2014/main" id="{5F90C26D-6B29-4A6F-A5C9-D1F1473C11CA}"/>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6" name="diagram-153">
            <a:extLst xmlns:a="http://schemas.openxmlformats.org/drawingml/2006/main">
              <a:ext uri="{FF2B5EF4-FFF2-40B4-BE49-F238E27FC236}">
                <a16:creationId xmlns:a16="http://schemas.microsoft.com/office/drawing/2014/main" id="{2278D065-F49D-4780-B42B-6CB00CD74915}"/>
              </a:ext>
            </a:extLst>
          </p:cNvPr>
          <p:cNvSpPr>
            <a:spLocks xmlns:a="http://schemas.openxmlformats.org/drawingml/2006/main" noGrp="1"/>
          </p:cNvSpPr>
          <p:nvPr/>
        </p:nvSpPr>
        <p:spPr>
          <a:xfrm xmlns:a="http://schemas.openxmlformats.org/drawingml/2006/main">
            <a:off x="8096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1</a:t>
            </a:r>
          </a:p>
        </p:txBody>
      </p:sp>
      <p:sp>
        <p:nvSpPr>
          <p:cNvPr id="7" name="diagram-154">
            <a:extLst xmlns:a="http://schemas.openxmlformats.org/drawingml/2006/main">
              <a:ext uri="{FF2B5EF4-FFF2-40B4-BE49-F238E27FC236}">
                <a16:creationId xmlns:a16="http://schemas.microsoft.com/office/drawing/2014/main" id="{79C0D2B3-EE3C-49A5-8045-50832E5DC2D1}"/>
              </a:ext>
            </a:extLst>
          </p:cNvPr>
          <p:cNvSpPr>
            <a:spLocks xmlns:a="http://schemas.openxmlformats.org/drawingml/2006/main" noGrp="1"/>
          </p:cNvSpPr>
          <p:nvPr/>
        </p:nvSpPr>
        <p:spPr>
          <a:xfrm xmlns:a="http://schemas.openxmlformats.org/drawingml/2006/main">
            <a:off x="3810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1</a:t>
            </a:r>
          </a:p>
        </p:txBody>
      </p:sp>
      <p:sp>
        <p:nvSpPr>
          <p:cNvPr id="8" name="diagram-155">
            <a:extLst xmlns:a="http://schemas.openxmlformats.org/drawingml/2006/main">
              <a:ext uri="{FF2B5EF4-FFF2-40B4-BE49-F238E27FC236}">
                <a16:creationId xmlns:a16="http://schemas.microsoft.com/office/drawing/2014/main" id="{4C1CB04C-A274-40AA-A28A-07B73A76A4B2}"/>
              </a:ext>
            </a:extLst>
          </p:cNvPr>
          <p:cNvSpPr>
            <a:spLocks xmlns:a="http://schemas.openxmlformats.org/drawingml/2006/main" noGrp="1"/>
          </p:cNvSpPr>
          <p:nvPr/>
        </p:nvSpPr>
        <p:spPr>
          <a:xfrm xmlns:a="http://schemas.openxmlformats.org/drawingml/2006/main">
            <a:off x="3143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Chọn phạm vi</a:t>
            </a:r>
          </a:p>
        </p:txBody>
      </p:sp>
      <p:sp>
        <p:nvSpPr>
          <p:cNvPr id="9" name="diagram-156">
            <a:extLst xmlns:a="http://schemas.openxmlformats.org/drawingml/2006/main">
              <a:ext uri="{FF2B5EF4-FFF2-40B4-BE49-F238E27FC236}">
                <a16:creationId xmlns:a16="http://schemas.microsoft.com/office/drawing/2014/main" id="{78F7E5A1-60FE-483C-B479-64605C72CC93}"/>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0" name="diagram-157">
            <a:extLst xmlns:a="http://schemas.openxmlformats.org/drawingml/2006/main">
              <a:ext uri="{FF2B5EF4-FFF2-40B4-BE49-F238E27FC236}">
                <a16:creationId xmlns:a16="http://schemas.microsoft.com/office/drawing/2014/main" id="{12FF60CB-1201-4546-AE5B-41DCB80CA00D}"/>
              </a:ext>
            </a:extLst>
          </p:cNvPr>
          <p:cNvSpPr>
            <a:spLocks xmlns:a="http://schemas.openxmlformats.org/drawingml/2006/main" noGrp="1"/>
          </p:cNvSpPr>
          <p:nvPr/>
        </p:nvSpPr>
        <p:spPr>
          <a:xfrm xmlns:a="http://schemas.openxmlformats.org/drawingml/2006/main">
            <a:off x="27622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2</a:t>
            </a:r>
          </a:p>
        </p:txBody>
      </p:sp>
      <p:sp>
        <p:nvSpPr>
          <p:cNvPr id="11" name="diagram-158">
            <a:extLst xmlns:a="http://schemas.openxmlformats.org/drawingml/2006/main">
              <a:ext uri="{FF2B5EF4-FFF2-40B4-BE49-F238E27FC236}">
                <a16:creationId xmlns:a16="http://schemas.microsoft.com/office/drawing/2014/main" id="{D1F0836B-470D-4D15-8740-00F78CF0F119}"/>
              </a:ext>
            </a:extLst>
          </p:cNvPr>
          <p:cNvSpPr>
            <a:spLocks xmlns:a="http://schemas.openxmlformats.org/drawingml/2006/main" noGrp="1"/>
          </p:cNvSpPr>
          <p:nvPr/>
        </p:nvSpPr>
        <p:spPr>
          <a:xfrm xmlns:a="http://schemas.openxmlformats.org/drawingml/2006/main">
            <a:off x="23336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2</a:t>
            </a:r>
          </a:p>
        </p:txBody>
      </p:sp>
      <p:sp>
        <p:nvSpPr>
          <p:cNvPr id="12" name="diagram-159">
            <a:extLst xmlns:a="http://schemas.openxmlformats.org/drawingml/2006/main">
              <a:ext uri="{FF2B5EF4-FFF2-40B4-BE49-F238E27FC236}">
                <a16:creationId xmlns:a16="http://schemas.microsoft.com/office/drawing/2014/main" id="{C1C67E15-D3D2-48F6-B0AD-59E07CBCD91E}"/>
              </a:ext>
            </a:extLst>
          </p:cNvPr>
          <p:cNvSpPr>
            <a:spLocks xmlns:a="http://schemas.openxmlformats.org/drawingml/2006/main" noGrp="1"/>
          </p:cNvSpPr>
          <p:nvPr/>
        </p:nvSpPr>
        <p:spPr>
          <a:xfrm xmlns:a="http://schemas.openxmlformats.org/drawingml/2006/main">
            <a:off x="22669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Nghiên cứu</a:t>
            </a:r>
          </a:p>
        </p:txBody>
      </p:sp>
      <p:sp>
        <p:nvSpPr>
          <p:cNvPr id="13" name="diagram-160">
            <a:extLst xmlns:a="http://schemas.openxmlformats.org/drawingml/2006/main">
              <a:ext uri="{FF2B5EF4-FFF2-40B4-BE49-F238E27FC236}">
                <a16:creationId xmlns:a16="http://schemas.microsoft.com/office/drawing/2014/main" id="{57D3E7F6-CCDD-45F1-B3A6-13C951B87B9E}"/>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4" name="diagram-161">
            <a:extLst xmlns:a="http://schemas.openxmlformats.org/drawingml/2006/main">
              <a:ext uri="{FF2B5EF4-FFF2-40B4-BE49-F238E27FC236}">
                <a16:creationId xmlns:a16="http://schemas.microsoft.com/office/drawing/2014/main" id="{0B0B13D6-2640-47A2-9382-C548FA6967C6}"/>
              </a:ext>
            </a:extLst>
          </p:cNvPr>
          <p:cNvSpPr>
            <a:spLocks xmlns:a="http://schemas.openxmlformats.org/drawingml/2006/main" noGrp="1"/>
          </p:cNvSpPr>
          <p:nvPr/>
        </p:nvSpPr>
        <p:spPr>
          <a:xfrm xmlns:a="http://schemas.openxmlformats.org/drawingml/2006/main">
            <a:off x="471487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3</a:t>
            </a:r>
          </a:p>
        </p:txBody>
      </p:sp>
      <p:sp>
        <p:nvSpPr>
          <p:cNvPr id="15" name="diagram-162">
            <a:extLst xmlns:a="http://schemas.openxmlformats.org/drawingml/2006/main">
              <a:ext uri="{FF2B5EF4-FFF2-40B4-BE49-F238E27FC236}">
                <a16:creationId xmlns:a16="http://schemas.microsoft.com/office/drawing/2014/main" id="{80310459-700B-48B5-BAA0-214E8DDC983E}"/>
              </a:ext>
            </a:extLst>
          </p:cNvPr>
          <p:cNvSpPr>
            <a:spLocks xmlns:a="http://schemas.openxmlformats.org/drawingml/2006/main" noGrp="1"/>
          </p:cNvSpPr>
          <p:nvPr/>
        </p:nvSpPr>
        <p:spPr>
          <a:xfrm xmlns:a="http://schemas.openxmlformats.org/drawingml/2006/main">
            <a:off x="428625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4</a:t>
            </a:r>
          </a:p>
        </p:txBody>
      </p:sp>
      <p:sp>
        <p:nvSpPr>
          <p:cNvPr id="16" name="diagram-163">
            <a:extLst xmlns:a="http://schemas.openxmlformats.org/drawingml/2006/main">
              <a:ext uri="{FF2B5EF4-FFF2-40B4-BE49-F238E27FC236}">
                <a16:creationId xmlns:a16="http://schemas.microsoft.com/office/drawing/2014/main" id="{048CDB6D-900D-4ABB-A9AA-F0EC7CC96E5B}"/>
              </a:ext>
            </a:extLst>
          </p:cNvPr>
          <p:cNvSpPr>
            <a:spLocks xmlns:a="http://schemas.openxmlformats.org/drawingml/2006/main" noGrp="1"/>
          </p:cNvSpPr>
          <p:nvPr/>
        </p:nvSpPr>
        <p:spPr>
          <a:xfrm xmlns:a="http://schemas.openxmlformats.org/drawingml/2006/main">
            <a:off x="421957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Need và</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tham khảo</a:t>
            </a:r>
          </a:p>
        </p:txBody>
      </p:sp>
      <p:sp>
        <p:nvSpPr>
          <p:cNvPr id="17" name="diagram-164">
            <a:extLst xmlns:a="http://schemas.openxmlformats.org/drawingml/2006/main">
              <a:ext uri="{FF2B5EF4-FFF2-40B4-BE49-F238E27FC236}">
                <a16:creationId xmlns:a16="http://schemas.microsoft.com/office/drawing/2014/main" id="{C9749B0F-3B3B-4A8D-83F0-F0BE9F446236}"/>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18" name="diagram-165">
            <a:extLst xmlns:a="http://schemas.openxmlformats.org/drawingml/2006/main">
              <a:ext uri="{FF2B5EF4-FFF2-40B4-BE49-F238E27FC236}">
                <a16:creationId xmlns:a16="http://schemas.microsoft.com/office/drawing/2014/main" id="{D0C5AD05-1CAC-4754-A080-F630EC0C0516}"/>
              </a:ext>
            </a:extLst>
          </p:cNvPr>
          <p:cNvSpPr>
            <a:spLocks xmlns:a="http://schemas.openxmlformats.org/drawingml/2006/main" noGrp="1"/>
          </p:cNvSpPr>
          <p:nvPr/>
        </p:nvSpPr>
        <p:spPr>
          <a:xfrm xmlns:a="http://schemas.openxmlformats.org/drawingml/2006/main">
            <a:off x="666750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4</a:t>
            </a:r>
          </a:p>
        </p:txBody>
      </p:sp>
      <p:sp>
        <p:nvSpPr>
          <p:cNvPr id="19" name="diagram-166">
            <a:extLst xmlns:a="http://schemas.openxmlformats.org/drawingml/2006/main">
              <a:ext uri="{FF2B5EF4-FFF2-40B4-BE49-F238E27FC236}">
                <a16:creationId xmlns:a16="http://schemas.microsoft.com/office/drawing/2014/main" id="{BCAEC455-EFC0-4456-AC3F-BFE6AFA86625}"/>
              </a:ext>
            </a:extLst>
          </p:cNvPr>
          <p:cNvSpPr>
            <a:spLocks xmlns:a="http://schemas.openxmlformats.org/drawingml/2006/main" noGrp="1"/>
          </p:cNvSpPr>
          <p:nvPr/>
        </p:nvSpPr>
        <p:spPr>
          <a:xfrm xmlns:a="http://schemas.openxmlformats.org/drawingml/2006/main">
            <a:off x="623887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5</a:t>
            </a:r>
          </a:p>
        </p:txBody>
      </p:sp>
      <p:sp>
        <p:nvSpPr>
          <p:cNvPr id="20" name="diagram-167">
            <a:extLst xmlns:a="http://schemas.openxmlformats.org/drawingml/2006/main">
              <a:ext uri="{FF2B5EF4-FFF2-40B4-BE49-F238E27FC236}">
                <a16:creationId xmlns:a16="http://schemas.microsoft.com/office/drawing/2014/main" id="{90C47289-8450-4A12-BB4C-E3DE52D8BF1B}"/>
              </a:ext>
            </a:extLst>
          </p:cNvPr>
          <p:cNvSpPr>
            <a:spLocks xmlns:a="http://schemas.openxmlformats.org/drawingml/2006/main" noGrp="1"/>
          </p:cNvSpPr>
          <p:nvPr/>
        </p:nvSpPr>
        <p:spPr>
          <a:xfrm xmlns:a="http://schemas.openxmlformats.org/drawingml/2006/main">
            <a:off x="617220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Prototype</a:t>
            </a:r>
          </a:p>
        </p:txBody>
      </p:sp>
      <p:sp>
        <p:nvSpPr>
          <p:cNvPr id="21" name="diagram-168">
            <a:extLst xmlns:a="http://schemas.openxmlformats.org/drawingml/2006/main">
              <a:ext uri="{FF2B5EF4-FFF2-40B4-BE49-F238E27FC236}">
                <a16:creationId xmlns:a16="http://schemas.microsoft.com/office/drawing/2014/main" id="{10245D22-BDB0-4594-8D9C-048945B750EF}"/>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2" name="diagram-169">
            <a:extLst xmlns:a="http://schemas.openxmlformats.org/drawingml/2006/main">
              <a:ext uri="{FF2B5EF4-FFF2-40B4-BE49-F238E27FC236}">
                <a16:creationId xmlns:a16="http://schemas.microsoft.com/office/drawing/2014/main" id="{E750B242-21AA-4497-8C9E-799B99A45E0C}"/>
              </a:ext>
            </a:extLst>
          </p:cNvPr>
          <p:cNvSpPr>
            <a:spLocks xmlns:a="http://schemas.openxmlformats.org/drawingml/2006/main" noGrp="1"/>
          </p:cNvSpPr>
          <p:nvPr/>
        </p:nvSpPr>
        <p:spPr>
          <a:xfrm xmlns:a="http://schemas.openxmlformats.org/drawingml/2006/main">
            <a:off x="8620125"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5</a:t>
            </a:r>
          </a:p>
        </p:txBody>
      </p:sp>
      <p:sp>
        <p:nvSpPr>
          <p:cNvPr id="23" name="diagram-170">
            <a:extLst xmlns:a="http://schemas.openxmlformats.org/drawingml/2006/main">
              <a:ext uri="{FF2B5EF4-FFF2-40B4-BE49-F238E27FC236}">
                <a16:creationId xmlns:a16="http://schemas.microsoft.com/office/drawing/2014/main" id="{43532047-7F38-4573-AE02-978B32D09956}"/>
              </a:ext>
            </a:extLst>
          </p:cNvPr>
          <p:cNvSpPr>
            <a:spLocks xmlns:a="http://schemas.openxmlformats.org/drawingml/2006/main" noGrp="1"/>
          </p:cNvSpPr>
          <p:nvPr/>
        </p:nvSpPr>
        <p:spPr>
          <a:xfrm xmlns:a="http://schemas.openxmlformats.org/drawingml/2006/main">
            <a:off x="8191500"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6</a:t>
            </a:r>
          </a:p>
        </p:txBody>
      </p:sp>
      <p:sp>
        <p:nvSpPr>
          <p:cNvPr id="24" name="diagram-171">
            <a:extLst xmlns:a="http://schemas.openxmlformats.org/drawingml/2006/main">
              <a:ext uri="{FF2B5EF4-FFF2-40B4-BE49-F238E27FC236}">
                <a16:creationId xmlns:a16="http://schemas.microsoft.com/office/drawing/2014/main" id="{98CAF656-9809-497C-8866-0A316E8029FF}"/>
              </a:ext>
            </a:extLst>
          </p:cNvPr>
          <p:cNvSpPr>
            <a:spLocks xmlns:a="http://schemas.openxmlformats.org/drawingml/2006/main" noGrp="1"/>
          </p:cNvSpPr>
          <p:nvPr/>
        </p:nvSpPr>
        <p:spPr>
          <a:xfrm xmlns:a="http://schemas.openxmlformats.org/drawingml/2006/main">
            <a:off x="8124825"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Thử</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người dùng</a:t>
            </a:r>
          </a:p>
        </p:txBody>
      </p:sp>
      <p:sp>
        <p:nvSpPr>
          <p:cNvPr id="25" name="diagram-172">
            <a:extLst xmlns:a="http://schemas.openxmlformats.org/drawingml/2006/main">
              <a:ext uri="{FF2B5EF4-FFF2-40B4-BE49-F238E27FC236}">
                <a16:creationId xmlns:a16="http://schemas.microsoft.com/office/drawing/2014/main" id="{50D4A30B-836D-4A6E-A986-54BD5B52273E}"/>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ellipse">
            <a:avLst/>
          </a:prstGeom>
          <a:solidFill xmlns:a="http://schemas.openxmlformats.org/drawingml/2006/main">
            <a:srgbClr val="E5EFFC"/>
          </a:solidFill>
          <a:ln xmlns:a="http://schemas.openxmlformats.org/drawingml/2006/main" w="0">
            <a:noFill/>
            <a:prstDash val="solid"/>
          </a:ln>
        </p:spPr>
      </p:sp>
      <p:sp>
        <p:nvSpPr>
          <p:cNvPr id="26" name="diagram-173">
            <a:extLst xmlns:a="http://schemas.openxmlformats.org/drawingml/2006/main">
              <a:ext uri="{FF2B5EF4-FFF2-40B4-BE49-F238E27FC236}">
                <a16:creationId xmlns:a16="http://schemas.microsoft.com/office/drawing/2014/main" id="{77A6312A-BF72-4506-A2E6-E80C619AD56A}"/>
              </a:ext>
            </a:extLst>
          </p:cNvPr>
          <p:cNvSpPr>
            <a:spLocks xmlns:a="http://schemas.openxmlformats.org/drawingml/2006/main" noGrp="1"/>
          </p:cNvSpPr>
          <p:nvPr/>
        </p:nvSpPr>
        <p:spPr>
          <a:xfrm xmlns:a="http://schemas.openxmlformats.org/drawingml/2006/main">
            <a:off x="10572750" y="2400300"/>
            <a:ext cx="762000" cy="76200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2175" b="1">
                <a:solidFill>
                  <a:srgbClr val="246BCE"/>
                </a:solidFill>
                <a:latin typeface="Arial"/>
                <a:ea typeface="Arial"/>
                <a:cs typeface="Arial"/>
              </a:defRPr>
            </a:defPPr>
            <a:lvl1pPr algn="ctr">
              <a:defRPr sz="2175" b="1">
                <a:solidFill>
                  <a:srgbClr val="246BCE"/>
                </a:solidFill>
                <a:latin typeface="Arial"/>
                <a:ea typeface="Arial"/>
                <a:cs typeface="Arial"/>
              </a:defRPr>
            </a:lvl1pPr>
            <a:lvl2pPr algn="ctr">
              <a:defRPr sz="2175" b="1">
                <a:solidFill>
                  <a:srgbClr val="246BCE"/>
                </a:solidFill>
                <a:latin typeface="Arial"/>
                <a:ea typeface="Arial"/>
                <a:cs typeface="Arial"/>
              </a:defRPr>
            </a:lvl2pPr>
            <a:lvl3pPr algn="ctr">
              <a:defRPr sz="2175" b="1">
                <a:solidFill>
                  <a:srgbClr val="246BCE"/>
                </a:solidFill>
                <a:latin typeface="Arial"/>
                <a:ea typeface="Arial"/>
                <a:cs typeface="Arial"/>
              </a:defRPr>
            </a:lvl3pPr>
            <a:lvl4pPr algn="ctr">
              <a:defRPr sz="2175" b="1">
                <a:solidFill>
                  <a:srgbClr val="246BCE"/>
                </a:solidFill>
                <a:latin typeface="Arial"/>
                <a:ea typeface="Arial"/>
                <a:cs typeface="Arial"/>
              </a:defRPr>
            </a:lvl4pPr>
            <a:lvl5pPr algn="ctr">
              <a:defRPr sz="2175" b="1">
                <a:solidFill>
                  <a:srgbClr val="246BCE"/>
                </a:solidFill>
                <a:latin typeface="Arial"/>
                <a:ea typeface="Arial"/>
                <a:cs typeface="Arial"/>
              </a:defRPr>
            </a:lvl5pPr>
            <a:lvl6pPr algn="ctr">
              <a:defRPr sz="2175" b="1">
                <a:solidFill>
                  <a:srgbClr val="246BCE"/>
                </a:solidFill>
                <a:latin typeface="Arial"/>
                <a:ea typeface="Arial"/>
                <a:cs typeface="Arial"/>
              </a:defRPr>
            </a:lvl6pPr>
            <a:lvl7pPr algn="ctr">
              <a:defRPr sz="2175" b="1">
                <a:solidFill>
                  <a:srgbClr val="246BCE"/>
                </a:solidFill>
                <a:latin typeface="Arial"/>
                <a:ea typeface="Arial"/>
                <a:cs typeface="Arial"/>
              </a:defRPr>
            </a:lvl7pPr>
            <a:lvl8pPr algn="ctr">
              <a:defRPr sz="2175" b="1">
                <a:solidFill>
                  <a:srgbClr val="246BCE"/>
                </a:solidFill>
                <a:latin typeface="Arial"/>
                <a:ea typeface="Arial"/>
                <a:cs typeface="Arial"/>
              </a:defRPr>
            </a:lvl8pPr>
            <a:lvl9pPr algn="ctr">
              <a:defRPr sz="2175" b="1">
                <a:solidFill>
                  <a:srgbClr val="246BCE"/>
                </a:solidFill>
                <a:latin typeface="Arial"/>
                <a:ea typeface="Arial"/>
                <a:cs typeface="Arial"/>
              </a:defRPr>
            </a:lvl9pPr>
          </a:lstStyle>
          <a:p xmlns:a="http://schemas.openxmlformats.org/drawingml/2006/main">
            <a:pPr algn="ctr">
              <a:defRPr sz="2175" b="1">
                <a:solidFill>
                  <a:srgbClr val="246BCE"/>
                </a:solidFill>
                <a:latin typeface="Arial"/>
                <a:ea typeface="Arial"/>
                <a:cs typeface="Arial"/>
              </a:defRPr>
            </a:pPr>
            <a:r>
              <a:rPr sz="2175" b="1">
                <a:solidFill>
                  <a:srgbClr val="246BCE"/>
                </a:solidFill>
                <a:latin typeface="Arial"/>
                <a:ea typeface="Arial"/>
                <a:cs typeface="Arial"/>
              </a:rPr>
              <a:t>6</a:t>
            </a:r>
          </a:p>
        </p:txBody>
      </p:sp>
      <p:sp>
        <p:nvSpPr>
          <p:cNvPr id="27" name="diagram-174">
            <a:extLst xmlns:a="http://schemas.openxmlformats.org/drawingml/2006/main">
              <a:ext uri="{FF2B5EF4-FFF2-40B4-BE49-F238E27FC236}">
                <a16:creationId xmlns:a16="http://schemas.microsoft.com/office/drawing/2014/main" id="{E9CE791F-9B88-4D71-87B4-0ADD714C620F}"/>
              </a:ext>
            </a:extLst>
          </p:cNvPr>
          <p:cNvSpPr>
            <a:spLocks xmlns:a="http://schemas.openxmlformats.org/drawingml/2006/main" noGrp="1"/>
          </p:cNvSpPr>
          <p:nvPr/>
        </p:nvSpPr>
        <p:spPr>
          <a:xfrm xmlns:a="http://schemas.openxmlformats.org/drawingml/2006/main">
            <a:off x="10144125" y="1809750"/>
            <a:ext cx="161925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246BCE"/>
                </a:solidFill>
                <a:latin typeface="Arial"/>
                <a:ea typeface="Arial"/>
                <a:cs typeface="Arial"/>
              </a:defRPr>
            </a:defPPr>
            <a:lvl1pPr algn="ctr">
              <a:defRPr sz="1800" b="1">
                <a:solidFill>
                  <a:srgbClr val="246BCE"/>
                </a:solidFill>
                <a:latin typeface="Arial"/>
                <a:ea typeface="Arial"/>
                <a:cs typeface="Arial"/>
              </a:defRPr>
            </a:lvl1pPr>
            <a:lvl2pPr algn="ctr">
              <a:defRPr sz="1800" b="1">
                <a:solidFill>
                  <a:srgbClr val="246BCE"/>
                </a:solidFill>
                <a:latin typeface="Arial"/>
                <a:ea typeface="Arial"/>
                <a:cs typeface="Arial"/>
              </a:defRPr>
            </a:lvl2pPr>
            <a:lvl3pPr algn="ctr">
              <a:defRPr sz="1800" b="1">
                <a:solidFill>
                  <a:srgbClr val="246BCE"/>
                </a:solidFill>
                <a:latin typeface="Arial"/>
                <a:ea typeface="Arial"/>
                <a:cs typeface="Arial"/>
              </a:defRPr>
            </a:lvl3pPr>
            <a:lvl4pPr algn="ctr">
              <a:defRPr sz="1800" b="1">
                <a:solidFill>
                  <a:srgbClr val="246BCE"/>
                </a:solidFill>
                <a:latin typeface="Arial"/>
                <a:ea typeface="Arial"/>
                <a:cs typeface="Arial"/>
              </a:defRPr>
            </a:lvl4pPr>
            <a:lvl5pPr algn="ctr">
              <a:defRPr sz="1800" b="1">
                <a:solidFill>
                  <a:srgbClr val="246BCE"/>
                </a:solidFill>
                <a:latin typeface="Arial"/>
                <a:ea typeface="Arial"/>
                <a:cs typeface="Arial"/>
              </a:defRPr>
            </a:lvl5pPr>
            <a:lvl6pPr algn="ctr">
              <a:defRPr sz="1800" b="1">
                <a:solidFill>
                  <a:srgbClr val="246BCE"/>
                </a:solidFill>
                <a:latin typeface="Arial"/>
                <a:ea typeface="Arial"/>
                <a:cs typeface="Arial"/>
              </a:defRPr>
            </a:lvl6pPr>
            <a:lvl7pPr algn="ctr">
              <a:defRPr sz="1800" b="1">
                <a:solidFill>
                  <a:srgbClr val="246BCE"/>
                </a:solidFill>
                <a:latin typeface="Arial"/>
                <a:ea typeface="Arial"/>
                <a:cs typeface="Arial"/>
              </a:defRPr>
            </a:lvl7pPr>
            <a:lvl8pPr algn="ctr">
              <a:defRPr sz="1800" b="1">
                <a:solidFill>
                  <a:srgbClr val="246BCE"/>
                </a:solidFill>
                <a:latin typeface="Arial"/>
                <a:ea typeface="Arial"/>
                <a:cs typeface="Arial"/>
              </a:defRPr>
            </a:lvl8pPr>
            <a:lvl9pPr algn="ctr">
              <a:defRPr sz="1800" b="1">
                <a:solidFill>
                  <a:srgbClr val="246BCE"/>
                </a:solidFill>
                <a:latin typeface="Arial"/>
                <a:ea typeface="Arial"/>
                <a:cs typeface="Arial"/>
              </a:defRPr>
            </a:lvl9pPr>
          </a:lstStyle>
          <a:p xmlns:a="http://schemas.openxmlformats.org/drawingml/2006/main">
            <a:pPr algn="ctr">
              <a:defRPr sz="1800" b="1">
                <a:solidFill>
                  <a:srgbClr val="246BCE"/>
                </a:solidFill>
                <a:latin typeface="Arial"/>
                <a:ea typeface="Arial"/>
                <a:cs typeface="Arial"/>
              </a:defRPr>
            </a:pPr>
            <a:r>
              <a:rPr sz="1800" b="1">
                <a:solidFill>
                  <a:srgbClr val="246BCE"/>
                </a:solidFill>
                <a:latin typeface="Arial"/>
                <a:ea typeface="Arial"/>
                <a:cs typeface="Arial"/>
              </a:rPr>
              <a:t>Ngày 7</a:t>
            </a:r>
          </a:p>
        </p:txBody>
      </p:sp>
      <p:sp>
        <p:nvSpPr>
          <p:cNvPr id="28" name="diagram-175">
            <a:extLst xmlns:a="http://schemas.openxmlformats.org/drawingml/2006/main">
              <a:ext uri="{FF2B5EF4-FFF2-40B4-BE49-F238E27FC236}">
                <a16:creationId xmlns:a16="http://schemas.microsoft.com/office/drawing/2014/main" id="{AB85CA77-9E4E-47F0-B885-1D94DABAC45D}"/>
              </a:ext>
            </a:extLst>
          </p:cNvPr>
          <p:cNvSpPr>
            <a:spLocks xmlns:a="http://schemas.openxmlformats.org/drawingml/2006/main" noGrp="1"/>
          </p:cNvSpPr>
          <p:nvPr/>
        </p:nvSpPr>
        <p:spPr>
          <a:xfrm xmlns:a="http://schemas.openxmlformats.org/drawingml/2006/main">
            <a:off x="10077450" y="3476625"/>
            <a:ext cx="1762125" cy="8572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ctr">
              <a:defRPr sz="1800" b="1">
                <a:solidFill>
                  <a:srgbClr val="102A43"/>
                </a:solidFill>
                <a:latin typeface="Arial"/>
                <a:ea typeface="Arial"/>
                <a:cs typeface="Arial"/>
              </a:defRPr>
            </a:defPPr>
            <a:lvl1pPr algn="ctr">
              <a:defRPr sz="1800" b="1">
                <a:solidFill>
                  <a:srgbClr val="102A43"/>
                </a:solidFill>
                <a:latin typeface="Arial"/>
                <a:ea typeface="Arial"/>
                <a:cs typeface="Arial"/>
              </a:defRPr>
            </a:lvl1pPr>
            <a:lvl2pPr algn="ctr">
              <a:defRPr sz="1800" b="1">
                <a:solidFill>
                  <a:srgbClr val="102A43"/>
                </a:solidFill>
                <a:latin typeface="Arial"/>
                <a:ea typeface="Arial"/>
                <a:cs typeface="Arial"/>
              </a:defRPr>
            </a:lvl2pPr>
            <a:lvl3pPr algn="ctr">
              <a:defRPr sz="1800" b="1">
                <a:solidFill>
                  <a:srgbClr val="102A43"/>
                </a:solidFill>
                <a:latin typeface="Arial"/>
                <a:ea typeface="Arial"/>
                <a:cs typeface="Arial"/>
              </a:defRPr>
            </a:lvl3pPr>
            <a:lvl4pPr algn="ctr">
              <a:defRPr sz="1800" b="1">
                <a:solidFill>
                  <a:srgbClr val="102A43"/>
                </a:solidFill>
                <a:latin typeface="Arial"/>
                <a:ea typeface="Arial"/>
                <a:cs typeface="Arial"/>
              </a:defRPr>
            </a:lvl4pPr>
            <a:lvl5pPr algn="ctr">
              <a:defRPr sz="1800" b="1">
                <a:solidFill>
                  <a:srgbClr val="102A43"/>
                </a:solidFill>
                <a:latin typeface="Arial"/>
                <a:ea typeface="Arial"/>
                <a:cs typeface="Arial"/>
              </a:defRPr>
            </a:lvl5pPr>
            <a:lvl6pPr algn="ctr">
              <a:defRPr sz="1800" b="1">
                <a:solidFill>
                  <a:srgbClr val="102A43"/>
                </a:solidFill>
                <a:latin typeface="Arial"/>
                <a:ea typeface="Arial"/>
                <a:cs typeface="Arial"/>
              </a:defRPr>
            </a:lvl6pPr>
            <a:lvl7pPr algn="ctr">
              <a:defRPr sz="1800" b="1">
                <a:solidFill>
                  <a:srgbClr val="102A43"/>
                </a:solidFill>
                <a:latin typeface="Arial"/>
                <a:ea typeface="Arial"/>
                <a:cs typeface="Arial"/>
              </a:defRPr>
            </a:lvl7pPr>
            <a:lvl8pPr algn="ctr">
              <a:defRPr sz="1800" b="1">
                <a:solidFill>
                  <a:srgbClr val="102A43"/>
                </a:solidFill>
                <a:latin typeface="Arial"/>
                <a:ea typeface="Arial"/>
                <a:cs typeface="Arial"/>
              </a:defRPr>
            </a:lvl8pPr>
            <a:lvl9pPr algn="ctr">
              <a:defRPr sz="1800" b="1">
                <a:solidFill>
                  <a:srgbClr val="102A43"/>
                </a:solidFill>
                <a:latin typeface="Arial"/>
                <a:ea typeface="Arial"/>
                <a:cs typeface="Arial"/>
              </a:defRPr>
            </a:lvl9pPr>
          </a:lstStyle>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Repo</a:t>
            </a:r>
          </a:p>
          <a:p xmlns:a="http://schemas.openxmlformats.org/drawingml/2006/main">
            <a:pPr algn="ctr">
              <a:defRPr sz="1800" b="1">
                <a:solidFill>
                  <a:srgbClr val="102A43"/>
                </a:solidFill>
                <a:latin typeface="Arial"/>
                <a:ea typeface="Arial"/>
                <a:cs typeface="Arial"/>
              </a:defRPr>
            </a:pPr>
            <a:r>
              <a:rPr sz="1800" b="1">
                <a:solidFill>
                  <a:srgbClr val="102A43"/>
                </a:solidFill>
                <a:latin typeface="Arial"/>
                <a:ea typeface="Arial"/>
                <a:cs typeface="Arial"/>
              </a:rPr>
              <a:t>và trình bày</a:t>
            </a:r>
          </a:p>
        </p:txBody>
      </p:sp>
      <p:pic>
        <p:nvPicPr>
          <p:cNvPr id="29" name="">
            <a:extLst xmlns:a="http://schemas.openxmlformats.org/drawingml/2006/main">
              <a:ext uri="{FF2B5EF4-FFF2-40B4-BE49-F238E27FC236}">
                <a16:creationId xmlns:a16="http://schemas.microsoft.com/office/drawing/2014/main" id="{FEAFB5E2-84BF-497B-A39E-D2145BDF743D}"/>
              </a:ext>
            </a:extLst>
          </p:cNvPr>
          <p:cNvPicPr>
            <a:picLocks xmlns:a="http://schemas.openxmlformats.org/drawingml/2006/main" noChangeAspect="1"/>
          </p:cNvPicPr>
          <p:nvPr/>
        </p:nvPicPr>
        <p:blipFill>
          <a:blip xmlns:r="http://schemas.openxmlformats.org/officeDocument/2006/relationships" xmlns:a="http://schemas.openxmlformats.org/drawingml/2006/main" r:embed="R141454db0ceb4b8e"/>
          <a:stretch xmlns:a="http://schemas.openxmlformats.org/drawingml/2006/main"/>
        </p:blipFill>
        <p:spPr>
          <a:xfrm xmlns:a="http://schemas.openxmlformats.org/drawingml/2006/main">
            <a:off x="1509713" y="4410075"/>
            <a:ext cx="2600325" cy="1733550"/>
          </a:xfrm>
          <a:prstGeom xmlns:a="http://schemas.openxmlformats.org/drawingml/2006/main" prst="rect">
            <a:avLst/>
          </a:prstGeom>
        </p:spPr>
      </p:pic>
      <p:sp>
        <p:nvSpPr>
          <p:cNvPr id="30" name="diagram-176">
            <a:extLst xmlns:a="http://schemas.openxmlformats.org/drawingml/2006/main">
              <a:ext uri="{FF2B5EF4-FFF2-40B4-BE49-F238E27FC236}">
                <a16:creationId xmlns:a16="http://schemas.microsoft.com/office/drawing/2014/main" id="{0B71302F-B11C-4914-A17F-B4B27E2CD6F9}"/>
              </a:ext>
            </a:extLst>
          </p:cNvPr>
          <p:cNvSpPr>
            <a:spLocks xmlns:a="http://schemas.openxmlformats.org/drawingml/2006/main" noGrp="1"/>
          </p:cNvSpPr>
          <p:nvPr/>
        </p:nvSpPr>
        <p:spPr>
          <a:xfrm xmlns:a="http://schemas.openxmlformats.org/drawingml/2006/main">
            <a:off x="5715000" y="45148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246BCE"/>
                </a:solidFill>
                <a:latin typeface="Arial"/>
                <a:ea typeface="Arial"/>
                <a:cs typeface="Arial"/>
              </a:defRPr>
            </a:defPPr>
            <a:lvl1pPr algn="l">
              <a:defRPr sz="1950" b="1">
                <a:solidFill>
                  <a:srgbClr val="246BCE"/>
                </a:solidFill>
                <a:latin typeface="Arial"/>
                <a:ea typeface="Arial"/>
                <a:cs typeface="Arial"/>
              </a:defRPr>
            </a:lvl1pPr>
            <a:lvl2pPr algn="l">
              <a:defRPr sz="1950" b="1">
                <a:solidFill>
                  <a:srgbClr val="246BCE"/>
                </a:solidFill>
                <a:latin typeface="Arial"/>
                <a:ea typeface="Arial"/>
                <a:cs typeface="Arial"/>
              </a:defRPr>
            </a:lvl2pPr>
            <a:lvl3pPr algn="l">
              <a:defRPr sz="1950" b="1">
                <a:solidFill>
                  <a:srgbClr val="246BCE"/>
                </a:solidFill>
                <a:latin typeface="Arial"/>
                <a:ea typeface="Arial"/>
                <a:cs typeface="Arial"/>
              </a:defRPr>
            </a:lvl3pPr>
            <a:lvl4pPr algn="l">
              <a:defRPr sz="1950" b="1">
                <a:solidFill>
                  <a:srgbClr val="246BCE"/>
                </a:solidFill>
                <a:latin typeface="Arial"/>
                <a:ea typeface="Arial"/>
                <a:cs typeface="Arial"/>
              </a:defRPr>
            </a:lvl4pPr>
            <a:lvl5pPr algn="l">
              <a:defRPr sz="1950" b="1">
                <a:solidFill>
                  <a:srgbClr val="246BCE"/>
                </a:solidFill>
                <a:latin typeface="Arial"/>
                <a:ea typeface="Arial"/>
                <a:cs typeface="Arial"/>
              </a:defRPr>
            </a:lvl5pPr>
            <a:lvl6pPr algn="l">
              <a:defRPr sz="1950" b="1">
                <a:solidFill>
                  <a:srgbClr val="246BCE"/>
                </a:solidFill>
                <a:latin typeface="Arial"/>
                <a:ea typeface="Arial"/>
                <a:cs typeface="Arial"/>
              </a:defRPr>
            </a:lvl6pPr>
            <a:lvl7pPr algn="l">
              <a:defRPr sz="1950" b="1">
                <a:solidFill>
                  <a:srgbClr val="246BCE"/>
                </a:solidFill>
                <a:latin typeface="Arial"/>
                <a:ea typeface="Arial"/>
                <a:cs typeface="Arial"/>
              </a:defRPr>
            </a:lvl7pPr>
            <a:lvl8pPr algn="l">
              <a:defRPr sz="1950" b="1">
                <a:solidFill>
                  <a:srgbClr val="246BCE"/>
                </a:solidFill>
                <a:latin typeface="Arial"/>
                <a:ea typeface="Arial"/>
                <a:cs typeface="Arial"/>
              </a:defRPr>
            </a:lvl8pPr>
            <a:lvl9pPr algn="l">
              <a:defRPr sz="1950" b="1">
                <a:solidFill>
                  <a:srgbClr val="246BCE"/>
                </a:solidFill>
                <a:latin typeface="Arial"/>
                <a:ea typeface="Arial"/>
                <a:cs typeface="Arial"/>
              </a:defRPr>
            </a:lvl9pPr>
          </a:lstStyle>
          <a:p xmlns:a="http://schemas.openxmlformats.org/drawingml/2006/main">
            <a:pPr algn="l">
              <a:defRPr sz="1950" b="1">
                <a:solidFill>
                  <a:srgbClr val="246BCE"/>
                </a:solidFill>
                <a:latin typeface="Arial"/>
                <a:ea typeface="Arial"/>
                <a:cs typeface="Arial"/>
              </a:defRPr>
            </a:pPr>
            <a:r>
              <a:rPr sz="1950" b="1">
                <a:solidFill>
                  <a:srgbClr val="246BCE"/>
                </a:solidFill>
                <a:latin typeface="Arial"/>
                <a:ea typeface="Arial"/>
                <a:cs typeface="Arial"/>
              </a:rPr>
              <a:t>Check-in 10 phút mỗi ngày</a:t>
            </a:r>
          </a:p>
        </p:txBody>
      </p:sp>
      <p:sp>
        <p:nvSpPr>
          <p:cNvPr id="31" name="diagram-177">
            <a:extLst xmlns:a="http://schemas.openxmlformats.org/drawingml/2006/main">
              <a:ext uri="{FF2B5EF4-FFF2-40B4-BE49-F238E27FC236}">
                <a16:creationId xmlns:a16="http://schemas.microsoft.com/office/drawing/2014/main" id="{24ECDCAB-218D-4493-B6D5-422120B2BAEB}"/>
              </a:ext>
            </a:extLst>
          </p:cNvPr>
          <p:cNvSpPr>
            <a:spLocks xmlns:a="http://schemas.openxmlformats.org/drawingml/2006/main" noGrp="1"/>
          </p:cNvSpPr>
          <p:nvPr/>
        </p:nvSpPr>
        <p:spPr>
          <a:xfrm xmlns:a="http://schemas.openxmlformats.org/drawingml/2006/main">
            <a:off x="5715000" y="506730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1">
                <a:solidFill>
                  <a:srgbClr val="102A43"/>
                </a:solidFill>
                <a:latin typeface="Arial"/>
                <a:ea typeface="Arial"/>
                <a:cs typeface="Arial"/>
              </a:defRPr>
            </a:defPPr>
            <a:lvl1pPr algn="l">
              <a:defRPr sz="1950" b="1">
                <a:solidFill>
                  <a:srgbClr val="102A43"/>
                </a:solidFill>
                <a:latin typeface="Arial"/>
                <a:ea typeface="Arial"/>
                <a:cs typeface="Arial"/>
              </a:defRPr>
            </a:lvl1pPr>
            <a:lvl2pPr algn="l">
              <a:defRPr sz="1950" b="1">
                <a:solidFill>
                  <a:srgbClr val="102A43"/>
                </a:solidFill>
                <a:latin typeface="Arial"/>
                <a:ea typeface="Arial"/>
                <a:cs typeface="Arial"/>
              </a:defRPr>
            </a:lvl2pPr>
            <a:lvl3pPr algn="l">
              <a:defRPr sz="1950" b="1">
                <a:solidFill>
                  <a:srgbClr val="102A43"/>
                </a:solidFill>
                <a:latin typeface="Arial"/>
                <a:ea typeface="Arial"/>
                <a:cs typeface="Arial"/>
              </a:defRPr>
            </a:lvl3pPr>
            <a:lvl4pPr algn="l">
              <a:defRPr sz="1950" b="1">
                <a:solidFill>
                  <a:srgbClr val="102A43"/>
                </a:solidFill>
                <a:latin typeface="Arial"/>
                <a:ea typeface="Arial"/>
                <a:cs typeface="Arial"/>
              </a:defRPr>
            </a:lvl4pPr>
            <a:lvl5pPr algn="l">
              <a:defRPr sz="1950" b="1">
                <a:solidFill>
                  <a:srgbClr val="102A43"/>
                </a:solidFill>
                <a:latin typeface="Arial"/>
                <a:ea typeface="Arial"/>
                <a:cs typeface="Arial"/>
              </a:defRPr>
            </a:lvl5pPr>
            <a:lvl6pPr algn="l">
              <a:defRPr sz="1950" b="1">
                <a:solidFill>
                  <a:srgbClr val="102A43"/>
                </a:solidFill>
                <a:latin typeface="Arial"/>
                <a:ea typeface="Arial"/>
                <a:cs typeface="Arial"/>
              </a:defRPr>
            </a:lvl6pPr>
            <a:lvl7pPr algn="l">
              <a:defRPr sz="1950" b="1">
                <a:solidFill>
                  <a:srgbClr val="102A43"/>
                </a:solidFill>
                <a:latin typeface="Arial"/>
                <a:ea typeface="Arial"/>
                <a:cs typeface="Arial"/>
              </a:defRPr>
            </a:lvl7pPr>
            <a:lvl8pPr algn="l">
              <a:defRPr sz="1950" b="1">
                <a:solidFill>
                  <a:srgbClr val="102A43"/>
                </a:solidFill>
                <a:latin typeface="Arial"/>
                <a:ea typeface="Arial"/>
                <a:cs typeface="Arial"/>
              </a:defRPr>
            </a:lvl8pPr>
            <a:lvl9pPr algn="l">
              <a:defRPr sz="1950" b="1">
                <a:solidFill>
                  <a:srgbClr val="102A43"/>
                </a:solidFill>
                <a:latin typeface="Arial"/>
                <a:ea typeface="Arial"/>
                <a:cs typeface="Arial"/>
              </a:defRPr>
            </a:lvl9pPr>
          </a:lstStyle>
          <a:p xmlns:a="http://schemas.openxmlformats.org/drawingml/2006/main">
            <a:pPr algn="l">
              <a:defRPr sz="1950" b="1">
                <a:solidFill>
                  <a:srgbClr val="102A43"/>
                </a:solidFill>
                <a:latin typeface="Arial"/>
                <a:ea typeface="Arial"/>
                <a:cs typeface="Arial"/>
              </a:defRPr>
            </a:pPr>
            <a:r>
              <a:rPr sz="1950" b="1">
                <a:solidFill>
                  <a:srgbClr val="102A43"/>
                </a:solidFill>
                <a:latin typeface="Arial"/>
                <a:ea typeface="Arial"/>
                <a:cs typeface="Arial"/>
              </a:rPr>
              <a:t>Gỡ kẹt từ sản phẩm và bằng chứng</a:t>
            </a:r>
          </a:p>
        </p:txBody>
      </p:sp>
      <p:sp>
        <p:nvSpPr>
          <p:cNvPr id="32" name="diagram-178">
            <a:extLst xmlns:a="http://schemas.openxmlformats.org/drawingml/2006/main">
              <a:ext uri="{FF2B5EF4-FFF2-40B4-BE49-F238E27FC236}">
                <a16:creationId xmlns:a16="http://schemas.microsoft.com/office/drawing/2014/main" id="{380855E9-3AA2-4FF9-911E-DBB81121C269}"/>
              </a:ext>
            </a:extLst>
          </p:cNvPr>
          <p:cNvSpPr>
            <a:spLocks xmlns:a="http://schemas.openxmlformats.org/drawingml/2006/main" noGrp="1"/>
          </p:cNvSpPr>
          <p:nvPr/>
        </p:nvSpPr>
        <p:spPr>
          <a:xfrm xmlns:a="http://schemas.openxmlformats.org/drawingml/2006/main">
            <a:off x="5715000" y="5619750"/>
            <a:ext cx="5715000" cy="428625"/>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950" b="0">
                <a:solidFill>
                  <a:srgbClr val="526773"/>
                </a:solidFill>
                <a:latin typeface="Arial"/>
                <a:ea typeface="Arial"/>
                <a:cs typeface="Arial"/>
              </a:defRPr>
            </a:defPPr>
            <a:lvl1pPr algn="l">
              <a:defRPr sz="1950" b="0">
                <a:solidFill>
                  <a:srgbClr val="526773"/>
                </a:solidFill>
                <a:latin typeface="Arial"/>
                <a:ea typeface="Arial"/>
                <a:cs typeface="Arial"/>
              </a:defRPr>
            </a:lvl1pPr>
            <a:lvl2pPr algn="l">
              <a:defRPr sz="1950" b="0">
                <a:solidFill>
                  <a:srgbClr val="526773"/>
                </a:solidFill>
                <a:latin typeface="Arial"/>
                <a:ea typeface="Arial"/>
                <a:cs typeface="Arial"/>
              </a:defRPr>
            </a:lvl2pPr>
            <a:lvl3pPr algn="l">
              <a:defRPr sz="1950" b="0">
                <a:solidFill>
                  <a:srgbClr val="526773"/>
                </a:solidFill>
                <a:latin typeface="Arial"/>
                <a:ea typeface="Arial"/>
                <a:cs typeface="Arial"/>
              </a:defRPr>
            </a:lvl3pPr>
            <a:lvl4pPr algn="l">
              <a:defRPr sz="1950" b="0">
                <a:solidFill>
                  <a:srgbClr val="526773"/>
                </a:solidFill>
                <a:latin typeface="Arial"/>
                <a:ea typeface="Arial"/>
                <a:cs typeface="Arial"/>
              </a:defRPr>
            </a:lvl4pPr>
            <a:lvl5pPr algn="l">
              <a:defRPr sz="1950" b="0">
                <a:solidFill>
                  <a:srgbClr val="526773"/>
                </a:solidFill>
                <a:latin typeface="Arial"/>
                <a:ea typeface="Arial"/>
                <a:cs typeface="Arial"/>
              </a:defRPr>
            </a:lvl5pPr>
            <a:lvl6pPr algn="l">
              <a:defRPr sz="1950" b="0">
                <a:solidFill>
                  <a:srgbClr val="526773"/>
                </a:solidFill>
                <a:latin typeface="Arial"/>
                <a:ea typeface="Arial"/>
                <a:cs typeface="Arial"/>
              </a:defRPr>
            </a:lvl6pPr>
            <a:lvl7pPr algn="l">
              <a:defRPr sz="1950" b="0">
                <a:solidFill>
                  <a:srgbClr val="526773"/>
                </a:solidFill>
                <a:latin typeface="Arial"/>
                <a:ea typeface="Arial"/>
                <a:cs typeface="Arial"/>
              </a:defRPr>
            </a:lvl7pPr>
            <a:lvl8pPr algn="l">
              <a:defRPr sz="1950" b="0">
                <a:solidFill>
                  <a:srgbClr val="526773"/>
                </a:solidFill>
                <a:latin typeface="Arial"/>
                <a:ea typeface="Arial"/>
                <a:cs typeface="Arial"/>
              </a:defRPr>
            </a:lvl8pPr>
            <a:lvl9pPr algn="l">
              <a:defRPr sz="1950" b="0">
                <a:solidFill>
                  <a:srgbClr val="526773"/>
                </a:solidFill>
                <a:latin typeface="Arial"/>
                <a:ea typeface="Arial"/>
                <a:cs typeface="Arial"/>
              </a:defRPr>
            </a:lvl9pPr>
          </a:lstStyle>
          <a:p xmlns:a="http://schemas.openxmlformats.org/drawingml/2006/main">
            <a:pPr algn="l">
              <a:defRPr sz="1950" b="0">
                <a:solidFill>
                  <a:srgbClr val="526773"/>
                </a:solidFill>
                <a:latin typeface="Arial"/>
                <a:ea typeface="Arial"/>
                <a:cs typeface="Arial"/>
              </a:defRPr>
            </a:pPr>
            <a:r>
              <a:rPr sz="1950" b="0">
                <a:solidFill>
                  <a:srgbClr val="526773"/>
                </a:solidFill>
                <a:latin typeface="Arial"/>
                <a:ea typeface="Arial"/>
                <a:cs typeface="Arial"/>
              </a:rPr>
              <a:t>Đọc chéo trước khi hoàn thiện bài</a:t>
            </a:r>
          </a:p>
        </p:txBody>
      </p:sp>
      <p:sp>
        <p:nvSpPr>
          <p:cNvPr id="33" name="diagram-179">
            <a:extLst xmlns:a="http://schemas.openxmlformats.org/drawingml/2006/main">
              <a:ext uri="{FF2B5EF4-FFF2-40B4-BE49-F238E27FC236}">
                <a16:creationId xmlns:a16="http://schemas.microsoft.com/office/drawing/2014/main" id="{6238ED2C-9EC7-4E50-BBA4-A55852100112}"/>
              </a:ext>
            </a:extLst>
          </p:cNvPr>
          <p:cNvSpPr>
            <a:spLocks xmlns:a="http://schemas.openxmlformats.org/drawingml/2006/main" noGrp="1"/>
          </p:cNvSpPr>
          <p:nvPr/>
        </p:nvSpPr>
        <p:spPr>
          <a:xfrm xmlns:a="http://schemas.openxmlformats.org/drawingml/2006/main">
            <a:off x="571500" y="6324600"/>
            <a:ext cx="9906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l">
              <a:defRPr sz="1125" b="0">
                <a:solidFill>
                  <a:srgbClr val="526773"/>
                </a:solidFill>
                <a:latin typeface="Arial"/>
                <a:ea typeface="Arial"/>
                <a:cs typeface="Arial"/>
              </a:defRPr>
            </a:defPPr>
            <a:lvl1pPr algn="l">
              <a:defRPr sz="1125" b="0">
                <a:solidFill>
                  <a:srgbClr val="526773"/>
                </a:solidFill>
                <a:latin typeface="Arial"/>
                <a:ea typeface="Arial"/>
                <a:cs typeface="Arial"/>
              </a:defRPr>
            </a:lvl1pPr>
            <a:lvl2pPr algn="l">
              <a:defRPr sz="1125" b="0">
                <a:solidFill>
                  <a:srgbClr val="526773"/>
                </a:solidFill>
                <a:latin typeface="Arial"/>
                <a:ea typeface="Arial"/>
                <a:cs typeface="Arial"/>
              </a:defRPr>
            </a:lvl2pPr>
            <a:lvl3pPr algn="l">
              <a:defRPr sz="1125" b="0">
                <a:solidFill>
                  <a:srgbClr val="526773"/>
                </a:solidFill>
                <a:latin typeface="Arial"/>
                <a:ea typeface="Arial"/>
                <a:cs typeface="Arial"/>
              </a:defRPr>
            </a:lvl3pPr>
            <a:lvl4pPr algn="l">
              <a:defRPr sz="1125" b="0">
                <a:solidFill>
                  <a:srgbClr val="526773"/>
                </a:solidFill>
                <a:latin typeface="Arial"/>
                <a:ea typeface="Arial"/>
                <a:cs typeface="Arial"/>
              </a:defRPr>
            </a:lvl4pPr>
            <a:lvl5pPr algn="l">
              <a:defRPr sz="1125" b="0">
                <a:solidFill>
                  <a:srgbClr val="526773"/>
                </a:solidFill>
                <a:latin typeface="Arial"/>
                <a:ea typeface="Arial"/>
                <a:cs typeface="Arial"/>
              </a:defRPr>
            </a:lvl5pPr>
            <a:lvl6pPr algn="l">
              <a:defRPr sz="1125" b="0">
                <a:solidFill>
                  <a:srgbClr val="526773"/>
                </a:solidFill>
                <a:latin typeface="Arial"/>
                <a:ea typeface="Arial"/>
                <a:cs typeface="Arial"/>
              </a:defRPr>
            </a:lvl6pPr>
            <a:lvl7pPr algn="l">
              <a:defRPr sz="1125" b="0">
                <a:solidFill>
                  <a:srgbClr val="526773"/>
                </a:solidFill>
                <a:latin typeface="Arial"/>
                <a:ea typeface="Arial"/>
                <a:cs typeface="Arial"/>
              </a:defRPr>
            </a:lvl7pPr>
            <a:lvl8pPr algn="l">
              <a:defRPr sz="1125" b="0">
                <a:solidFill>
                  <a:srgbClr val="526773"/>
                </a:solidFill>
                <a:latin typeface="Arial"/>
                <a:ea typeface="Arial"/>
                <a:cs typeface="Arial"/>
              </a:defRPr>
            </a:lvl8pPr>
            <a:lvl9pPr algn="l">
              <a:defRPr sz="1125" b="0">
                <a:solidFill>
                  <a:srgbClr val="526773"/>
                </a:solidFill>
                <a:latin typeface="Arial"/>
                <a:ea typeface="Arial"/>
                <a:cs typeface="Arial"/>
              </a:defRPr>
            </a:lvl9pPr>
          </a:lstStyle>
          <a:p xmlns:a="http://schemas.openxmlformats.org/drawingml/2006/main">
            <a:pPr algn="l">
              <a:defRPr sz="1125" b="0">
                <a:solidFill>
                  <a:srgbClr val="526773"/>
                </a:solidFill>
                <a:latin typeface="Arial"/>
                <a:ea typeface="Arial"/>
                <a:cs typeface="Arial"/>
              </a:defRPr>
            </a:pPr>
            <a:r>
              <a:rPr sz="1125" b="0">
                <a:solidFill>
                  <a:srgbClr val="526773"/>
                </a:solidFill>
                <a:latin typeface="Arial"/>
                <a:ea typeface="Arial"/>
                <a:cs typeface="Arial"/>
              </a:rPr>
              <a:t>Kế hoạch dự kiến cho nhóm 5–10 bạn; check-in 10 phút mỗi ngày.</a:t>
            </a:r>
          </a:p>
        </p:txBody>
      </p:sp>
      <p:sp>
        <p:nvSpPr>
          <p:cNvPr id="34" name="diagram-180">
            <a:extLst xmlns:a="http://schemas.openxmlformats.org/drawingml/2006/main">
              <a:ext uri="{FF2B5EF4-FFF2-40B4-BE49-F238E27FC236}">
                <a16:creationId xmlns:a16="http://schemas.microsoft.com/office/drawing/2014/main" id="{C776098F-882F-4E9A-907E-4705EC160A24}"/>
              </a:ext>
            </a:extLst>
          </p:cNvPr>
          <p:cNvSpPr>
            <a:spLocks xmlns:a="http://schemas.openxmlformats.org/drawingml/2006/main" noGrp="1"/>
          </p:cNvSpPr>
          <p:nvPr/>
        </p:nvSpPr>
        <p:spPr>
          <a:xfrm xmlns:a="http://schemas.openxmlformats.org/drawingml/2006/main">
            <a:off x="11334750" y="6324600"/>
            <a:ext cx="381000" cy="323850"/>
          </a:xfrm>
          <a:prstGeom xmlns:a="http://schemas.openxmlformats.org/drawingml/2006/main" prst="rect">
            <a:avLst/>
          </a:prstGeom>
          <a:noFill xmlns:a="http://schemas.openxmlformats.org/drawingml/2006/main"/>
          <a:ln xmlns:a="http://schemas.openxmlformats.org/drawingml/2006/main" w="0">
            <a:noFill/>
            <a:prstDash val="solid"/>
          </a:ln>
        </p:spPr>
        <p:txBody>
          <a:bodyPr xmlns:a="http://schemas.openxmlformats.org/drawingml/2006/main" wrap="square" lIns="0" tIns="0" rIns="0" bIns="0" anchor="ctr">
            <a:noAutofit/>
          </a:bodyPr>
          <a:lstStyle xmlns:a="http://schemas.openxmlformats.org/drawingml/2006/main">
            <a:defPPr algn="r">
              <a:defRPr sz="1275" b="1">
                <a:solidFill>
                  <a:srgbClr val="246BCE"/>
                </a:solidFill>
                <a:latin typeface="Arial"/>
                <a:ea typeface="Arial"/>
                <a:cs typeface="Arial"/>
              </a:defRPr>
            </a:defPPr>
            <a:lvl1pPr algn="r">
              <a:defRPr sz="1275" b="1">
                <a:solidFill>
                  <a:srgbClr val="246BCE"/>
                </a:solidFill>
                <a:latin typeface="Arial"/>
                <a:ea typeface="Arial"/>
                <a:cs typeface="Arial"/>
              </a:defRPr>
            </a:lvl1pPr>
            <a:lvl2pPr algn="r">
              <a:defRPr sz="1275" b="1">
                <a:solidFill>
                  <a:srgbClr val="246BCE"/>
                </a:solidFill>
                <a:latin typeface="Arial"/>
                <a:ea typeface="Arial"/>
                <a:cs typeface="Arial"/>
              </a:defRPr>
            </a:lvl2pPr>
            <a:lvl3pPr algn="r">
              <a:defRPr sz="1275" b="1">
                <a:solidFill>
                  <a:srgbClr val="246BCE"/>
                </a:solidFill>
                <a:latin typeface="Arial"/>
                <a:ea typeface="Arial"/>
                <a:cs typeface="Arial"/>
              </a:defRPr>
            </a:lvl3pPr>
            <a:lvl4pPr algn="r">
              <a:defRPr sz="1275" b="1">
                <a:solidFill>
                  <a:srgbClr val="246BCE"/>
                </a:solidFill>
                <a:latin typeface="Arial"/>
                <a:ea typeface="Arial"/>
                <a:cs typeface="Arial"/>
              </a:defRPr>
            </a:lvl4pPr>
            <a:lvl5pPr algn="r">
              <a:defRPr sz="1275" b="1">
                <a:solidFill>
                  <a:srgbClr val="246BCE"/>
                </a:solidFill>
                <a:latin typeface="Arial"/>
                <a:ea typeface="Arial"/>
                <a:cs typeface="Arial"/>
              </a:defRPr>
            </a:lvl5pPr>
            <a:lvl6pPr algn="r">
              <a:defRPr sz="1275" b="1">
                <a:solidFill>
                  <a:srgbClr val="246BCE"/>
                </a:solidFill>
                <a:latin typeface="Arial"/>
                <a:ea typeface="Arial"/>
                <a:cs typeface="Arial"/>
              </a:defRPr>
            </a:lvl6pPr>
            <a:lvl7pPr algn="r">
              <a:defRPr sz="1275" b="1">
                <a:solidFill>
                  <a:srgbClr val="246BCE"/>
                </a:solidFill>
                <a:latin typeface="Arial"/>
                <a:ea typeface="Arial"/>
                <a:cs typeface="Arial"/>
              </a:defRPr>
            </a:lvl7pPr>
            <a:lvl8pPr algn="r">
              <a:defRPr sz="1275" b="1">
                <a:solidFill>
                  <a:srgbClr val="246BCE"/>
                </a:solidFill>
                <a:latin typeface="Arial"/>
                <a:ea typeface="Arial"/>
                <a:cs typeface="Arial"/>
              </a:defRPr>
            </a:lvl8pPr>
            <a:lvl9pPr algn="r">
              <a:defRPr sz="1275" b="1">
                <a:solidFill>
                  <a:srgbClr val="246BCE"/>
                </a:solidFill>
                <a:latin typeface="Arial"/>
                <a:ea typeface="Arial"/>
                <a:cs typeface="Arial"/>
              </a:defRPr>
            </a:lvl9pPr>
          </a:lstStyle>
          <a:p xmlns:a="http://schemas.openxmlformats.org/drawingml/2006/main">
            <a:pPr algn="r">
              <a:defRPr sz="1275" b="1">
                <a:solidFill>
                  <a:srgbClr val="246BCE"/>
                </a:solidFill>
                <a:latin typeface="Arial"/>
                <a:ea typeface="Arial"/>
                <a:cs typeface="Arial"/>
              </a:defRPr>
            </a:pPr>
            <a:r>
              <a:rPr sz="1275" b="1">
                <a:solidFill>
                  <a:srgbClr val="246BCE"/>
                </a:solidFill>
                <a:latin typeface="Arial"/>
                <a:ea typeface="Arial"/>
                <a:cs typeface="Arial"/>
              </a:rPr>
              <a:t>10</a:t>
            </a:r>
          </a:p>
        </p:txBody>
      </p:sp>
    </p:spTree>
    <p:extLst>
      <p:ext uri="{BB962C8B-B14F-4D97-AF65-F5344CB8AC3E}">
        <p14:creationId xmlns:p14="http://schemas.microsoft.com/office/powerpoint/2010/main" val="356817773"/>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2026-10-19T16:54:00.8360000Z</dcterms:created>
  <dcterms:modified xsi:type="dcterms:W3CDTF">2026-10-19T16:54:00.8360000Z</dcterms:modified>
</coreProperties>
</file>