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d9d2e5b4a54b9d" /><Relationship Type="http://schemas.openxmlformats.org/officeDocument/2006/relationships/extended-properties" Target="/docProps/app.xml" Id="R09e287a4682e4475" /><Relationship Type="http://schemas.openxmlformats.org/officeDocument/2006/relationships/officeDocument" Target="/ppt/presentation.xml" Id="R87c5dc63290544fb" /></Relationships>
</file>

<file path=ppt/presentation.xml><?xml version="1.0" encoding="utf-8"?>
<p:presentation xmlns:p="http://schemas.openxmlformats.org/presentationml/2006/main">
  <p:sldMasterIdLst>
    <p:sldMasterId xmlns:r="http://schemas.openxmlformats.org/officeDocument/2006/relationships" id="2147483648" r:id="R6c106a696f3d4673"/>
  </p:sldMasterIdLst>
  <p:notesMasterIdLst>
    <p:notesMasterId xmlns:r="http://schemas.openxmlformats.org/officeDocument/2006/relationships" r:id="R8a3635e195a04722"/>
  </p:notesMasterIdLst>
  <p:sldIdLst>
    <p:sldId xmlns:r="http://schemas.openxmlformats.org/officeDocument/2006/relationships" id="256" r:id="R6386d0c8d3284504"/>
    <p:sldId xmlns:r="http://schemas.openxmlformats.org/officeDocument/2006/relationships" id="257" r:id="R58e9a46879194137"/>
    <p:sldId xmlns:r="http://schemas.openxmlformats.org/officeDocument/2006/relationships" id="258" r:id="Rd113a7916e204ac1"/>
    <p:sldId xmlns:r="http://schemas.openxmlformats.org/officeDocument/2006/relationships" id="259" r:id="R7c0dc82cbf124efa"/>
    <p:sldId xmlns:r="http://schemas.openxmlformats.org/officeDocument/2006/relationships" id="260" r:id="R0c9917388ca34863"/>
    <p:sldId xmlns:r="http://schemas.openxmlformats.org/officeDocument/2006/relationships" id="261" r:id="R822c1daa0df84f0d"/>
    <p:sldId xmlns:r="http://schemas.openxmlformats.org/officeDocument/2006/relationships" id="262" r:id="R48498a8510ba48a9"/>
    <p:sldId xmlns:r="http://schemas.openxmlformats.org/officeDocument/2006/relationships" id="263" r:id="Rb35636c30733492b"/>
    <p:sldId xmlns:r="http://schemas.openxmlformats.org/officeDocument/2006/relationships" id="264" r:id="R8579e6f2d95f41f8"/>
    <p:sldId xmlns:r="http://schemas.openxmlformats.org/officeDocument/2006/relationships" id="265" r:id="R5663ac72438646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ee6098040bc4559" /><Relationship Type="http://schemas.openxmlformats.org/officeDocument/2006/relationships/slideMaster" Target="/ppt/slideMasters/slideMaster1.xml" Id="R6c106a696f3d4673" /><Relationship Type="http://schemas.openxmlformats.org/officeDocument/2006/relationships/notesMaster" Target="/ppt/notesMasters/notesMaster1.xml" Id="R8a3635e195a04722" /><Relationship Type="http://schemas.openxmlformats.org/officeDocument/2006/relationships/presProps" Target="/ppt/presProps.xml" Id="Rbb772692a3054737" /><Relationship Type="http://schemas.openxmlformats.org/officeDocument/2006/relationships/tableStyles" Target="/ppt/tableStyles.xml" Id="Re2e45b7ba5274017" /><Relationship Type="http://schemas.openxmlformats.org/officeDocument/2006/relationships/slide" Target="/ppt/slides/slide1.xml" Id="R6386d0c8d3284504" /><Relationship Type="http://schemas.openxmlformats.org/officeDocument/2006/relationships/slide" Target="/ppt/slides/slide2.xml" Id="R58e9a46879194137" /><Relationship Type="http://schemas.openxmlformats.org/officeDocument/2006/relationships/slide" Target="/ppt/slides/slide3.xml" Id="Rd113a7916e204ac1" /><Relationship Type="http://schemas.openxmlformats.org/officeDocument/2006/relationships/slide" Target="/ppt/slides/slide4.xml" Id="R7c0dc82cbf124efa" /><Relationship Type="http://schemas.openxmlformats.org/officeDocument/2006/relationships/slide" Target="/ppt/slides/slide5.xml" Id="R0c9917388ca34863" /><Relationship Type="http://schemas.openxmlformats.org/officeDocument/2006/relationships/slide" Target="/ppt/slides/slide6.xml" Id="R822c1daa0df84f0d" /><Relationship Type="http://schemas.openxmlformats.org/officeDocument/2006/relationships/slide" Target="/ppt/slides/slide7.xml" Id="R48498a8510ba48a9" /><Relationship Type="http://schemas.openxmlformats.org/officeDocument/2006/relationships/slide" Target="/ppt/slides/slide8.xml" Id="Rb35636c30733492b" /><Relationship Type="http://schemas.openxmlformats.org/officeDocument/2006/relationships/slide" Target="/ppt/slides/slide9.xml" Id="R8579e6f2d95f41f8" /><Relationship Type="http://schemas.openxmlformats.org/officeDocument/2006/relationships/slide" Target="/ppt/slides/slide10.xml" Id="R5663ac72438646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388cc3ec3743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535a0f41f046df" /><Relationship Type="http://schemas.openxmlformats.org/officeDocument/2006/relationships/notesMaster" Target="/ppt/notesMasters/notesMaster1.xml" Id="R0cdc079278aa41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c617f6da414c84" /><Relationship Type="http://schemas.openxmlformats.org/officeDocument/2006/relationships/notesMaster" Target="/ppt/notesMasters/notesMaster1.xml" Id="R1b37372a98e248c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d8809847244fa9" /><Relationship Type="http://schemas.openxmlformats.org/officeDocument/2006/relationships/notesMaster" Target="/ppt/notesMasters/notesMaster1.xml" Id="Rbf7f88d32dd646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2e1265ecf34d42" /><Relationship Type="http://schemas.openxmlformats.org/officeDocument/2006/relationships/notesMaster" Target="/ppt/notesMasters/notesMaster1.xml" Id="R6c34afcdae214f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bb67dfb11743f6" /><Relationship Type="http://schemas.openxmlformats.org/officeDocument/2006/relationships/notesMaster" Target="/ppt/notesMasters/notesMaster1.xml" Id="Rcce1cc2310b344f6"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d3842fb61b4f35" /><Relationship Type="http://schemas.openxmlformats.org/officeDocument/2006/relationships/notesMaster" Target="/ppt/notesMasters/notesMaster1.xml" Id="R9de2eacd057842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9a050d4ac7406d" /><Relationship Type="http://schemas.openxmlformats.org/officeDocument/2006/relationships/notesMaster" Target="/ppt/notesMasters/notesMaster1.xml" Id="R4db19378562140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2c09e6d5fd40e5" /><Relationship Type="http://schemas.openxmlformats.org/officeDocument/2006/relationships/notesMaster" Target="/ppt/notesMasters/notesMaster1.xml" Id="Re508f9dce61f4c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14da35035942e3" /><Relationship Type="http://schemas.openxmlformats.org/officeDocument/2006/relationships/notesMaster" Target="/ppt/notesMasters/notesMaster1.xml" Id="Re6f686026dae4ec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330fa3344a845a9" /><Relationship Type="http://schemas.openxmlformats.org/officeDocument/2006/relationships/notesMaster" Target="/ppt/notesMasters/notesMaster1.xml" Id="Rece97d9ac3d246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Minh họa AI mang tính ý tưởng, không phải ảnh người tham gia. Nguồn: README.md; need-statement.md. Nội dung mô phỏng, chưa tích hợp MyVinmec. Codex hỗ trợ soạn nội dung và thiết kế. Người làm bài kiểm tra bản cuối.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01-phong-van/P1.md, P2.md, P3.md. Hai phỏng vấn ngày 17/10/2026, mỗi buổi 60–90 phút, có đồng ý dùng ẩn danh. Ghi chép chủ yếu diễn giải. Phương pháp theo lựa chọn người làm bài là 2 phỏng vấn + 1 tự thuật. Minh họa AI mang tính ý tưởng, không phải ảnh nghiên cứu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và mã bằng chứng giữ trong 02-journey-map/journey-map.md, P1/P2/P3. Tổng hợp tình huống, không phải một người gặp toàn bộ điểm đau. P1 có điều phối hỗ trợ; P2 nhớ phòng đầu; P3 biết nơi quay lại. Không gán thang cảm xúc hoặc thời gian giả. Minh họa AI mang tính ý tưởng, không phải ảnh nghiên cứu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03-need-statement/need-statement.md. Problem–population–outcome, không đưa giải pháp vào need statement. Hiệu quả giảm hỏi/chờ/di chuyển chưa đo. Minh họa AI mang tính ý tưởng, không phải ảnh nghiên cứu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CUH Directions - mobile app (https://www.cuh.nhs.uk/visiting-our-hospitals/cuh-directions-mobile-app/); Mayo Clinic Scheduling an appointment online (https://www.mayoclinic.org/scheduling-an-appointment-online/vid-20521112); Registration (https://www.mayoclinic.org/billing-insurance/before-arrival/registration). Đọc 18/10/2026. Chưa chứng minh hiệu quả tại Vinmec. Minh họa AI mang tính ý tưởng, không phải ảnh nghiên cứu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05-prototype/simulation-spec.md, prompts.md, test-report.md. 110 tests đạt theo báo cáo; UI mới chưa chạy lại E2E; 24 eval NOT_LIVE. Phòng/tầng/bản đồ dựng. Sẵn sàng là tự khai báo, bác sĩ chủ động gọi. Hai mode không trộn trong lượt. Chưa thử người dùng. Minh họa AI mang tính ý tưởng, không phải ảnh nghiên cứu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Minh họa AI mang tính ý tưởng, không phải ảnh buổi thử thực tế. Trang giữ chỗ. Nhiệm vụ dự kiến từ prototype-test-guide.md. Không có log thử, tỷ lệ hoàn thành, thời gian hay quote thực.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Trang chờ bằng chứng. Chỉ điền quan sát, thay đổi và kiểm tra lại khi đã thử thật. QA/code review không thay thử người dùng. Minh họa AI mang tính ý tưởng, không phải ảnh nghiên cứu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06-rui-ro-dao-duc/risk-register.md (R01–R11). Đây là biện pháp thiết kế dự kiến, chưa chứng minh an toàn triển khai. Đường khẩn cấp còn cần hoàn thiện, xác nhận với cơ sở và kiểm chứng. AI LIVE chưa xác minh. Dữ liệu mô phỏng và minh họa ý tưởng. Minh họa AI mang tính ý tưởng, không phải ảnh nghiên cứu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07-coach-plan/coach-plan.md. Kế hoạch dự kiến, chưa phải hoạt động coach đã thực hiện. Nhóm 5–10 bạn chia cặp luân phiên vai; check-in 10 phút/ngày. Codex hỗ trợ tổng hợp, code và soạn bài; Canva hỗ trợ thiết kế; người làm bài chịu trách nhiệm. Minh họa AI mang tính ý tưởng, không phải ảnh nghiên cứu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765577d06147d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14f45b5837f4c7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d850e8ef665484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d66f14f9647421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5310b21a045465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750cd78422a4e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CBC11B-A33D-43AA-9752-32589A19DF6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1CE9514-F4A5-44EF-83C0-2D4C3CE41A2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C3DEE5A-4763-4E3A-A7E6-F31D67307A2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DD8B85-8736-4CEE-95C1-E63B345E5B9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5C21E16-4A7D-4331-90A3-D55F5A04C67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F9CE6D3-9755-4191-B134-6CCD32C0DF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05377B-499C-46EF-93B2-E768E7770FB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D10716D-D2FC-438C-9CDB-717F519A72E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84F3F5-4BB8-447F-B94A-B4E94B753D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FF3069-B2FC-433B-BEA8-898EC036A3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44461d482140fb" /><Relationship Type="http://schemas.openxmlformats.org/officeDocument/2006/relationships/slideLayout" Target="/ppt/slideLayouts/slideLayout1.xml" Id="R54743881d5ac457e" /><Relationship Type="http://schemas.openxmlformats.org/officeDocument/2006/relationships/slideLayout" Target="/ppt/slideLayouts/slideLayout2.xml" Id="R2b9c1407892e410d" /><Relationship Type="http://schemas.openxmlformats.org/officeDocument/2006/relationships/slideLayout" Target="/ppt/slideLayouts/slideLayout3.xml" Id="Rfa7abb242e29491c" /><Relationship Type="http://schemas.openxmlformats.org/officeDocument/2006/relationships/slideLayout" Target="/ppt/slideLayouts/slideLayout4.xml" Id="Ra4e36d2b4f544254" /><Relationship Type="http://schemas.openxmlformats.org/officeDocument/2006/relationships/slideLayout" Target="/ppt/slideLayouts/slideLayout5.xml" Id="Rf1dbbf3f1da34b15" /><Relationship Type="http://schemas.openxmlformats.org/officeDocument/2006/relationships/slideLayout" Target="/ppt/slideLayouts/slideLayout6.xml" Id="R841ac4ff509f4b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743881d5ac457e"/>
    <p:sldLayoutId xmlns:r="http://schemas.openxmlformats.org/officeDocument/2006/relationships" id="2147483650" r:id="R2b9c1407892e410d"/>
    <p:sldLayoutId xmlns:r="http://schemas.openxmlformats.org/officeDocument/2006/relationships" id="2147483651" r:id="Rfa7abb242e29491c"/>
    <p:sldLayoutId xmlns:r="http://schemas.openxmlformats.org/officeDocument/2006/relationships" id="2147483652" r:id="Ra4e36d2b4f544254"/>
    <p:sldLayoutId xmlns:r="http://schemas.openxmlformats.org/officeDocument/2006/relationships" id="2147483653" r:id="Rf1dbbf3f1da34b15"/>
    <p:sldLayoutId xmlns:r="http://schemas.openxmlformats.org/officeDocument/2006/relationships" id="2147483654" r:id="R841ac4ff509f4b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ac0c016b3704d1c" /><Relationship Type="http://schemas.openxmlformats.org/officeDocument/2006/relationships/image" Target="/ppt/media/image.png" Id="R28cdb4ae3b51457d" /><Relationship Type="http://schemas.openxmlformats.org/officeDocument/2006/relationships/notesSlide" Target="/ppt/notesSlides/notesSlide1.xml" Id="R91ed558d1eed4c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64f9087a1184cd0" /><Relationship Type="http://schemas.openxmlformats.org/officeDocument/2006/relationships/image" Target="/ppt/media/image2.png" Id="R38e8630e84f74230" /><Relationship Type="http://schemas.openxmlformats.org/officeDocument/2006/relationships/notesSlide" Target="/ppt/notesSlides/notesSlide2.xml" Id="Rf8d37807a5484d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5e8ab531bd54d8c" /><Relationship Type="http://schemas.openxmlformats.org/officeDocument/2006/relationships/image" Target="/ppt/media/image3.png" Id="R92a8c5e0697a40e7" /><Relationship Type="http://schemas.openxmlformats.org/officeDocument/2006/relationships/image" Target="/ppt/media/image.svg" Id="R2cfb42179b894815" /><Relationship Type="http://schemas.openxmlformats.org/officeDocument/2006/relationships/image" Target="/ppt/media/image4.png" Id="R2bca18a8150746e7" /><Relationship Type="http://schemas.openxmlformats.org/officeDocument/2006/relationships/image" Target="/ppt/media/image2.svg" Id="R97efe5ec281f4719" /><Relationship Type="http://schemas.openxmlformats.org/officeDocument/2006/relationships/image" Target="/ppt/media/image5.png" Id="Rea6aa11f864f4384" /><Relationship Type="http://schemas.openxmlformats.org/officeDocument/2006/relationships/image" Target="/ppt/media/image3.svg" Id="R4942431f2bcc492d" /><Relationship Type="http://schemas.openxmlformats.org/officeDocument/2006/relationships/image" Target="/ppt/media/image6.png" Id="R3aae436a835144fe" /><Relationship Type="http://schemas.openxmlformats.org/officeDocument/2006/relationships/image" Target="/ppt/media/image4.svg" Id="R8abc6812b7004a47" /><Relationship Type="http://schemas.openxmlformats.org/officeDocument/2006/relationships/image" Target="/ppt/media/image7.png" Id="R17df8f32b9b44ce8" /><Relationship Type="http://schemas.openxmlformats.org/officeDocument/2006/relationships/image" Target="/ppt/media/image5.svg" Id="R0d26cfc10e084f6c" /><Relationship Type="http://schemas.openxmlformats.org/officeDocument/2006/relationships/notesSlide" Target="/ppt/notesSlides/notesSlide3.xml" Id="R5d6fb03bade0409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9870728c79c460a" /><Relationship Type="http://schemas.openxmlformats.org/officeDocument/2006/relationships/image" Target="/ppt/media/image8.png" Id="R3f95a9dca6464852" /><Relationship Type="http://schemas.openxmlformats.org/officeDocument/2006/relationships/image" Target="/ppt/media/image6.svg" Id="Re481055ea003439b" /><Relationship Type="http://schemas.openxmlformats.org/officeDocument/2006/relationships/image" Target="/ppt/media/image9.png" Id="R3b2395c73dae45ee" /><Relationship Type="http://schemas.openxmlformats.org/officeDocument/2006/relationships/image" Target="/ppt/media/image7.svg" Id="R1a67c06f26924d79" /><Relationship Type="http://schemas.openxmlformats.org/officeDocument/2006/relationships/image" Target="/ppt/media/image10.png" Id="R4b04771ac5a1424b" /><Relationship Type="http://schemas.openxmlformats.org/officeDocument/2006/relationships/image" Target="/ppt/media/image8.svg" Id="R92480b71a6934b67" /><Relationship Type="http://schemas.openxmlformats.org/officeDocument/2006/relationships/image" Target="/ppt/media/image11.png" Id="Rf4d5286920e94a4c" /><Relationship Type="http://schemas.openxmlformats.org/officeDocument/2006/relationships/image" Target="/ppt/media/image9.svg" Id="Rf6592466858046f7" /><Relationship Type="http://schemas.openxmlformats.org/officeDocument/2006/relationships/image" Target="/ppt/media/image12.png" Id="Rf0abb3ea71414677" /><Relationship Type="http://schemas.openxmlformats.org/officeDocument/2006/relationships/notesSlide" Target="/ppt/notesSlides/notesSlide4.xml" Id="R28c45a2b78a54b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d07bf4e9b31416e" /><Relationship Type="http://schemas.openxmlformats.org/officeDocument/2006/relationships/image" Target="/ppt/media/image13.png" Id="Rf67ab1f5511f4931" /><Relationship Type="http://schemas.openxmlformats.org/officeDocument/2006/relationships/image" Target="/ppt/media/image10.svg" Id="Re19eba5af9da4bed" /><Relationship Type="http://schemas.openxmlformats.org/officeDocument/2006/relationships/image" Target="/ppt/media/image14.png" Id="Rd85b788665ee498f" /><Relationship Type="http://schemas.openxmlformats.org/officeDocument/2006/relationships/image" Target="/ppt/media/image11.svg" Id="R1fd038d0510c477e" /><Relationship Type="http://schemas.openxmlformats.org/officeDocument/2006/relationships/image" Target="/ppt/media/image15.png" Id="R7d2e804eed114e3d" /><Relationship Type="http://schemas.openxmlformats.org/officeDocument/2006/relationships/image" Target="/ppt/media/image12.svg" Id="R07f95faaa5194d9b" /><Relationship Type="http://schemas.openxmlformats.org/officeDocument/2006/relationships/image" Target="/ppt/media/image16.png" Id="R824713de9ca74229" /><Relationship Type="http://schemas.openxmlformats.org/officeDocument/2006/relationships/image" Target="/ppt/media/image13.svg" Id="R12a6fd019f7548cf" /><Relationship Type="http://schemas.openxmlformats.org/officeDocument/2006/relationships/notesSlide" Target="/ppt/notesSlides/notesSlide5.xml" Id="R95d534861afe4e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0ade0ecb30742d8" /><Relationship Type="http://schemas.openxmlformats.org/officeDocument/2006/relationships/image" Target="/ppt/media/image17.png" Id="Rf6b154eff1554c29" /><Relationship Type="http://schemas.openxmlformats.org/officeDocument/2006/relationships/image" Target="/ppt/media/image14.svg" Id="Rb6c02563c93140c2" /><Relationship Type="http://schemas.openxmlformats.org/officeDocument/2006/relationships/image" Target="/ppt/media/image18.png" Id="Rca42132289f74555" /><Relationship Type="http://schemas.openxmlformats.org/officeDocument/2006/relationships/image" Target="/ppt/media/image15.svg" Id="Rf5e1b862caba4b2c" /><Relationship Type="http://schemas.openxmlformats.org/officeDocument/2006/relationships/image" Target="/ppt/media/image19.png" Id="Reb2ed91e22cc44d5" /><Relationship Type="http://schemas.openxmlformats.org/officeDocument/2006/relationships/image" Target="/ppt/media/image16.svg" Id="Recee0337dfa64804" /><Relationship Type="http://schemas.openxmlformats.org/officeDocument/2006/relationships/image" Target="/ppt/media/image20.png" Id="Rff56020339134359" /><Relationship Type="http://schemas.openxmlformats.org/officeDocument/2006/relationships/image" Target="/ppt/media/image17.svg" Id="Rbfe86dc1c2f1404a" /><Relationship Type="http://schemas.openxmlformats.org/officeDocument/2006/relationships/image" Target="/ppt/media/image21.png" Id="Rdbdec251f1034164" /><Relationship Type="http://schemas.openxmlformats.org/officeDocument/2006/relationships/image" Target="/ppt/media/image18.svg" Id="R4524ce3c84c74898" /><Relationship Type="http://schemas.openxmlformats.org/officeDocument/2006/relationships/image" Target="/ppt/media/image22.png" Id="R3cf4c20b50af49e0" /><Relationship Type="http://schemas.openxmlformats.org/officeDocument/2006/relationships/image" Target="/ppt/media/image19.svg" Id="Rf7beb5db28004e25" /><Relationship Type="http://schemas.openxmlformats.org/officeDocument/2006/relationships/notesSlide" Target="/ppt/notesSlides/notesSlide6.xml" Id="R649e06e3d39f43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f88ccb3860c4d5f" /><Relationship Type="http://schemas.openxmlformats.org/officeDocument/2006/relationships/image" Target="/ppt/media/image23.png" Id="R5405d995221f4fef" /><Relationship Type="http://schemas.openxmlformats.org/officeDocument/2006/relationships/notesSlide" Target="/ppt/notesSlides/notesSlide7.xml" Id="R4bf8880578b447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5d9c2f78d264e9f" /><Relationship Type="http://schemas.openxmlformats.org/officeDocument/2006/relationships/image" Target="/ppt/media/image24.png" Id="R50862be377a64cbb" /><Relationship Type="http://schemas.openxmlformats.org/officeDocument/2006/relationships/image" Target="/ppt/media/image20.svg" Id="R5f905c462ebc4fda" /><Relationship Type="http://schemas.openxmlformats.org/officeDocument/2006/relationships/image" Target="/ppt/media/image25.png" Id="R553e441899ef4253" /><Relationship Type="http://schemas.openxmlformats.org/officeDocument/2006/relationships/notesSlide" Target="/ppt/notesSlides/notesSlide8.xml" Id="R8ddc9c7abb1144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b6ef69df2604fc5" /><Relationship Type="http://schemas.openxmlformats.org/officeDocument/2006/relationships/image" Target="/ppt/media/image26.png" Id="R3be72ac1b4864767" /><Relationship Type="http://schemas.openxmlformats.org/officeDocument/2006/relationships/image" Target="/ppt/media/image21.svg" Id="Ra1e4408839bf477d" /><Relationship Type="http://schemas.openxmlformats.org/officeDocument/2006/relationships/image" Target="/ppt/media/image27.png" Id="R8ee649924e7443b4" /><Relationship Type="http://schemas.openxmlformats.org/officeDocument/2006/relationships/image" Target="/ppt/media/image22.svg" Id="R57997e03a3d145ee" /><Relationship Type="http://schemas.openxmlformats.org/officeDocument/2006/relationships/image" Target="/ppt/media/image28.png" Id="R659d3bf02c3243dd" /><Relationship Type="http://schemas.openxmlformats.org/officeDocument/2006/relationships/image" Target="/ppt/media/image23.svg" Id="R1348c79880974c6c" /><Relationship Type="http://schemas.openxmlformats.org/officeDocument/2006/relationships/image" Target="/ppt/media/image29.png" Id="R03620e56fb6f4af2" /><Relationship Type="http://schemas.openxmlformats.org/officeDocument/2006/relationships/image" Target="/ppt/media/image24.svg" Id="R67b25dae813b4187" /><Relationship Type="http://schemas.openxmlformats.org/officeDocument/2006/relationships/image" Target="/ppt/media/image30.png" Id="R535e4a04d8574f32" /><Relationship Type="http://schemas.openxmlformats.org/officeDocument/2006/relationships/image" Target="/ppt/media/image25.svg" Id="Rbbe64109b96141a6" /><Relationship Type="http://schemas.openxmlformats.org/officeDocument/2006/relationships/notesSlide" Target="/ppt/notesSlides/notesSlide9.xml" Id="R0fa9dcad60e44d3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eb73ee8813b45c7" /><Relationship Type="http://schemas.openxmlformats.org/officeDocument/2006/relationships/image" Target="/ppt/media/image31.png" Id="R8ea0bf1f896442bb" /><Relationship Type="http://schemas.openxmlformats.org/officeDocument/2006/relationships/image" Target="/ppt/media/image26.svg" Id="R25faf4c1e12a427f" /><Relationship Type="http://schemas.openxmlformats.org/officeDocument/2006/relationships/image" Target="/ppt/media/image32.png" Id="Rb3b2a0d0529e452d" /><Relationship Type="http://schemas.openxmlformats.org/officeDocument/2006/relationships/notesSlide" Target="/ppt/notesSlides/notesSlide10.xml" Id="R245348a104e14b18"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8" name="diagram-1">
            <a:extLst xmlns:a="http://schemas.openxmlformats.org/drawingml/2006/main">
              <a:ext uri="{FF2B5EF4-FFF2-40B4-BE49-F238E27FC236}">
                <a16:creationId xmlns:a16="http://schemas.microsoft.com/office/drawing/2014/main" id="{FB5E3D34-630F-41F7-8F9F-1D3D1027C2BA}"/>
              </a:ext>
            </a:extLst>
          </p:cNvPr>
          <p:cNvSpPr>
            <a:spLocks xmlns:a="http://schemas.openxmlformats.org/drawingml/2006/main" noGrp="1"/>
          </p:cNvSpPr>
          <p:nvPr/>
        </p:nvSpPr>
        <p:spPr>
          <a:xfrm xmlns:a="http://schemas.openxmlformats.org/drawingml/2006/main">
            <a:off x="619125" y="5429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79B8FF"/>
                </a:solidFill>
                <a:latin typeface="Arial"/>
                <a:ea typeface="Arial"/>
                <a:cs typeface="Arial"/>
              </a:defRPr>
            </a:defPPr>
            <a:lvl1pPr algn="l">
              <a:defRPr sz="1500" b="1">
                <a:solidFill>
                  <a:srgbClr val="79B8FF"/>
                </a:solidFill>
                <a:latin typeface="Arial"/>
                <a:ea typeface="Arial"/>
                <a:cs typeface="Arial"/>
              </a:defRPr>
            </a:lvl1pPr>
            <a:lvl2pPr algn="l">
              <a:defRPr sz="1500" b="1">
                <a:solidFill>
                  <a:srgbClr val="79B8FF"/>
                </a:solidFill>
                <a:latin typeface="Arial"/>
                <a:ea typeface="Arial"/>
                <a:cs typeface="Arial"/>
              </a:defRPr>
            </a:lvl2pPr>
            <a:lvl3pPr algn="l">
              <a:defRPr sz="1500" b="1">
                <a:solidFill>
                  <a:srgbClr val="79B8FF"/>
                </a:solidFill>
                <a:latin typeface="Arial"/>
                <a:ea typeface="Arial"/>
                <a:cs typeface="Arial"/>
              </a:defRPr>
            </a:lvl3pPr>
            <a:lvl4pPr algn="l">
              <a:defRPr sz="1500" b="1">
                <a:solidFill>
                  <a:srgbClr val="79B8FF"/>
                </a:solidFill>
                <a:latin typeface="Arial"/>
                <a:ea typeface="Arial"/>
                <a:cs typeface="Arial"/>
              </a:defRPr>
            </a:lvl4pPr>
            <a:lvl5pPr algn="l">
              <a:defRPr sz="1500" b="1">
                <a:solidFill>
                  <a:srgbClr val="79B8FF"/>
                </a:solidFill>
                <a:latin typeface="Arial"/>
                <a:ea typeface="Arial"/>
                <a:cs typeface="Arial"/>
              </a:defRPr>
            </a:lvl5pPr>
            <a:lvl6pPr algn="l">
              <a:defRPr sz="1500" b="1">
                <a:solidFill>
                  <a:srgbClr val="79B8FF"/>
                </a:solidFill>
                <a:latin typeface="Arial"/>
                <a:ea typeface="Arial"/>
                <a:cs typeface="Arial"/>
              </a:defRPr>
            </a:lvl6pPr>
            <a:lvl7pPr algn="l">
              <a:defRPr sz="1500" b="1">
                <a:solidFill>
                  <a:srgbClr val="79B8FF"/>
                </a:solidFill>
                <a:latin typeface="Arial"/>
                <a:ea typeface="Arial"/>
                <a:cs typeface="Arial"/>
              </a:defRPr>
            </a:lvl7pPr>
            <a:lvl8pPr algn="l">
              <a:defRPr sz="1500" b="1">
                <a:solidFill>
                  <a:srgbClr val="79B8FF"/>
                </a:solidFill>
                <a:latin typeface="Arial"/>
                <a:ea typeface="Arial"/>
                <a:cs typeface="Arial"/>
              </a:defRPr>
            </a:lvl8pPr>
            <a:lvl9pPr algn="l">
              <a:defRPr sz="1500" b="1">
                <a:solidFill>
                  <a:srgbClr val="79B8FF"/>
                </a:solidFill>
                <a:latin typeface="Arial"/>
                <a:ea typeface="Arial"/>
                <a:cs typeface="Arial"/>
              </a:defRPr>
            </a:lvl9pPr>
          </a:lstStyle>
          <a:p xmlns:a="http://schemas.openxmlformats.org/drawingml/2006/main">
            <a:pPr algn="l">
              <a:defRPr sz="1500" b="1">
                <a:solidFill>
                  <a:srgbClr val="79B8FF"/>
                </a:solidFill>
                <a:latin typeface="Arial"/>
                <a:ea typeface="Arial"/>
                <a:cs typeface="Arial"/>
              </a:defRPr>
            </a:pPr>
            <a:r>
              <a:rPr sz="1500" b="1">
                <a:solidFill>
                  <a:srgbClr val="79B8FF"/>
                </a:solidFill>
                <a:latin typeface="Arial"/>
                <a:ea typeface="Arial"/>
                <a:cs typeface="Arial"/>
              </a:rPr>
              <a:t>EXPLORATION SPRINT 2026</a:t>
            </a:r>
          </a:p>
        </p:txBody>
      </p:sp>
      <p:sp>
        <p:nvSpPr>
          <p:cNvPr id="2" name="diagram-2">
            <a:extLst xmlns:a="http://schemas.openxmlformats.org/drawingml/2006/main">
              <a:ext uri="{FF2B5EF4-FFF2-40B4-BE49-F238E27FC236}">
                <a16:creationId xmlns:a16="http://schemas.microsoft.com/office/drawing/2014/main" id="{70F882E3-3984-4870-8616-542FABB79088}"/>
              </a:ext>
            </a:extLst>
          </p:cNvPr>
          <p:cNvSpPr>
            <a:spLocks xmlns:a="http://schemas.openxmlformats.org/drawingml/2006/main" noGrp="1"/>
          </p:cNvSpPr>
          <p:nvPr/>
        </p:nvSpPr>
        <p:spPr>
          <a:xfrm xmlns:a="http://schemas.openxmlformats.org/drawingml/2006/main">
            <a:off x="619125" y="1495425"/>
            <a:ext cx="6953250"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6000" b="1">
                <a:solidFill>
                  <a:srgbClr val="FFFFFF"/>
                </a:solidFill>
                <a:latin typeface="Arial"/>
                <a:ea typeface="Arial"/>
                <a:cs typeface="Arial"/>
              </a:defRPr>
            </a:defPPr>
            <a:lvl1pPr algn="l">
              <a:defRPr sz="6000" b="1">
                <a:solidFill>
                  <a:srgbClr val="FFFFFF"/>
                </a:solidFill>
                <a:latin typeface="Arial"/>
                <a:ea typeface="Arial"/>
                <a:cs typeface="Arial"/>
              </a:defRPr>
            </a:lvl1pPr>
            <a:lvl2pPr algn="l">
              <a:defRPr sz="6000" b="1">
                <a:solidFill>
                  <a:srgbClr val="FFFFFF"/>
                </a:solidFill>
                <a:latin typeface="Arial"/>
                <a:ea typeface="Arial"/>
                <a:cs typeface="Arial"/>
              </a:defRPr>
            </a:lvl2pPr>
            <a:lvl3pPr algn="l">
              <a:defRPr sz="6000" b="1">
                <a:solidFill>
                  <a:srgbClr val="FFFFFF"/>
                </a:solidFill>
                <a:latin typeface="Arial"/>
                <a:ea typeface="Arial"/>
                <a:cs typeface="Arial"/>
              </a:defRPr>
            </a:lvl3pPr>
            <a:lvl4pPr algn="l">
              <a:defRPr sz="6000" b="1">
                <a:solidFill>
                  <a:srgbClr val="FFFFFF"/>
                </a:solidFill>
                <a:latin typeface="Arial"/>
                <a:ea typeface="Arial"/>
                <a:cs typeface="Arial"/>
              </a:defRPr>
            </a:lvl4pPr>
            <a:lvl5pPr algn="l">
              <a:defRPr sz="6000" b="1">
                <a:solidFill>
                  <a:srgbClr val="FFFFFF"/>
                </a:solidFill>
                <a:latin typeface="Arial"/>
                <a:ea typeface="Arial"/>
                <a:cs typeface="Arial"/>
              </a:defRPr>
            </a:lvl5pPr>
            <a:lvl6pPr algn="l">
              <a:defRPr sz="6000" b="1">
                <a:solidFill>
                  <a:srgbClr val="FFFFFF"/>
                </a:solidFill>
                <a:latin typeface="Arial"/>
                <a:ea typeface="Arial"/>
                <a:cs typeface="Arial"/>
              </a:defRPr>
            </a:lvl6pPr>
            <a:lvl7pPr algn="l">
              <a:defRPr sz="6000" b="1">
                <a:solidFill>
                  <a:srgbClr val="FFFFFF"/>
                </a:solidFill>
                <a:latin typeface="Arial"/>
                <a:ea typeface="Arial"/>
                <a:cs typeface="Arial"/>
              </a:defRPr>
            </a:lvl7pPr>
            <a:lvl8pPr algn="l">
              <a:defRPr sz="6000" b="1">
                <a:solidFill>
                  <a:srgbClr val="FFFFFF"/>
                </a:solidFill>
                <a:latin typeface="Arial"/>
                <a:ea typeface="Arial"/>
                <a:cs typeface="Arial"/>
              </a:defRPr>
            </a:lvl8pPr>
            <a:lvl9pPr algn="l">
              <a:defRPr sz="6000" b="1">
                <a:solidFill>
                  <a:srgbClr val="FFFFFF"/>
                </a:solidFill>
                <a:latin typeface="Arial"/>
                <a:ea typeface="Arial"/>
                <a:cs typeface="Arial"/>
              </a:defRPr>
            </a:lvl9pPr>
          </a:lstStyle>
          <a:p xmlns:a="http://schemas.openxmlformats.org/drawingml/2006/main">
            <a:pPr algn="l">
              <a:defRPr sz="6000" b="1">
                <a:solidFill>
                  <a:srgbClr val="FFFFFF"/>
                </a:solidFill>
                <a:latin typeface="Arial"/>
                <a:ea typeface="Arial"/>
                <a:cs typeface="Arial"/>
              </a:defRPr>
            </a:pPr>
            <a:r>
              <a:rPr sz="6000" b="1">
                <a:solidFill>
                  <a:srgbClr val="FFFFFF"/>
                </a:solidFill>
                <a:latin typeface="Arial"/>
                <a:ea typeface="Arial"/>
                <a:cs typeface="Arial"/>
              </a:rPr>
              <a:t>Một lần</a:t>
            </a:r>
          </a:p>
          <a:p xmlns:a="http://schemas.openxmlformats.org/drawingml/2006/main">
            <a:pPr algn="l">
              <a:defRPr sz="6000" b="1">
                <a:solidFill>
                  <a:srgbClr val="FFFFFF"/>
                </a:solidFill>
                <a:latin typeface="Arial"/>
                <a:ea typeface="Arial"/>
                <a:cs typeface="Arial"/>
              </a:defRPr>
            </a:pPr>
            <a:r>
              <a:rPr sz="6000" b="1">
                <a:solidFill>
                  <a:srgbClr val="FFFFFF"/>
                </a:solidFill>
                <a:latin typeface="Arial"/>
                <a:ea typeface="Arial"/>
                <a:cs typeface="Arial"/>
              </a:rPr>
              <a:t>đi khám</a:t>
            </a:r>
          </a:p>
        </p:txBody>
      </p:sp>
      <p:sp>
        <p:nvSpPr>
          <p:cNvPr id="3" name="diagram-3">
            <a:extLst xmlns:a="http://schemas.openxmlformats.org/drawingml/2006/main">
              <a:ext uri="{FF2B5EF4-FFF2-40B4-BE49-F238E27FC236}">
                <a16:creationId xmlns:a16="http://schemas.microsoft.com/office/drawing/2014/main" id="{4DC61482-D1F6-487B-93F8-1C2BB8775153}"/>
              </a:ext>
            </a:extLst>
          </p:cNvPr>
          <p:cNvSpPr>
            <a:spLocks xmlns:a="http://schemas.openxmlformats.org/drawingml/2006/main" noGrp="1"/>
          </p:cNvSpPr>
          <p:nvPr/>
        </p:nvSpPr>
        <p:spPr>
          <a:xfrm xmlns:a="http://schemas.openxmlformats.org/drawingml/2006/main">
            <a:off x="619125" y="3914775"/>
            <a:ext cx="7239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0">
                <a:solidFill>
                  <a:srgbClr val="D5E4F0"/>
                </a:solidFill>
                <a:latin typeface="Arial"/>
                <a:ea typeface="Arial"/>
                <a:cs typeface="Arial"/>
              </a:defRPr>
            </a:defPPr>
            <a:lvl1pPr algn="l">
              <a:defRPr sz="2400" b="0">
                <a:solidFill>
                  <a:srgbClr val="D5E4F0"/>
                </a:solidFill>
                <a:latin typeface="Arial"/>
                <a:ea typeface="Arial"/>
                <a:cs typeface="Arial"/>
              </a:defRPr>
            </a:lvl1pPr>
            <a:lvl2pPr algn="l">
              <a:defRPr sz="2400" b="0">
                <a:solidFill>
                  <a:srgbClr val="D5E4F0"/>
                </a:solidFill>
                <a:latin typeface="Arial"/>
                <a:ea typeface="Arial"/>
                <a:cs typeface="Arial"/>
              </a:defRPr>
            </a:lvl2pPr>
            <a:lvl3pPr algn="l">
              <a:defRPr sz="2400" b="0">
                <a:solidFill>
                  <a:srgbClr val="D5E4F0"/>
                </a:solidFill>
                <a:latin typeface="Arial"/>
                <a:ea typeface="Arial"/>
                <a:cs typeface="Arial"/>
              </a:defRPr>
            </a:lvl3pPr>
            <a:lvl4pPr algn="l">
              <a:defRPr sz="2400" b="0">
                <a:solidFill>
                  <a:srgbClr val="D5E4F0"/>
                </a:solidFill>
                <a:latin typeface="Arial"/>
                <a:ea typeface="Arial"/>
                <a:cs typeface="Arial"/>
              </a:defRPr>
            </a:lvl4pPr>
            <a:lvl5pPr algn="l">
              <a:defRPr sz="2400" b="0">
                <a:solidFill>
                  <a:srgbClr val="D5E4F0"/>
                </a:solidFill>
                <a:latin typeface="Arial"/>
                <a:ea typeface="Arial"/>
                <a:cs typeface="Arial"/>
              </a:defRPr>
            </a:lvl5pPr>
            <a:lvl6pPr algn="l">
              <a:defRPr sz="2400" b="0">
                <a:solidFill>
                  <a:srgbClr val="D5E4F0"/>
                </a:solidFill>
                <a:latin typeface="Arial"/>
                <a:ea typeface="Arial"/>
                <a:cs typeface="Arial"/>
              </a:defRPr>
            </a:lvl6pPr>
            <a:lvl7pPr algn="l">
              <a:defRPr sz="2400" b="0">
                <a:solidFill>
                  <a:srgbClr val="D5E4F0"/>
                </a:solidFill>
                <a:latin typeface="Arial"/>
                <a:ea typeface="Arial"/>
                <a:cs typeface="Arial"/>
              </a:defRPr>
            </a:lvl7pPr>
            <a:lvl8pPr algn="l">
              <a:defRPr sz="2400" b="0">
                <a:solidFill>
                  <a:srgbClr val="D5E4F0"/>
                </a:solidFill>
                <a:latin typeface="Arial"/>
                <a:ea typeface="Arial"/>
                <a:cs typeface="Arial"/>
              </a:defRPr>
            </a:lvl8pPr>
            <a:lvl9pPr algn="l">
              <a:defRPr sz="2400" b="0">
                <a:solidFill>
                  <a:srgbClr val="D5E4F0"/>
                </a:solidFill>
                <a:latin typeface="Arial"/>
                <a:ea typeface="Arial"/>
                <a:cs typeface="Arial"/>
              </a:defRPr>
            </a:lvl9pPr>
          </a:lstStyle>
          <a:p xmlns:a="http://schemas.openxmlformats.org/drawingml/2006/main">
            <a:pPr algn="l">
              <a:defRPr sz="2400" b="0">
                <a:solidFill>
                  <a:srgbClr val="D5E4F0"/>
                </a:solidFill>
                <a:latin typeface="Arial"/>
                <a:ea typeface="Arial"/>
                <a:cs typeface="Arial"/>
              </a:defRPr>
            </a:pPr>
            <a:r>
              <a:rPr sz="2400" b="0">
                <a:solidFill>
                  <a:srgbClr val="D5E4F0"/>
                </a:solidFill>
                <a:latin typeface="Arial"/>
                <a:ea typeface="Arial"/>
                <a:cs typeface="Arial"/>
              </a:rPr>
              <a:t>Hướng dẫn chuyển bước</a:t>
            </a:r>
          </a:p>
          <a:p xmlns:a="http://schemas.openxmlformats.org/drawingml/2006/main">
            <a:pPr algn="l">
              <a:defRPr sz="2400" b="0">
                <a:solidFill>
                  <a:srgbClr val="D5E4F0"/>
                </a:solidFill>
                <a:latin typeface="Arial"/>
                <a:ea typeface="Arial"/>
                <a:cs typeface="Arial"/>
              </a:defRPr>
            </a:pPr>
            <a:r>
              <a:rPr sz="2400" b="0">
                <a:solidFill>
                  <a:srgbClr val="D5E4F0"/>
                </a:solidFill>
                <a:latin typeface="Arial"/>
                <a:ea typeface="Arial"/>
                <a:cs typeface="Arial"/>
              </a:rPr>
              <a:t>trong lượt khám ngoại trú</a:t>
            </a:r>
          </a:p>
        </p:txBody>
      </p:sp>
      <p:sp>
        <p:nvSpPr>
          <p:cNvPr id="4" name="diagram-4">
            <a:extLst xmlns:a="http://schemas.openxmlformats.org/drawingml/2006/main">
              <a:ext uri="{FF2B5EF4-FFF2-40B4-BE49-F238E27FC236}">
                <a16:creationId xmlns:a16="http://schemas.microsoft.com/office/drawing/2014/main" id="{A27F5AD0-F5A2-4791-A2E4-CD0A0AF7638A}"/>
              </a:ext>
            </a:extLst>
          </p:cNvPr>
          <p:cNvSpPr>
            <a:spLocks xmlns:a="http://schemas.openxmlformats.org/drawingml/2006/main" noGrp="1"/>
          </p:cNvSpPr>
          <p:nvPr/>
        </p:nvSpPr>
        <p:spPr>
          <a:xfrm xmlns:a="http://schemas.openxmlformats.org/drawingml/2006/main">
            <a:off x="8572500" y="1238250"/>
            <a:ext cx="2857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79B8FF"/>
                </a:solidFill>
                <a:latin typeface="Arial"/>
                <a:ea typeface="Arial"/>
                <a:cs typeface="Arial"/>
              </a:defRPr>
            </a:defPPr>
            <a:lvl1pPr algn="l">
              <a:defRPr sz="2325" b="1">
                <a:solidFill>
                  <a:srgbClr val="79B8FF"/>
                </a:solidFill>
                <a:latin typeface="Arial"/>
                <a:ea typeface="Arial"/>
                <a:cs typeface="Arial"/>
              </a:defRPr>
            </a:lvl1pPr>
            <a:lvl2pPr algn="l">
              <a:defRPr sz="2325" b="1">
                <a:solidFill>
                  <a:srgbClr val="79B8FF"/>
                </a:solidFill>
                <a:latin typeface="Arial"/>
                <a:ea typeface="Arial"/>
                <a:cs typeface="Arial"/>
              </a:defRPr>
            </a:lvl2pPr>
            <a:lvl3pPr algn="l">
              <a:defRPr sz="2325" b="1">
                <a:solidFill>
                  <a:srgbClr val="79B8FF"/>
                </a:solidFill>
                <a:latin typeface="Arial"/>
                <a:ea typeface="Arial"/>
                <a:cs typeface="Arial"/>
              </a:defRPr>
            </a:lvl3pPr>
            <a:lvl4pPr algn="l">
              <a:defRPr sz="2325" b="1">
                <a:solidFill>
                  <a:srgbClr val="79B8FF"/>
                </a:solidFill>
                <a:latin typeface="Arial"/>
                <a:ea typeface="Arial"/>
                <a:cs typeface="Arial"/>
              </a:defRPr>
            </a:lvl4pPr>
            <a:lvl5pPr algn="l">
              <a:defRPr sz="2325" b="1">
                <a:solidFill>
                  <a:srgbClr val="79B8FF"/>
                </a:solidFill>
                <a:latin typeface="Arial"/>
                <a:ea typeface="Arial"/>
                <a:cs typeface="Arial"/>
              </a:defRPr>
            </a:lvl5pPr>
            <a:lvl6pPr algn="l">
              <a:defRPr sz="2325" b="1">
                <a:solidFill>
                  <a:srgbClr val="79B8FF"/>
                </a:solidFill>
                <a:latin typeface="Arial"/>
                <a:ea typeface="Arial"/>
                <a:cs typeface="Arial"/>
              </a:defRPr>
            </a:lvl6pPr>
            <a:lvl7pPr algn="l">
              <a:defRPr sz="2325" b="1">
                <a:solidFill>
                  <a:srgbClr val="79B8FF"/>
                </a:solidFill>
                <a:latin typeface="Arial"/>
                <a:ea typeface="Arial"/>
                <a:cs typeface="Arial"/>
              </a:defRPr>
            </a:lvl7pPr>
            <a:lvl8pPr algn="l">
              <a:defRPr sz="2325" b="1">
                <a:solidFill>
                  <a:srgbClr val="79B8FF"/>
                </a:solidFill>
                <a:latin typeface="Arial"/>
                <a:ea typeface="Arial"/>
                <a:cs typeface="Arial"/>
              </a:defRPr>
            </a:lvl8pPr>
            <a:lvl9pPr algn="l">
              <a:defRPr sz="2325" b="1">
                <a:solidFill>
                  <a:srgbClr val="79B8FF"/>
                </a:solidFill>
                <a:latin typeface="Arial"/>
                <a:ea typeface="Arial"/>
                <a:cs typeface="Arial"/>
              </a:defRPr>
            </a:lvl9pPr>
          </a:lstStyle>
          <a:p xmlns:a="http://schemas.openxmlformats.org/drawingml/2006/main">
            <a:pPr algn="l">
              <a:defRPr sz="2325" b="1">
                <a:solidFill>
                  <a:srgbClr val="79B8FF"/>
                </a:solidFill>
                <a:latin typeface="Arial"/>
                <a:ea typeface="Arial"/>
                <a:cs typeface="Arial"/>
              </a:defRPr>
            </a:pPr>
            <a:r>
              <a:rPr sz="2325" b="1">
                <a:solidFill>
                  <a:srgbClr val="79B8FF"/>
                </a:solidFill>
                <a:latin typeface="Arial"/>
                <a:ea typeface="Arial"/>
                <a:cs typeface="Arial"/>
              </a:rPr>
              <a:t>Việc gì tiếp?</a:t>
            </a:r>
          </a:p>
          <a:p xmlns:a="http://schemas.openxmlformats.org/drawingml/2006/main">
            <a:pPr algn="l">
              <a:defRPr sz="2325" b="1">
                <a:solidFill>
                  <a:srgbClr val="79B8FF"/>
                </a:solidFill>
                <a:latin typeface="Arial"/>
                <a:ea typeface="Arial"/>
                <a:cs typeface="Arial"/>
              </a:defRPr>
            </a:pPr>
            <a:r>
              <a:rPr sz="2325" b="1">
                <a:solidFill>
                  <a:srgbClr val="79B8FF"/>
                </a:solidFill>
                <a:latin typeface="Arial"/>
                <a:ea typeface="Arial"/>
                <a:cs typeface="Arial"/>
              </a:rPr>
              <a:t>Tới đâu?</a:t>
            </a:r>
          </a:p>
          <a:p xmlns:a="http://schemas.openxmlformats.org/drawingml/2006/main">
            <a:pPr algn="l">
              <a:defRPr sz="2325" b="1">
                <a:solidFill>
                  <a:srgbClr val="79B8FF"/>
                </a:solidFill>
                <a:latin typeface="Arial"/>
                <a:ea typeface="Arial"/>
                <a:cs typeface="Arial"/>
              </a:defRPr>
            </a:pPr>
            <a:r>
              <a:rPr sz="2325" b="1">
                <a:solidFill>
                  <a:srgbClr val="79B8FF"/>
                </a:solidFill>
                <a:latin typeface="Arial"/>
                <a:ea typeface="Arial"/>
                <a:cs typeface="Arial"/>
              </a:rPr>
              <a:t>Khi nào?</a:t>
            </a:r>
          </a:p>
        </p:txBody>
      </p:sp>
      <p:pic>
        <p:nvPicPr>
          <p:cNvPr id="5" name="">
            <a:extLst xmlns:a="http://schemas.openxmlformats.org/drawingml/2006/main">
              <a:ext uri="{FF2B5EF4-FFF2-40B4-BE49-F238E27FC236}">
                <a16:creationId xmlns:a16="http://schemas.microsoft.com/office/drawing/2014/main" id="{C4F21EFC-2B54-45D4-B8C8-4D602ED9D74F}"/>
              </a:ext>
            </a:extLst>
          </p:cNvPr>
          <p:cNvPicPr>
            <a:picLocks xmlns:a="http://schemas.openxmlformats.org/drawingml/2006/main" noChangeAspect="1"/>
          </p:cNvPicPr>
          <p:nvPr/>
        </p:nvPicPr>
        <p:blipFill>
          <a:blip xmlns:r="http://schemas.openxmlformats.org/officeDocument/2006/relationships" xmlns:a="http://schemas.openxmlformats.org/drawingml/2006/main" r:embed="R28cdb4ae3b51457d"/>
          <a:stretch xmlns:a="http://schemas.openxmlformats.org/drawingml/2006/main"/>
        </p:blipFill>
        <p:spPr>
          <a:xfrm xmlns:a="http://schemas.openxmlformats.org/drawingml/2006/main">
            <a:off x="8167688" y="2905125"/>
            <a:ext cx="2619375" cy="3143250"/>
          </a:xfrm>
          <a:prstGeom xmlns:a="http://schemas.openxmlformats.org/drawingml/2006/main" prst="rect">
            <a:avLst/>
          </a:prstGeom>
        </p:spPr>
      </p:pic>
      <p:sp>
        <p:nvSpPr>
          <p:cNvPr id="6" name="diagram-5">
            <a:extLst xmlns:a="http://schemas.openxmlformats.org/drawingml/2006/main">
              <a:ext uri="{FF2B5EF4-FFF2-40B4-BE49-F238E27FC236}">
                <a16:creationId xmlns:a16="http://schemas.microsoft.com/office/drawing/2014/main" id="{E93098C6-444E-4704-8425-3597265B7252}"/>
              </a:ext>
            </a:extLst>
          </p:cNvPr>
          <p:cNvSpPr>
            <a:spLocks xmlns:a="http://schemas.openxmlformats.org/drawingml/2006/main" noGrp="1"/>
          </p:cNvSpPr>
          <p:nvPr/>
        </p:nvSpPr>
        <p:spPr>
          <a:xfrm xmlns:a="http://schemas.openxmlformats.org/drawingml/2006/main">
            <a:off x="619125" y="6200775"/>
            <a:ext cx="1000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C1D2E0"/>
                </a:solidFill>
                <a:latin typeface="Arial"/>
                <a:ea typeface="Arial"/>
                <a:cs typeface="Arial"/>
              </a:defRPr>
            </a:defPPr>
            <a:lvl1pPr algn="l">
              <a:defRPr sz="1275" b="0">
                <a:solidFill>
                  <a:srgbClr val="C1D2E0"/>
                </a:solidFill>
                <a:latin typeface="Arial"/>
                <a:ea typeface="Arial"/>
                <a:cs typeface="Arial"/>
              </a:defRPr>
            </a:lvl1pPr>
            <a:lvl2pPr algn="l">
              <a:defRPr sz="1275" b="0">
                <a:solidFill>
                  <a:srgbClr val="C1D2E0"/>
                </a:solidFill>
                <a:latin typeface="Arial"/>
                <a:ea typeface="Arial"/>
                <a:cs typeface="Arial"/>
              </a:defRPr>
            </a:lvl2pPr>
            <a:lvl3pPr algn="l">
              <a:defRPr sz="1275" b="0">
                <a:solidFill>
                  <a:srgbClr val="C1D2E0"/>
                </a:solidFill>
                <a:latin typeface="Arial"/>
                <a:ea typeface="Arial"/>
                <a:cs typeface="Arial"/>
              </a:defRPr>
            </a:lvl3pPr>
            <a:lvl4pPr algn="l">
              <a:defRPr sz="1275" b="0">
                <a:solidFill>
                  <a:srgbClr val="C1D2E0"/>
                </a:solidFill>
                <a:latin typeface="Arial"/>
                <a:ea typeface="Arial"/>
                <a:cs typeface="Arial"/>
              </a:defRPr>
            </a:lvl4pPr>
            <a:lvl5pPr algn="l">
              <a:defRPr sz="1275" b="0">
                <a:solidFill>
                  <a:srgbClr val="C1D2E0"/>
                </a:solidFill>
                <a:latin typeface="Arial"/>
                <a:ea typeface="Arial"/>
                <a:cs typeface="Arial"/>
              </a:defRPr>
            </a:lvl5pPr>
            <a:lvl6pPr algn="l">
              <a:defRPr sz="1275" b="0">
                <a:solidFill>
                  <a:srgbClr val="C1D2E0"/>
                </a:solidFill>
                <a:latin typeface="Arial"/>
                <a:ea typeface="Arial"/>
                <a:cs typeface="Arial"/>
              </a:defRPr>
            </a:lvl6pPr>
            <a:lvl7pPr algn="l">
              <a:defRPr sz="1275" b="0">
                <a:solidFill>
                  <a:srgbClr val="C1D2E0"/>
                </a:solidFill>
                <a:latin typeface="Arial"/>
                <a:ea typeface="Arial"/>
                <a:cs typeface="Arial"/>
              </a:defRPr>
            </a:lvl7pPr>
            <a:lvl8pPr algn="l">
              <a:defRPr sz="1275" b="0">
                <a:solidFill>
                  <a:srgbClr val="C1D2E0"/>
                </a:solidFill>
                <a:latin typeface="Arial"/>
                <a:ea typeface="Arial"/>
                <a:cs typeface="Arial"/>
              </a:defRPr>
            </a:lvl8pPr>
            <a:lvl9pPr algn="l">
              <a:defRPr sz="1275" b="0">
                <a:solidFill>
                  <a:srgbClr val="C1D2E0"/>
                </a:solidFill>
                <a:latin typeface="Arial"/>
                <a:ea typeface="Arial"/>
                <a:cs typeface="Arial"/>
              </a:defRPr>
            </a:lvl9pPr>
          </a:lstStyle>
          <a:p xmlns:a="http://schemas.openxmlformats.org/drawingml/2006/main">
            <a:pPr algn="l">
              <a:defRPr sz="1275" b="0">
                <a:solidFill>
                  <a:srgbClr val="C1D2E0"/>
                </a:solidFill>
                <a:latin typeface="Arial"/>
                <a:ea typeface="Arial"/>
                <a:cs typeface="Arial"/>
              </a:defRPr>
            </a:pPr>
            <a:r>
              <a:rPr sz="1275" b="0">
                <a:solidFill>
                  <a:srgbClr val="C1D2E0"/>
                </a:solidFill>
                <a:latin typeface="Arial"/>
                <a:ea typeface="Arial"/>
                <a:cs typeface="Arial"/>
              </a:rPr>
              <a:t>Vinmec · Bản đang hoàn thiện · 19/10/2026</a:t>
            </a:r>
          </a:p>
        </p:txBody>
      </p:sp>
      <p:sp>
        <p:nvSpPr>
          <p:cNvPr id="7" name="diagram-6">
            <a:extLst xmlns:a="http://schemas.openxmlformats.org/drawingml/2006/main">
              <a:ext uri="{FF2B5EF4-FFF2-40B4-BE49-F238E27FC236}">
                <a16:creationId xmlns:a16="http://schemas.microsoft.com/office/drawing/2014/main" id="{2856CC2B-DD70-4038-9E25-5CF44527DA44}"/>
              </a:ext>
            </a:extLst>
          </p:cNvPr>
          <p:cNvSpPr>
            <a:spLocks xmlns:a="http://schemas.openxmlformats.org/drawingml/2006/main" noGrp="1"/>
          </p:cNvSpPr>
          <p:nvPr/>
        </p:nvSpPr>
        <p:spPr>
          <a:xfrm xmlns:a="http://schemas.openxmlformats.org/drawingml/2006/main">
            <a:off x="11287125" y="6200775"/>
            <a:ext cx="428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350" b="1">
                <a:solidFill>
                  <a:srgbClr val="79B8FF"/>
                </a:solidFill>
                <a:latin typeface="Arial"/>
                <a:ea typeface="Arial"/>
                <a:cs typeface="Arial"/>
              </a:defRPr>
            </a:defPPr>
            <a:lvl1pPr algn="r">
              <a:defRPr sz="1350" b="1">
                <a:solidFill>
                  <a:srgbClr val="79B8FF"/>
                </a:solidFill>
                <a:latin typeface="Arial"/>
                <a:ea typeface="Arial"/>
                <a:cs typeface="Arial"/>
              </a:defRPr>
            </a:lvl1pPr>
            <a:lvl2pPr algn="r">
              <a:defRPr sz="1350" b="1">
                <a:solidFill>
                  <a:srgbClr val="79B8FF"/>
                </a:solidFill>
                <a:latin typeface="Arial"/>
                <a:ea typeface="Arial"/>
                <a:cs typeface="Arial"/>
              </a:defRPr>
            </a:lvl2pPr>
            <a:lvl3pPr algn="r">
              <a:defRPr sz="1350" b="1">
                <a:solidFill>
                  <a:srgbClr val="79B8FF"/>
                </a:solidFill>
                <a:latin typeface="Arial"/>
                <a:ea typeface="Arial"/>
                <a:cs typeface="Arial"/>
              </a:defRPr>
            </a:lvl3pPr>
            <a:lvl4pPr algn="r">
              <a:defRPr sz="1350" b="1">
                <a:solidFill>
                  <a:srgbClr val="79B8FF"/>
                </a:solidFill>
                <a:latin typeface="Arial"/>
                <a:ea typeface="Arial"/>
                <a:cs typeface="Arial"/>
              </a:defRPr>
            </a:lvl4pPr>
            <a:lvl5pPr algn="r">
              <a:defRPr sz="1350" b="1">
                <a:solidFill>
                  <a:srgbClr val="79B8FF"/>
                </a:solidFill>
                <a:latin typeface="Arial"/>
                <a:ea typeface="Arial"/>
                <a:cs typeface="Arial"/>
              </a:defRPr>
            </a:lvl5pPr>
            <a:lvl6pPr algn="r">
              <a:defRPr sz="1350" b="1">
                <a:solidFill>
                  <a:srgbClr val="79B8FF"/>
                </a:solidFill>
                <a:latin typeface="Arial"/>
                <a:ea typeface="Arial"/>
                <a:cs typeface="Arial"/>
              </a:defRPr>
            </a:lvl6pPr>
            <a:lvl7pPr algn="r">
              <a:defRPr sz="1350" b="1">
                <a:solidFill>
                  <a:srgbClr val="79B8FF"/>
                </a:solidFill>
                <a:latin typeface="Arial"/>
                <a:ea typeface="Arial"/>
                <a:cs typeface="Arial"/>
              </a:defRPr>
            </a:lvl7pPr>
            <a:lvl8pPr algn="r">
              <a:defRPr sz="1350" b="1">
                <a:solidFill>
                  <a:srgbClr val="79B8FF"/>
                </a:solidFill>
                <a:latin typeface="Arial"/>
                <a:ea typeface="Arial"/>
                <a:cs typeface="Arial"/>
              </a:defRPr>
            </a:lvl8pPr>
            <a:lvl9pPr algn="r">
              <a:defRPr sz="1350" b="1">
                <a:solidFill>
                  <a:srgbClr val="79B8FF"/>
                </a:solidFill>
                <a:latin typeface="Arial"/>
                <a:ea typeface="Arial"/>
                <a:cs typeface="Arial"/>
              </a:defRPr>
            </a:lvl9pPr>
          </a:lstStyle>
          <a:p xmlns:a="http://schemas.openxmlformats.org/drawingml/2006/main">
            <a:pPr algn="r">
              <a:defRPr sz="1350" b="1">
                <a:solidFill>
                  <a:srgbClr val="79B8FF"/>
                </a:solidFill>
                <a:latin typeface="Arial"/>
                <a:ea typeface="Arial"/>
                <a:cs typeface="Arial"/>
              </a:defRPr>
            </a:pPr>
            <a:r>
              <a:rPr sz="1350" b="1">
                <a:solidFill>
                  <a:srgbClr val="79B8FF"/>
                </a:solidFill>
                <a:latin typeface="Arial"/>
                <a:ea typeface="Arial"/>
                <a:cs typeface="Arial"/>
              </a:rPr>
              <a:t>01</a:t>
            </a:r>
          </a:p>
        </p:txBody>
      </p:sp>
    </p:spTree>
    <p:extLst>
      <p:ext uri="{BB962C8B-B14F-4D97-AF65-F5344CB8AC3E}">
        <p14:creationId xmlns:p14="http://schemas.microsoft.com/office/powerpoint/2010/main" val="404270957"/>
      </p:ext>
    </p:extLst>
  </p:cSld>
</p:sld>
</file>

<file path=ppt/slides/slide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4" name="diagram-7">
            <a:extLst xmlns:a="http://schemas.openxmlformats.org/drawingml/2006/main">
              <a:ext uri="{FF2B5EF4-FFF2-40B4-BE49-F238E27FC236}">
                <a16:creationId xmlns:a16="http://schemas.microsoft.com/office/drawing/2014/main" id="{51F8D922-8C5E-45CF-A137-42CA4B601BEB}"/>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02A43"/>
                </a:solidFill>
                <a:latin typeface="Arial"/>
                <a:ea typeface="Arial"/>
                <a:cs typeface="Arial"/>
              </a:defRPr>
            </a:defPPr>
            <a:lvl1pPr algn="l">
              <a:defRPr sz="3150" b="1">
                <a:solidFill>
                  <a:srgbClr val="102A43"/>
                </a:solidFill>
                <a:latin typeface="Arial"/>
                <a:ea typeface="Arial"/>
                <a:cs typeface="Arial"/>
              </a:defRPr>
            </a:lvl1pPr>
            <a:lvl2pPr algn="l">
              <a:defRPr sz="3150" b="1">
                <a:solidFill>
                  <a:srgbClr val="102A43"/>
                </a:solidFill>
                <a:latin typeface="Arial"/>
                <a:ea typeface="Arial"/>
                <a:cs typeface="Arial"/>
              </a:defRPr>
            </a:lvl2pPr>
            <a:lvl3pPr algn="l">
              <a:defRPr sz="3150" b="1">
                <a:solidFill>
                  <a:srgbClr val="102A43"/>
                </a:solidFill>
                <a:latin typeface="Arial"/>
                <a:ea typeface="Arial"/>
                <a:cs typeface="Arial"/>
              </a:defRPr>
            </a:lvl3pPr>
            <a:lvl4pPr algn="l">
              <a:defRPr sz="3150" b="1">
                <a:solidFill>
                  <a:srgbClr val="102A43"/>
                </a:solidFill>
                <a:latin typeface="Arial"/>
                <a:ea typeface="Arial"/>
                <a:cs typeface="Arial"/>
              </a:defRPr>
            </a:lvl4pPr>
            <a:lvl5pPr algn="l">
              <a:defRPr sz="3150" b="1">
                <a:solidFill>
                  <a:srgbClr val="102A43"/>
                </a:solidFill>
                <a:latin typeface="Arial"/>
                <a:ea typeface="Arial"/>
                <a:cs typeface="Arial"/>
              </a:defRPr>
            </a:lvl5pPr>
            <a:lvl6pPr algn="l">
              <a:defRPr sz="3150" b="1">
                <a:solidFill>
                  <a:srgbClr val="102A43"/>
                </a:solidFill>
                <a:latin typeface="Arial"/>
                <a:ea typeface="Arial"/>
                <a:cs typeface="Arial"/>
              </a:defRPr>
            </a:lvl6pPr>
            <a:lvl7pPr algn="l">
              <a:defRPr sz="3150" b="1">
                <a:solidFill>
                  <a:srgbClr val="102A43"/>
                </a:solidFill>
                <a:latin typeface="Arial"/>
                <a:ea typeface="Arial"/>
                <a:cs typeface="Arial"/>
              </a:defRPr>
            </a:lvl7pPr>
            <a:lvl8pPr algn="l">
              <a:defRPr sz="3150" b="1">
                <a:solidFill>
                  <a:srgbClr val="102A43"/>
                </a:solidFill>
                <a:latin typeface="Arial"/>
                <a:ea typeface="Arial"/>
                <a:cs typeface="Arial"/>
              </a:defRPr>
            </a:lvl8pPr>
            <a:lvl9pPr algn="l">
              <a:defRPr sz="3150" b="1">
                <a:solidFill>
                  <a:srgbClr val="102A43"/>
                </a:solidFill>
                <a:latin typeface="Arial"/>
                <a:ea typeface="Arial"/>
                <a:cs typeface="Arial"/>
              </a:defRPr>
            </a:lvl9pPr>
          </a:lstStyle>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Nghiên cứu trải nghiệm</a:t>
            </a:r>
          </a:p>
        </p:txBody>
      </p:sp>
      <p:sp>
        <p:nvSpPr>
          <p:cNvPr id="2" name="diagram-8">
            <a:extLst xmlns:a="http://schemas.openxmlformats.org/drawingml/2006/main">
              <a:ext uri="{FF2B5EF4-FFF2-40B4-BE49-F238E27FC236}">
                <a16:creationId xmlns:a16="http://schemas.microsoft.com/office/drawing/2014/main" id="{DCB40FAB-6A5F-4A67-A176-D90DA6A62084}"/>
              </a:ext>
            </a:extLst>
          </p:cNvPr>
          <p:cNvSpPr>
            <a:spLocks xmlns:a="http://schemas.openxmlformats.org/drawingml/2006/main" noGrp="1"/>
          </p:cNvSpPr>
          <p:nvPr/>
        </p:nvSpPr>
        <p:spPr>
          <a:xfrm xmlns:a="http://schemas.openxmlformats.org/drawingml/2006/main">
            <a:off x="571500" y="114300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defRPr sz="1725" b="0">
                <a:solidFill>
                  <a:srgbClr val="526773"/>
                </a:solidFill>
                <a:latin typeface="Arial"/>
                <a:ea typeface="Arial"/>
                <a:cs typeface="Arial"/>
              </a:defRPr>
            </a:lvl1pPr>
            <a:lvl2pPr algn="l">
              <a:defRPr sz="1725" b="0">
                <a:solidFill>
                  <a:srgbClr val="526773"/>
                </a:solidFill>
                <a:latin typeface="Arial"/>
                <a:ea typeface="Arial"/>
                <a:cs typeface="Arial"/>
              </a:defRPr>
            </a:lvl2pPr>
            <a:lvl3pPr algn="l">
              <a:defRPr sz="1725" b="0">
                <a:solidFill>
                  <a:srgbClr val="526773"/>
                </a:solidFill>
                <a:latin typeface="Arial"/>
                <a:ea typeface="Arial"/>
                <a:cs typeface="Arial"/>
              </a:defRPr>
            </a:lvl3pPr>
            <a:lvl4pPr algn="l">
              <a:defRPr sz="1725" b="0">
                <a:solidFill>
                  <a:srgbClr val="526773"/>
                </a:solidFill>
                <a:latin typeface="Arial"/>
                <a:ea typeface="Arial"/>
                <a:cs typeface="Arial"/>
              </a:defRPr>
            </a:lvl4pPr>
            <a:lvl5pPr algn="l">
              <a:defRPr sz="1725" b="0">
                <a:solidFill>
                  <a:srgbClr val="526773"/>
                </a:solidFill>
                <a:latin typeface="Arial"/>
                <a:ea typeface="Arial"/>
                <a:cs typeface="Arial"/>
              </a:defRPr>
            </a:lvl5pPr>
            <a:lvl6pPr algn="l">
              <a:defRPr sz="1725" b="0">
                <a:solidFill>
                  <a:srgbClr val="526773"/>
                </a:solidFill>
                <a:latin typeface="Arial"/>
                <a:ea typeface="Arial"/>
                <a:cs typeface="Arial"/>
              </a:defRPr>
            </a:lvl6pPr>
            <a:lvl7pPr algn="l">
              <a:defRPr sz="1725" b="0">
                <a:solidFill>
                  <a:srgbClr val="526773"/>
                </a:solidFill>
                <a:latin typeface="Arial"/>
                <a:ea typeface="Arial"/>
                <a:cs typeface="Arial"/>
              </a:defRPr>
            </a:lvl7pPr>
            <a:lvl8pPr algn="l">
              <a:defRPr sz="1725" b="0">
                <a:solidFill>
                  <a:srgbClr val="526773"/>
                </a:solidFill>
                <a:latin typeface="Arial"/>
                <a:ea typeface="Arial"/>
                <a:cs typeface="Arial"/>
              </a:defRPr>
            </a:lvl8pPr>
            <a:lvl9pPr algn="l">
              <a:defRPr sz="1725" b="0">
                <a:solidFill>
                  <a:srgbClr val="526773"/>
                </a:solidFill>
                <a:latin typeface="Arial"/>
                <a:ea typeface="Arial"/>
                <a:cs typeface="Arial"/>
              </a:defRPr>
            </a:lvl9pPr>
          </a:lstStyle>
          <a:p xmlns:a="http://schemas.openxmlformats.org/drawingml/2006/main">
            <a:pPr algn="l">
              <a:defRPr sz="1725" b="0">
                <a:solidFill>
                  <a:srgbClr val="526773"/>
                </a:solidFill>
                <a:latin typeface="Arial"/>
                <a:ea typeface="Arial"/>
                <a:cs typeface="Arial"/>
              </a:defRPr>
            </a:pPr>
            <a:r>
              <a:rPr sz="1725" b="0">
                <a:solidFill>
                  <a:srgbClr val="526773"/>
                </a:solidFill>
                <a:latin typeface="Arial"/>
                <a:ea typeface="Arial"/>
                <a:cs typeface="Arial"/>
              </a:rPr>
              <a:t>Hai cuộc phỏng vấn và một trải nghiệm tự thuật</a:t>
            </a:r>
          </a:p>
        </p:txBody>
      </p:sp>
      <p:pic>
        <p:nvPicPr>
          <p:cNvPr id="3" name="">
            <a:extLst xmlns:a="http://schemas.openxmlformats.org/drawingml/2006/main">
              <a:ext uri="{FF2B5EF4-FFF2-40B4-BE49-F238E27FC236}">
                <a16:creationId xmlns:a16="http://schemas.microsoft.com/office/drawing/2014/main" id="{50608C3F-5C3B-449A-B5A3-E7C1E3147D2D}"/>
              </a:ext>
            </a:extLst>
          </p:cNvPr>
          <p:cNvPicPr>
            <a:picLocks xmlns:a="http://schemas.openxmlformats.org/drawingml/2006/main" noChangeAspect="1"/>
          </p:cNvPicPr>
          <p:nvPr/>
        </p:nvPicPr>
        <p:blipFill>
          <a:blip xmlns:r="http://schemas.openxmlformats.org/officeDocument/2006/relationships" xmlns:a="http://schemas.openxmlformats.org/drawingml/2006/main" r:embed="R38e8630e84f74230"/>
          <a:stretch xmlns:a="http://schemas.openxmlformats.org/drawingml/2006/main"/>
        </p:blipFill>
        <p:spPr>
          <a:xfrm xmlns:a="http://schemas.openxmlformats.org/drawingml/2006/main">
            <a:off x="523875" y="2159000"/>
            <a:ext cx="4953000" cy="3302000"/>
          </a:xfrm>
          <a:prstGeom xmlns:a="http://schemas.openxmlformats.org/drawingml/2006/main" prst="rect">
            <a:avLst/>
          </a:prstGeom>
        </p:spPr>
      </p:pic>
      <p:sp>
        <p:nvSpPr>
          <p:cNvPr id="4" name="diagram-9">
            <a:extLst xmlns:a="http://schemas.openxmlformats.org/drawingml/2006/main">
              <a:ext uri="{FF2B5EF4-FFF2-40B4-BE49-F238E27FC236}">
                <a16:creationId xmlns:a16="http://schemas.microsoft.com/office/drawing/2014/main" id="{BC7618F8-D491-4E8F-A96C-612A862C12DD}"/>
              </a:ext>
            </a:extLst>
          </p:cNvPr>
          <p:cNvSpPr>
            <a:spLocks xmlns:a="http://schemas.openxmlformats.org/drawingml/2006/main" noGrp="1"/>
          </p:cNvSpPr>
          <p:nvPr/>
        </p:nvSpPr>
        <p:spPr>
          <a:xfrm xmlns:a="http://schemas.openxmlformats.org/drawingml/2006/main">
            <a:off x="6286500" y="1762125"/>
            <a:ext cx="1524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7875" b="1">
                <a:solidFill>
                  <a:srgbClr val="246BCE"/>
                </a:solidFill>
                <a:latin typeface="Arial"/>
                <a:ea typeface="Arial"/>
                <a:cs typeface="Arial"/>
              </a:defRPr>
            </a:defPPr>
            <a:lvl1pPr algn="l">
              <a:defRPr sz="7875" b="1">
                <a:solidFill>
                  <a:srgbClr val="246BCE"/>
                </a:solidFill>
                <a:latin typeface="Arial"/>
                <a:ea typeface="Arial"/>
                <a:cs typeface="Arial"/>
              </a:defRPr>
            </a:lvl1pPr>
            <a:lvl2pPr algn="l">
              <a:defRPr sz="7875" b="1">
                <a:solidFill>
                  <a:srgbClr val="246BCE"/>
                </a:solidFill>
                <a:latin typeface="Arial"/>
                <a:ea typeface="Arial"/>
                <a:cs typeface="Arial"/>
              </a:defRPr>
            </a:lvl2pPr>
            <a:lvl3pPr algn="l">
              <a:defRPr sz="7875" b="1">
                <a:solidFill>
                  <a:srgbClr val="246BCE"/>
                </a:solidFill>
                <a:latin typeface="Arial"/>
                <a:ea typeface="Arial"/>
                <a:cs typeface="Arial"/>
              </a:defRPr>
            </a:lvl3pPr>
            <a:lvl4pPr algn="l">
              <a:defRPr sz="7875" b="1">
                <a:solidFill>
                  <a:srgbClr val="246BCE"/>
                </a:solidFill>
                <a:latin typeface="Arial"/>
                <a:ea typeface="Arial"/>
                <a:cs typeface="Arial"/>
              </a:defRPr>
            </a:lvl4pPr>
            <a:lvl5pPr algn="l">
              <a:defRPr sz="7875" b="1">
                <a:solidFill>
                  <a:srgbClr val="246BCE"/>
                </a:solidFill>
                <a:latin typeface="Arial"/>
                <a:ea typeface="Arial"/>
                <a:cs typeface="Arial"/>
              </a:defRPr>
            </a:lvl5pPr>
            <a:lvl6pPr algn="l">
              <a:defRPr sz="7875" b="1">
                <a:solidFill>
                  <a:srgbClr val="246BCE"/>
                </a:solidFill>
                <a:latin typeface="Arial"/>
                <a:ea typeface="Arial"/>
                <a:cs typeface="Arial"/>
              </a:defRPr>
            </a:lvl6pPr>
            <a:lvl7pPr algn="l">
              <a:defRPr sz="7875" b="1">
                <a:solidFill>
                  <a:srgbClr val="246BCE"/>
                </a:solidFill>
                <a:latin typeface="Arial"/>
                <a:ea typeface="Arial"/>
                <a:cs typeface="Arial"/>
              </a:defRPr>
            </a:lvl7pPr>
            <a:lvl8pPr algn="l">
              <a:defRPr sz="7875" b="1">
                <a:solidFill>
                  <a:srgbClr val="246BCE"/>
                </a:solidFill>
                <a:latin typeface="Arial"/>
                <a:ea typeface="Arial"/>
                <a:cs typeface="Arial"/>
              </a:defRPr>
            </a:lvl8pPr>
            <a:lvl9pPr algn="l">
              <a:defRPr sz="7875" b="1">
                <a:solidFill>
                  <a:srgbClr val="246BCE"/>
                </a:solidFill>
                <a:latin typeface="Arial"/>
                <a:ea typeface="Arial"/>
                <a:cs typeface="Arial"/>
              </a:defRPr>
            </a:lvl9pPr>
          </a:lstStyle>
          <a:p xmlns:a="http://schemas.openxmlformats.org/drawingml/2006/main">
            <a:pPr algn="l">
              <a:defRPr sz="7875" b="1">
                <a:solidFill>
                  <a:srgbClr val="246BCE"/>
                </a:solidFill>
                <a:latin typeface="Arial"/>
                <a:ea typeface="Arial"/>
                <a:cs typeface="Arial"/>
              </a:defRPr>
            </a:pPr>
            <a:r>
              <a:rPr sz="7875" b="1">
                <a:solidFill>
                  <a:srgbClr val="246BCE"/>
                </a:solidFill>
                <a:latin typeface="Arial"/>
                <a:ea typeface="Arial"/>
                <a:cs typeface="Arial"/>
              </a:rPr>
              <a:t>2</a:t>
            </a:r>
          </a:p>
        </p:txBody>
      </p:sp>
      <p:sp>
        <p:nvSpPr>
          <p:cNvPr id="5" name="diagram-10">
            <a:extLst xmlns:a="http://schemas.openxmlformats.org/drawingml/2006/main">
              <a:ext uri="{FF2B5EF4-FFF2-40B4-BE49-F238E27FC236}">
                <a16:creationId xmlns:a16="http://schemas.microsoft.com/office/drawing/2014/main" id="{D499A63A-3F0F-4764-8B84-2127697F320B}"/>
              </a:ext>
            </a:extLst>
          </p:cNvPr>
          <p:cNvSpPr>
            <a:spLocks xmlns:a="http://schemas.openxmlformats.org/drawingml/2006/main" noGrp="1"/>
          </p:cNvSpPr>
          <p:nvPr/>
        </p:nvSpPr>
        <p:spPr>
          <a:xfrm xmlns:a="http://schemas.openxmlformats.org/drawingml/2006/main">
            <a:off x="8096250" y="2047875"/>
            <a:ext cx="3381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102A43"/>
                </a:solidFill>
                <a:latin typeface="Arial"/>
                <a:ea typeface="Arial"/>
                <a:cs typeface="Arial"/>
              </a:defRPr>
            </a:defPPr>
            <a:lvl1pPr algn="l">
              <a:defRPr sz="2325" b="1">
                <a:solidFill>
                  <a:srgbClr val="102A43"/>
                </a:solidFill>
                <a:latin typeface="Arial"/>
                <a:ea typeface="Arial"/>
                <a:cs typeface="Arial"/>
              </a:defRPr>
            </a:lvl1pPr>
            <a:lvl2pPr algn="l">
              <a:defRPr sz="2325" b="1">
                <a:solidFill>
                  <a:srgbClr val="102A43"/>
                </a:solidFill>
                <a:latin typeface="Arial"/>
                <a:ea typeface="Arial"/>
                <a:cs typeface="Arial"/>
              </a:defRPr>
            </a:lvl2pPr>
            <a:lvl3pPr algn="l">
              <a:defRPr sz="2325" b="1">
                <a:solidFill>
                  <a:srgbClr val="102A43"/>
                </a:solidFill>
                <a:latin typeface="Arial"/>
                <a:ea typeface="Arial"/>
                <a:cs typeface="Arial"/>
              </a:defRPr>
            </a:lvl3pPr>
            <a:lvl4pPr algn="l">
              <a:defRPr sz="2325" b="1">
                <a:solidFill>
                  <a:srgbClr val="102A43"/>
                </a:solidFill>
                <a:latin typeface="Arial"/>
                <a:ea typeface="Arial"/>
                <a:cs typeface="Arial"/>
              </a:defRPr>
            </a:lvl4pPr>
            <a:lvl5pPr algn="l">
              <a:defRPr sz="2325" b="1">
                <a:solidFill>
                  <a:srgbClr val="102A43"/>
                </a:solidFill>
                <a:latin typeface="Arial"/>
                <a:ea typeface="Arial"/>
                <a:cs typeface="Arial"/>
              </a:defRPr>
            </a:lvl5pPr>
            <a:lvl6pPr algn="l">
              <a:defRPr sz="2325" b="1">
                <a:solidFill>
                  <a:srgbClr val="102A43"/>
                </a:solidFill>
                <a:latin typeface="Arial"/>
                <a:ea typeface="Arial"/>
                <a:cs typeface="Arial"/>
              </a:defRPr>
            </a:lvl6pPr>
            <a:lvl7pPr algn="l">
              <a:defRPr sz="2325" b="1">
                <a:solidFill>
                  <a:srgbClr val="102A43"/>
                </a:solidFill>
                <a:latin typeface="Arial"/>
                <a:ea typeface="Arial"/>
                <a:cs typeface="Arial"/>
              </a:defRPr>
            </a:lvl7pPr>
            <a:lvl8pPr algn="l">
              <a:defRPr sz="2325" b="1">
                <a:solidFill>
                  <a:srgbClr val="102A43"/>
                </a:solidFill>
                <a:latin typeface="Arial"/>
                <a:ea typeface="Arial"/>
                <a:cs typeface="Arial"/>
              </a:defRPr>
            </a:lvl8pPr>
            <a:lvl9pPr algn="l">
              <a:defRPr sz="2325" b="1">
                <a:solidFill>
                  <a:srgbClr val="102A43"/>
                </a:solidFill>
                <a:latin typeface="Arial"/>
                <a:ea typeface="Arial"/>
                <a:cs typeface="Arial"/>
              </a:defRPr>
            </a:lvl9pPr>
          </a:lstStyle>
          <a:p xmlns:a="http://schemas.openxmlformats.org/drawingml/2006/main">
            <a:pPr algn="l">
              <a:defRPr sz="2325" b="1">
                <a:solidFill>
                  <a:srgbClr val="102A43"/>
                </a:solidFill>
                <a:latin typeface="Arial"/>
                <a:ea typeface="Arial"/>
                <a:cs typeface="Arial"/>
              </a:defRPr>
            </a:pPr>
            <a:r>
              <a:rPr sz="2325" b="1">
                <a:solidFill>
                  <a:srgbClr val="102A43"/>
                </a:solidFill>
                <a:latin typeface="Arial"/>
                <a:ea typeface="Arial"/>
                <a:cs typeface="Arial"/>
              </a:rPr>
              <a:t>Cuộc phỏng vấn</a:t>
            </a:r>
          </a:p>
        </p:txBody>
      </p:sp>
      <p:sp>
        <p:nvSpPr>
          <p:cNvPr id="6" name="diagram-11">
            <a:extLst xmlns:a="http://schemas.openxmlformats.org/drawingml/2006/main">
              <a:ext uri="{FF2B5EF4-FFF2-40B4-BE49-F238E27FC236}">
                <a16:creationId xmlns:a16="http://schemas.microsoft.com/office/drawing/2014/main" id="{5E794334-18C9-4C39-87E8-597380235D2B}"/>
              </a:ext>
            </a:extLst>
          </p:cNvPr>
          <p:cNvSpPr>
            <a:spLocks xmlns:a="http://schemas.openxmlformats.org/drawingml/2006/main" noGrp="1"/>
          </p:cNvSpPr>
          <p:nvPr/>
        </p:nvSpPr>
        <p:spPr>
          <a:xfrm xmlns:a="http://schemas.openxmlformats.org/drawingml/2006/main">
            <a:off x="8096250" y="2667000"/>
            <a:ext cx="3381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773"/>
                </a:solidFill>
                <a:latin typeface="Arial"/>
                <a:ea typeface="Arial"/>
                <a:cs typeface="Arial"/>
              </a:defRPr>
            </a:defPPr>
            <a:lvl1pPr algn="l">
              <a:defRPr sz="1800" b="0">
                <a:solidFill>
                  <a:srgbClr val="526773"/>
                </a:solidFill>
                <a:latin typeface="Arial"/>
                <a:ea typeface="Arial"/>
                <a:cs typeface="Arial"/>
              </a:defRPr>
            </a:lvl1pPr>
            <a:lvl2pPr algn="l">
              <a:defRPr sz="1800" b="0">
                <a:solidFill>
                  <a:srgbClr val="526773"/>
                </a:solidFill>
                <a:latin typeface="Arial"/>
                <a:ea typeface="Arial"/>
                <a:cs typeface="Arial"/>
              </a:defRPr>
            </a:lvl2pPr>
            <a:lvl3pPr algn="l">
              <a:defRPr sz="1800" b="0">
                <a:solidFill>
                  <a:srgbClr val="526773"/>
                </a:solidFill>
                <a:latin typeface="Arial"/>
                <a:ea typeface="Arial"/>
                <a:cs typeface="Arial"/>
              </a:defRPr>
            </a:lvl3pPr>
            <a:lvl4pPr algn="l">
              <a:defRPr sz="1800" b="0">
                <a:solidFill>
                  <a:srgbClr val="526773"/>
                </a:solidFill>
                <a:latin typeface="Arial"/>
                <a:ea typeface="Arial"/>
                <a:cs typeface="Arial"/>
              </a:defRPr>
            </a:lvl4pPr>
            <a:lvl5pPr algn="l">
              <a:defRPr sz="1800" b="0">
                <a:solidFill>
                  <a:srgbClr val="526773"/>
                </a:solidFill>
                <a:latin typeface="Arial"/>
                <a:ea typeface="Arial"/>
                <a:cs typeface="Arial"/>
              </a:defRPr>
            </a:lvl5pPr>
            <a:lvl6pPr algn="l">
              <a:defRPr sz="1800" b="0">
                <a:solidFill>
                  <a:srgbClr val="526773"/>
                </a:solidFill>
                <a:latin typeface="Arial"/>
                <a:ea typeface="Arial"/>
                <a:cs typeface="Arial"/>
              </a:defRPr>
            </a:lvl6pPr>
            <a:lvl7pPr algn="l">
              <a:defRPr sz="1800" b="0">
                <a:solidFill>
                  <a:srgbClr val="526773"/>
                </a:solidFill>
                <a:latin typeface="Arial"/>
                <a:ea typeface="Arial"/>
                <a:cs typeface="Arial"/>
              </a:defRPr>
            </a:lvl7pPr>
            <a:lvl8pPr algn="l">
              <a:defRPr sz="1800" b="0">
                <a:solidFill>
                  <a:srgbClr val="526773"/>
                </a:solidFill>
                <a:latin typeface="Arial"/>
                <a:ea typeface="Arial"/>
                <a:cs typeface="Arial"/>
              </a:defRPr>
            </a:lvl8pPr>
            <a:lvl9pPr algn="l">
              <a:defRPr sz="1800" b="0">
                <a:solidFill>
                  <a:srgbClr val="526773"/>
                </a:solidFill>
                <a:latin typeface="Arial"/>
                <a:ea typeface="Arial"/>
                <a:cs typeface="Arial"/>
              </a:defRPr>
            </a:lvl9pPr>
          </a:lstStyle>
          <a:p xmlns:a="http://schemas.openxmlformats.org/drawingml/2006/main">
            <a:pPr algn="l">
              <a:defRPr sz="1800" b="0">
                <a:solidFill>
                  <a:srgbClr val="526773"/>
                </a:solidFill>
                <a:latin typeface="Arial"/>
                <a:ea typeface="Arial"/>
                <a:cs typeface="Arial"/>
              </a:defRPr>
            </a:pPr>
            <a:r>
              <a:rPr sz="1800" b="0">
                <a:solidFill>
                  <a:srgbClr val="526773"/>
                </a:solidFill>
                <a:latin typeface="Arial"/>
                <a:ea typeface="Arial"/>
                <a:cs typeface="Arial"/>
              </a:rPr>
              <a:t>Trải nghiệm người tham gia kể lại</a:t>
            </a:r>
          </a:p>
        </p:txBody>
      </p:sp>
      <p:sp>
        <p:nvSpPr>
          <p:cNvPr id="7" name="diagram-12">
            <a:extLst xmlns:a="http://schemas.openxmlformats.org/drawingml/2006/main">
              <a:ext uri="{FF2B5EF4-FFF2-40B4-BE49-F238E27FC236}">
                <a16:creationId xmlns:a16="http://schemas.microsoft.com/office/drawing/2014/main" id="{74AB77F9-442B-4A4A-B3F9-A0BE6BE199F2}"/>
              </a:ext>
            </a:extLst>
          </p:cNvPr>
          <p:cNvSpPr>
            <a:spLocks xmlns:a="http://schemas.openxmlformats.org/drawingml/2006/main" noGrp="1"/>
          </p:cNvSpPr>
          <p:nvPr/>
        </p:nvSpPr>
        <p:spPr>
          <a:xfrm xmlns:a="http://schemas.openxmlformats.org/drawingml/2006/main">
            <a:off x="6286500" y="3619500"/>
            <a:ext cx="5191125" cy="19050"/>
          </a:xfrm>
          <a:prstGeom xmlns:a="http://schemas.openxmlformats.org/drawingml/2006/main" prst="rect">
            <a:avLst/>
          </a:prstGeom>
          <a:solidFill xmlns:a="http://schemas.openxmlformats.org/drawingml/2006/main">
            <a:srgbClr val="E2E8E8"/>
          </a:solidFill>
          <a:ln xmlns:a="http://schemas.openxmlformats.org/drawingml/2006/main" w="0">
            <a:noFill/>
            <a:prstDash val="solid"/>
          </a:ln>
        </p:spPr>
      </p:sp>
      <p:sp>
        <p:nvSpPr>
          <p:cNvPr id="8" name="diagram-13">
            <a:extLst xmlns:a="http://schemas.openxmlformats.org/drawingml/2006/main">
              <a:ext uri="{FF2B5EF4-FFF2-40B4-BE49-F238E27FC236}">
                <a16:creationId xmlns:a16="http://schemas.microsoft.com/office/drawing/2014/main" id="{6AF0E62C-32A4-4DC7-8733-84CCFF0B7747}"/>
              </a:ext>
            </a:extLst>
          </p:cNvPr>
          <p:cNvSpPr>
            <a:spLocks xmlns:a="http://schemas.openxmlformats.org/drawingml/2006/main" noGrp="1"/>
          </p:cNvSpPr>
          <p:nvPr/>
        </p:nvSpPr>
        <p:spPr>
          <a:xfrm xmlns:a="http://schemas.openxmlformats.org/drawingml/2006/main">
            <a:off x="6286500" y="3810000"/>
            <a:ext cx="1524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7875" b="1">
                <a:solidFill>
                  <a:srgbClr val="246BCE"/>
                </a:solidFill>
                <a:latin typeface="Arial"/>
                <a:ea typeface="Arial"/>
                <a:cs typeface="Arial"/>
              </a:defRPr>
            </a:defPPr>
            <a:lvl1pPr algn="l">
              <a:defRPr sz="7875" b="1">
                <a:solidFill>
                  <a:srgbClr val="246BCE"/>
                </a:solidFill>
                <a:latin typeface="Arial"/>
                <a:ea typeface="Arial"/>
                <a:cs typeface="Arial"/>
              </a:defRPr>
            </a:lvl1pPr>
            <a:lvl2pPr algn="l">
              <a:defRPr sz="7875" b="1">
                <a:solidFill>
                  <a:srgbClr val="246BCE"/>
                </a:solidFill>
                <a:latin typeface="Arial"/>
                <a:ea typeface="Arial"/>
                <a:cs typeface="Arial"/>
              </a:defRPr>
            </a:lvl2pPr>
            <a:lvl3pPr algn="l">
              <a:defRPr sz="7875" b="1">
                <a:solidFill>
                  <a:srgbClr val="246BCE"/>
                </a:solidFill>
                <a:latin typeface="Arial"/>
                <a:ea typeface="Arial"/>
                <a:cs typeface="Arial"/>
              </a:defRPr>
            </a:lvl3pPr>
            <a:lvl4pPr algn="l">
              <a:defRPr sz="7875" b="1">
                <a:solidFill>
                  <a:srgbClr val="246BCE"/>
                </a:solidFill>
                <a:latin typeface="Arial"/>
                <a:ea typeface="Arial"/>
                <a:cs typeface="Arial"/>
              </a:defRPr>
            </a:lvl4pPr>
            <a:lvl5pPr algn="l">
              <a:defRPr sz="7875" b="1">
                <a:solidFill>
                  <a:srgbClr val="246BCE"/>
                </a:solidFill>
                <a:latin typeface="Arial"/>
                <a:ea typeface="Arial"/>
                <a:cs typeface="Arial"/>
              </a:defRPr>
            </a:lvl5pPr>
            <a:lvl6pPr algn="l">
              <a:defRPr sz="7875" b="1">
                <a:solidFill>
                  <a:srgbClr val="246BCE"/>
                </a:solidFill>
                <a:latin typeface="Arial"/>
                <a:ea typeface="Arial"/>
                <a:cs typeface="Arial"/>
              </a:defRPr>
            </a:lvl6pPr>
            <a:lvl7pPr algn="l">
              <a:defRPr sz="7875" b="1">
                <a:solidFill>
                  <a:srgbClr val="246BCE"/>
                </a:solidFill>
                <a:latin typeface="Arial"/>
                <a:ea typeface="Arial"/>
                <a:cs typeface="Arial"/>
              </a:defRPr>
            </a:lvl7pPr>
            <a:lvl8pPr algn="l">
              <a:defRPr sz="7875" b="1">
                <a:solidFill>
                  <a:srgbClr val="246BCE"/>
                </a:solidFill>
                <a:latin typeface="Arial"/>
                <a:ea typeface="Arial"/>
                <a:cs typeface="Arial"/>
              </a:defRPr>
            </a:lvl8pPr>
            <a:lvl9pPr algn="l">
              <a:defRPr sz="7875" b="1">
                <a:solidFill>
                  <a:srgbClr val="246BCE"/>
                </a:solidFill>
                <a:latin typeface="Arial"/>
                <a:ea typeface="Arial"/>
                <a:cs typeface="Arial"/>
              </a:defRPr>
            </a:lvl9pPr>
          </a:lstStyle>
          <a:p xmlns:a="http://schemas.openxmlformats.org/drawingml/2006/main">
            <a:pPr algn="l">
              <a:defRPr sz="7875" b="1">
                <a:solidFill>
                  <a:srgbClr val="246BCE"/>
                </a:solidFill>
                <a:latin typeface="Arial"/>
                <a:ea typeface="Arial"/>
                <a:cs typeface="Arial"/>
              </a:defRPr>
            </a:pPr>
            <a:r>
              <a:rPr sz="7875" b="1">
                <a:solidFill>
                  <a:srgbClr val="246BCE"/>
                </a:solidFill>
                <a:latin typeface="Arial"/>
                <a:ea typeface="Arial"/>
                <a:cs typeface="Arial"/>
              </a:rPr>
              <a:t>1</a:t>
            </a:r>
          </a:p>
        </p:txBody>
      </p:sp>
      <p:sp>
        <p:nvSpPr>
          <p:cNvPr id="9" name="diagram-14">
            <a:extLst xmlns:a="http://schemas.openxmlformats.org/drawingml/2006/main">
              <a:ext uri="{FF2B5EF4-FFF2-40B4-BE49-F238E27FC236}">
                <a16:creationId xmlns:a16="http://schemas.microsoft.com/office/drawing/2014/main" id="{797176E6-F787-4DD4-AEA2-F060FD911E60}"/>
              </a:ext>
            </a:extLst>
          </p:cNvPr>
          <p:cNvSpPr>
            <a:spLocks xmlns:a="http://schemas.openxmlformats.org/drawingml/2006/main" noGrp="1"/>
          </p:cNvSpPr>
          <p:nvPr/>
        </p:nvSpPr>
        <p:spPr>
          <a:xfrm xmlns:a="http://schemas.openxmlformats.org/drawingml/2006/main">
            <a:off x="8096250" y="4000500"/>
            <a:ext cx="3381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102A43"/>
                </a:solidFill>
                <a:latin typeface="Arial"/>
                <a:ea typeface="Arial"/>
                <a:cs typeface="Arial"/>
              </a:defRPr>
            </a:defPPr>
            <a:lvl1pPr algn="l">
              <a:defRPr sz="2250" b="1">
                <a:solidFill>
                  <a:srgbClr val="102A43"/>
                </a:solidFill>
                <a:latin typeface="Arial"/>
                <a:ea typeface="Arial"/>
                <a:cs typeface="Arial"/>
              </a:defRPr>
            </a:lvl1pPr>
            <a:lvl2pPr algn="l">
              <a:defRPr sz="2250" b="1">
                <a:solidFill>
                  <a:srgbClr val="102A43"/>
                </a:solidFill>
                <a:latin typeface="Arial"/>
                <a:ea typeface="Arial"/>
                <a:cs typeface="Arial"/>
              </a:defRPr>
            </a:lvl2pPr>
            <a:lvl3pPr algn="l">
              <a:defRPr sz="2250" b="1">
                <a:solidFill>
                  <a:srgbClr val="102A43"/>
                </a:solidFill>
                <a:latin typeface="Arial"/>
                <a:ea typeface="Arial"/>
                <a:cs typeface="Arial"/>
              </a:defRPr>
            </a:lvl3pPr>
            <a:lvl4pPr algn="l">
              <a:defRPr sz="2250" b="1">
                <a:solidFill>
                  <a:srgbClr val="102A43"/>
                </a:solidFill>
                <a:latin typeface="Arial"/>
                <a:ea typeface="Arial"/>
                <a:cs typeface="Arial"/>
              </a:defRPr>
            </a:lvl4pPr>
            <a:lvl5pPr algn="l">
              <a:defRPr sz="2250" b="1">
                <a:solidFill>
                  <a:srgbClr val="102A43"/>
                </a:solidFill>
                <a:latin typeface="Arial"/>
                <a:ea typeface="Arial"/>
                <a:cs typeface="Arial"/>
              </a:defRPr>
            </a:lvl5pPr>
            <a:lvl6pPr algn="l">
              <a:defRPr sz="2250" b="1">
                <a:solidFill>
                  <a:srgbClr val="102A43"/>
                </a:solidFill>
                <a:latin typeface="Arial"/>
                <a:ea typeface="Arial"/>
                <a:cs typeface="Arial"/>
              </a:defRPr>
            </a:lvl6pPr>
            <a:lvl7pPr algn="l">
              <a:defRPr sz="2250" b="1">
                <a:solidFill>
                  <a:srgbClr val="102A43"/>
                </a:solidFill>
                <a:latin typeface="Arial"/>
                <a:ea typeface="Arial"/>
                <a:cs typeface="Arial"/>
              </a:defRPr>
            </a:lvl7pPr>
            <a:lvl8pPr algn="l">
              <a:defRPr sz="2250" b="1">
                <a:solidFill>
                  <a:srgbClr val="102A43"/>
                </a:solidFill>
                <a:latin typeface="Arial"/>
                <a:ea typeface="Arial"/>
                <a:cs typeface="Arial"/>
              </a:defRPr>
            </a:lvl8pPr>
            <a:lvl9pPr algn="l">
              <a:defRPr sz="2250" b="1">
                <a:solidFill>
                  <a:srgbClr val="102A43"/>
                </a:solidFill>
                <a:latin typeface="Arial"/>
                <a:ea typeface="Arial"/>
                <a:cs typeface="Arial"/>
              </a:defRPr>
            </a:lvl9pPr>
          </a:lstStyle>
          <a:p xmlns:a="http://schemas.openxmlformats.org/drawingml/2006/main">
            <a:pPr algn="l">
              <a:defRPr sz="2250" b="1">
                <a:solidFill>
                  <a:srgbClr val="102A43"/>
                </a:solidFill>
                <a:latin typeface="Arial"/>
                <a:ea typeface="Arial"/>
                <a:cs typeface="Arial"/>
              </a:defRPr>
            </a:pPr>
            <a:r>
              <a:rPr sz="2250" b="1">
                <a:solidFill>
                  <a:srgbClr val="102A43"/>
                </a:solidFill>
                <a:latin typeface="Arial"/>
                <a:ea typeface="Arial"/>
                <a:cs typeface="Arial"/>
              </a:rPr>
              <a:t>Trải nghiệm tự thuật</a:t>
            </a:r>
          </a:p>
        </p:txBody>
      </p:sp>
      <p:sp>
        <p:nvSpPr>
          <p:cNvPr id="10" name="diagram-15">
            <a:extLst xmlns:a="http://schemas.openxmlformats.org/drawingml/2006/main">
              <a:ext uri="{FF2B5EF4-FFF2-40B4-BE49-F238E27FC236}">
                <a16:creationId xmlns:a16="http://schemas.microsoft.com/office/drawing/2014/main" id="{8BA9D66E-CFC2-495A-90C3-722B2D1889AA}"/>
              </a:ext>
            </a:extLst>
          </p:cNvPr>
          <p:cNvSpPr>
            <a:spLocks xmlns:a="http://schemas.openxmlformats.org/drawingml/2006/main" noGrp="1"/>
          </p:cNvSpPr>
          <p:nvPr/>
        </p:nvSpPr>
        <p:spPr>
          <a:xfrm xmlns:a="http://schemas.openxmlformats.org/drawingml/2006/main">
            <a:off x="8096250" y="4810125"/>
            <a:ext cx="3381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773"/>
                </a:solidFill>
                <a:latin typeface="Arial"/>
                <a:ea typeface="Arial"/>
                <a:cs typeface="Arial"/>
              </a:defRPr>
            </a:defPPr>
            <a:lvl1pPr algn="l">
              <a:defRPr sz="1800" b="0">
                <a:solidFill>
                  <a:srgbClr val="526773"/>
                </a:solidFill>
                <a:latin typeface="Arial"/>
                <a:ea typeface="Arial"/>
                <a:cs typeface="Arial"/>
              </a:defRPr>
            </a:lvl1pPr>
            <a:lvl2pPr algn="l">
              <a:defRPr sz="1800" b="0">
                <a:solidFill>
                  <a:srgbClr val="526773"/>
                </a:solidFill>
                <a:latin typeface="Arial"/>
                <a:ea typeface="Arial"/>
                <a:cs typeface="Arial"/>
              </a:defRPr>
            </a:lvl2pPr>
            <a:lvl3pPr algn="l">
              <a:defRPr sz="1800" b="0">
                <a:solidFill>
                  <a:srgbClr val="526773"/>
                </a:solidFill>
                <a:latin typeface="Arial"/>
                <a:ea typeface="Arial"/>
                <a:cs typeface="Arial"/>
              </a:defRPr>
            </a:lvl3pPr>
            <a:lvl4pPr algn="l">
              <a:defRPr sz="1800" b="0">
                <a:solidFill>
                  <a:srgbClr val="526773"/>
                </a:solidFill>
                <a:latin typeface="Arial"/>
                <a:ea typeface="Arial"/>
                <a:cs typeface="Arial"/>
              </a:defRPr>
            </a:lvl4pPr>
            <a:lvl5pPr algn="l">
              <a:defRPr sz="1800" b="0">
                <a:solidFill>
                  <a:srgbClr val="526773"/>
                </a:solidFill>
                <a:latin typeface="Arial"/>
                <a:ea typeface="Arial"/>
                <a:cs typeface="Arial"/>
              </a:defRPr>
            </a:lvl5pPr>
            <a:lvl6pPr algn="l">
              <a:defRPr sz="1800" b="0">
                <a:solidFill>
                  <a:srgbClr val="526773"/>
                </a:solidFill>
                <a:latin typeface="Arial"/>
                <a:ea typeface="Arial"/>
                <a:cs typeface="Arial"/>
              </a:defRPr>
            </a:lvl6pPr>
            <a:lvl7pPr algn="l">
              <a:defRPr sz="1800" b="0">
                <a:solidFill>
                  <a:srgbClr val="526773"/>
                </a:solidFill>
                <a:latin typeface="Arial"/>
                <a:ea typeface="Arial"/>
                <a:cs typeface="Arial"/>
              </a:defRPr>
            </a:lvl7pPr>
            <a:lvl8pPr algn="l">
              <a:defRPr sz="1800" b="0">
                <a:solidFill>
                  <a:srgbClr val="526773"/>
                </a:solidFill>
                <a:latin typeface="Arial"/>
                <a:ea typeface="Arial"/>
                <a:cs typeface="Arial"/>
              </a:defRPr>
            </a:lvl8pPr>
            <a:lvl9pPr algn="l">
              <a:defRPr sz="1800" b="0">
                <a:solidFill>
                  <a:srgbClr val="526773"/>
                </a:solidFill>
                <a:latin typeface="Arial"/>
                <a:ea typeface="Arial"/>
                <a:cs typeface="Arial"/>
              </a:defRPr>
            </a:lvl9pPr>
          </a:lstStyle>
          <a:p xmlns:a="http://schemas.openxmlformats.org/drawingml/2006/main">
            <a:pPr algn="l">
              <a:defRPr sz="1800" b="0">
                <a:solidFill>
                  <a:srgbClr val="526773"/>
                </a:solidFill>
                <a:latin typeface="Arial"/>
                <a:ea typeface="Arial"/>
                <a:cs typeface="Arial"/>
              </a:defRPr>
            </a:pPr>
            <a:r>
              <a:rPr sz="1800" b="0">
                <a:solidFill>
                  <a:srgbClr val="526773"/>
                </a:solidFill>
                <a:latin typeface="Arial"/>
                <a:ea typeface="Arial"/>
                <a:cs typeface="Arial"/>
              </a:rPr>
              <a:t>Góc nhìn của người làm bài</a:t>
            </a:r>
          </a:p>
        </p:txBody>
      </p:sp>
      <p:sp>
        <p:nvSpPr>
          <p:cNvPr id="11" name="diagram-16">
            <a:extLst xmlns:a="http://schemas.openxmlformats.org/drawingml/2006/main">
              <a:ext uri="{FF2B5EF4-FFF2-40B4-BE49-F238E27FC236}">
                <a16:creationId xmlns:a16="http://schemas.microsoft.com/office/drawing/2014/main" id="{0F552909-9009-4A9A-A98D-0CE96D0FA3E0}"/>
              </a:ext>
            </a:extLst>
          </p:cNvPr>
          <p:cNvSpPr>
            <a:spLocks xmlns:a="http://schemas.openxmlformats.org/drawingml/2006/main" noGrp="1"/>
          </p:cNvSpPr>
          <p:nvPr/>
        </p:nvSpPr>
        <p:spPr>
          <a:xfrm xmlns:a="http://schemas.openxmlformats.org/drawingml/2006/main">
            <a:off x="666750" y="5676900"/>
            <a:ext cx="10810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102A43"/>
                </a:solidFill>
                <a:latin typeface="Arial"/>
                <a:ea typeface="Arial"/>
                <a:cs typeface="Arial"/>
              </a:defRPr>
            </a:defPPr>
            <a:lvl1pPr algn="l">
              <a:defRPr sz="1875" b="1">
                <a:solidFill>
                  <a:srgbClr val="102A43"/>
                </a:solidFill>
                <a:latin typeface="Arial"/>
                <a:ea typeface="Arial"/>
                <a:cs typeface="Arial"/>
              </a:defRPr>
            </a:lvl1pPr>
            <a:lvl2pPr algn="l">
              <a:defRPr sz="1875" b="1">
                <a:solidFill>
                  <a:srgbClr val="102A43"/>
                </a:solidFill>
                <a:latin typeface="Arial"/>
                <a:ea typeface="Arial"/>
                <a:cs typeface="Arial"/>
              </a:defRPr>
            </a:lvl2pPr>
            <a:lvl3pPr algn="l">
              <a:defRPr sz="1875" b="1">
                <a:solidFill>
                  <a:srgbClr val="102A43"/>
                </a:solidFill>
                <a:latin typeface="Arial"/>
                <a:ea typeface="Arial"/>
                <a:cs typeface="Arial"/>
              </a:defRPr>
            </a:lvl3pPr>
            <a:lvl4pPr algn="l">
              <a:defRPr sz="1875" b="1">
                <a:solidFill>
                  <a:srgbClr val="102A43"/>
                </a:solidFill>
                <a:latin typeface="Arial"/>
                <a:ea typeface="Arial"/>
                <a:cs typeface="Arial"/>
              </a:defRPr>
            </a:lvl4pPr>
            <a:lvl5pPr algn="l">
              <a:defRPr sz="1875" b="1">
                <a:solidFill>
                  <a:srgbClr val="102A43"/>
                </a:solidFill>
                <a:latin typeface="Arial"/>
                <a:ea typeface="Arial"/>
                <a:cs typeface="Arial"/>
              </a:defRPr>
            </a:lvl5pPr>
            <a:lvl6pPr algn="l">
              <a:defRPr sz="1875" b="1">
                <a:solidFill>
                  <a:srgbClr val="102A43"/>
                </a:solidFill>
                <a:latin typeface="Arial"/>
                <a:ea typeface="Arial"/>
                <a:cs typeface="Arial"/>
              </a:defRPr>
            </a:lvl6pPr>
            <a:lvl7pPr algn="l">
              <a:defRPr sz="1875" b="1">
                <a:solidFill>
                  <a:srgbClr val="102A43"/>
                </a:solidFill>
                <a:latin typeface="Arial"/>
                <a:ea typeface="Arial"/>
                <a:cs typeface="Arial"/>
              </a:defRPr>
            </a:lvl7pPr>
            <a:lvl8pPr algn="l">
              <a:defRPr sz="1875" b="1">
                <a:solidFill>
                  <a:srgbClr val="102A43"/>
                </a:solidFill>
                <a:latin typeface="Arial"/>
                <a:ea typeface="Arial"/>
                <a:cs typeface="Arial"/>
              </a:defRPr>
            </a:lvl8pPr>
            <a:lvl9pPr algn="l">
              <a:defRPr sz="1875" b="1">
                <a:solidFill>
                  <a:srgbClr val="102A43"/>
                </a:solidFill>
                <a:latin typeface="Arial"/>
                <a:ea typeface="Arial"/>
                <a:cs typeface="Arial"/>
              </a:defRPr>
            </a:lvl9pPr>
          </a:lstStyle>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Tổng hợp hành vi, cảm nhận và điểm vướng để xác định nhu cầu.</a:t>
            </a:r>
          </a:p>
        </p:txBody>
      </p:sp>
      <p:sp>
        <p:nvSpPr>
          <p:cNvPr id="12" name="diagram-17">
            <a:extLst xmlns:a="http://schemas.openxmlformats.org/drawingml/2006/main">
              <a:ext uri="{FF2B5EF4-FFF2-40B4-BE49-F238E27FC236}">
                <a16:creationId xmlns:a16="http://schemas.microsoft.com/office/drawing/2014/main" id="{9FB05007-FD39-4C6E-B035-407BB44D31EF}"/>
              </a:ext>
            </a:extLst>
          </p:cNvPr>
          <p:cNvSpPr>
            <a:spLocks xmlns:a="http://schemas.openxmlformats.org/drawingml/2006/main" noGrp="1"/>
          </p:cNvSpPr>
          <p:nvPr/>
        </p:nvSpPr>
        <p:spPr>
          <a:xfrm xmlns:a="http://schemas.openxmlformats.org/drawingml/2006/main">
            <a:off x="571500" y="6324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26773"/>
                </a:solidFill>
                <a:latin typeface="Arial"/>
                <a:ea typeface="Arial"/>
                <a:cs typeface="Arial"/>
              </a:defRPr>
            </a:defPPr>
            <a:lvl1pPr algn="l">
              <a:defRPr sz="1125" b="0">
                <a:solidFill>
                  <a:srgbClr val="526773"/>
                </a:solidFill>
                <a:latin typeface="Arial"/>
                <a:ea typeface="Arial"/>
                <a:cs typeface="Arial"/>
              </a:defRPr>
            </a:lvl1pPr>
            <a:lvl2pPr algn="l">
              <a:defRPr sz="1125" b="0">
                <a:solidFill>
                  <a:srgbClr val="526773"/>
                </a:solidFill>
                <a:latin typeface="Arial"/>
                <a:ea typeface="Arial"/>
                <a:cs typeface="Arial"/>
              </a:defRPr>
            </a:lvl2pPr>
            <a:lvl3pPr algn="l">
              <a:defRPr sz="1125" b="0">
                <a:solidFill>
                  <a:srgbClr val="526773"/>
                </a:solidFill>
                <a:latin typeface="Arial"/>
                <a:ea typeface="Arial"/>
                <a:cs typeface="Arial"/>
              </a:defRPr>
            </a:lvl3pPr>
            <a:lvl4pPr algn="l">
              <a:defRPr sz="1125" b="0">
                <a:solidFill>
                  <a:srgbClr val="526773"/>
                </a:solidFill>
                <a:latin typeface="Arial"/>
                <a:ea typeface="Arial"/>
                <a:cs typeface="Arial"/>
              </a:defRPr>
            </a:lvl4pPr>
            <a:lvl5pPr algn="l">
              <a:defRPr sz="1125" b="0">
                <a:solidFill>
                  <a:srgbClr val="526773"/>
                </a:solidFill>
                <a:latin typeface="Arial"/>
                <a:ea typeface="Arial"/>
                <a:cs typeface="Arial"/>
              </a:defRPr>
            </a:lvl5pPr>
            <a:lvl6pPr algn="l">
              <a:defRPr sz="1125" b="0">
                <a:solidFill>
                  <a:srgbClr val="526773"/>
                </a:solidFill>
                <a:latin typeface="Arial"/>
                <a:ea typeface="Arial"/>
                <a:cs typeface="Arial"/>
              </a:defRPr>
            </a:lvl6pPr>
            <a:lvl7pPr algn="l">
              <a:defRPr sz="1125" b="0">
                <a:solidFill>
                  <a:srgbClr val="526773"/>
                </a:solidFill>
                <a:latin typeface="Arial"/>
                <a:ea typeface="Arial"/>
                <a:cs typeface="Arial"/>
              </a:defRPr>
            </a:lvl7pPr>
            <a:lvl8pPr algn="l">
              <a:defRPr sz="1125" b="0">
                <a:solidFill>
                  <a:srgbClr val="526773"/>
                </a:solidFill>
                <a:latin typeface="Arial"/>
                <a:ea typeface="Arial"/>
                <a:cs typeface="Arial"/>
              </a:defRPr>
            </a:lvl8pPr>
            <a:lvl9pPr algn="l">
              <a:defRPr sz="1125" b="0">
                <a:solidFill>
                  <a:srgbClr val="526773"/>
                </a:solidFill>
                <a:latin typeface="Arial"/>
                <a:ea typeface="Arial"/>
                <a:cs typeface="Arial"/>
              </a:defRPr>
            </a:lvl9pPr>
          </a:lstStyle>
          <a:p xmlns:a="http://schemas.openxmlformats.org/drawingml/2006/main">
            <a:pPr algn="l">
              <a:defRPr sz="1125" b="0">
                <a:solidFill>
                  <a:srgbClr val="526773"/>
                </a:solidFill>
                <a:latin typeface="Arial"/>
                <a:ea typeface="Arial"/>
                <a:cs typeface="Arial"/>
              </a:defRPr>
            </a:pPr>
            <a:r>
              <a:rPr sz="1125" b="0">
                <a:solidFill>
                  <a:srgbClr val="526773"/>
                </a:solidFill>
                <a:latin typeface="Arial"/>
                <a:ea typeface="Arial"/>
                <a:cs typeface="Arial"/>
              </a:rPr>
              <a:t>Dữ liệu ẩn danh; ghi chép diễn giải; mẫu nghiên cứu còn nhỏ.</a:t>
            </a:r>
          </a:p>
        </p:txBody>
      </p:sp>
      <p:sp>
        <p:nvSpPr>
          <p:cNvPr id="13" name="diagram-18">
            <a:extLst xmlns:a="http://schemas.openxmlformats.org/drawingml/2006/main">
              <a:ext uri="{FF2B5EF4-FFF2-40B4-BE49-F238E27FC236}">
                <a16:creationId xmlns:a16="http://schemas.microsoft.com/office/drawing/2014/main" id="{689DFF32-1036-4ECA-ACC7-50F0F2E992B7}"/>
              </a:ext>
            </a:extLst>
          </p:cNvPr>
          <p:cNvSpPr>
            <a:spLocks xmlns:a="http://schemas.openxmlformats.org/drawingml/2006/main" noGrp="1"/>
          </p:cNvSpPr>
          <p:nvPr/>
        </p:nvSpPr>
        <p:spPr>
          <a:xfrm xmlns:a="http://schemas.openxmlformats.org/drawingml/2006/main">
            <a:off x="11334750" y="63246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1">
                <a:solidFill>
                  <a:srgbClr val="246BCE"/>
                </a:solidFill>
                <a:latin typeface="Arial"/>
                <a:ea typeface="Arial"/>
                <a:cs typeface="Arial"/>
              </a:defRPr>
            </a:defPPr>
            <a:lvl1pPr algn="r">
              <a:defRPr sz="1275" b="1">
                <a:solidFill>
                  <a:srgbClr val="246BCE"/>
                </a:solidFill>
                <a:latin typeface="Arial"/>
                <a:ea typeface="Arial"/>
                <a:cs typeface="Arial"/>
              </a:defRPr>
            </a:lvl1pPr>
            <a:lvl2pPr algn="r">
              <a:defRPr sz="1275" b="1">
                <a:solidFill>
                  <a:srgbClr val="246BCE"/>
                </a:solidFill>
                <a:latin typeface="Arial"/>
                <a:ea typeface="Arial"/>
                <a:cs typeface="Arial"/>
              </a:defRPr>
            </a:lvl2pPr>
            <a:lvl3pPr algn="r">
              <a:defRPr sz="1275" b="1">
                <a:solidFill>
                  <a:srgbClr val="246BCE"/>
                </a:solidFill>
                <a:latin typeface="Arial"/>
                <a:ea typeface="Arial"/>
                <a:cs typeface="Arial"/>
              </a:defRPr>
            </a:lvl3pPr>
            <a:lvl4pPr algn="r">
              <a:defRPr sz="1275" b="1">
                <a:solidFill>
                  <a:srgbClr val="246BCE"/>
                </a:solidFill>
                <a:latin typeface="Arial"/>
                <a:ea typeface="Arial"/>
                <a:cs typeface="Arial"/>
              </a:defRPr>
            </a:lvl4pPr>
            <a:lvl5pPr algn="r">
              <a:defRPr sz="1275" b="1">
                <a:solidFill>
                  <a:srgbClr val="246BCE"/>
                </a:solidFill>
                <a:latin typeface="Arial"/>
                <a:ea typeface="Arial"/>
                <a:cs typeface="Arial"/>
              </a:defRPr>
            </a:lvl5pPr>
            <a:lvl6pPr algn="r">
              <a:defRPr sz="1275" b="1">
                <a:solidFill>
                  <a:srgbClr val="246BCE"/>
                </a:solidFill>
                <a:latin typeface="Arial"/>
                <a:ea typeface="Arial"/>
                <a:cs typeface="Arial"/>
              </a:defRPr>
            </a:lvl6pPr>
            <a:lvl7pPr algn="r">
              <a:defRPr sz="1275" b="1">
                <a:solidFill>
                  <a:srgbClr val="246BCE"/>
                </a:solidFill>
                <a:latin typeface="Arial"/>
                <a:ea typeface="Arial"/>
                <a:cs typeface="Arial"/>
              </a:defRPr>
            </a:lvl7pPr>
            <a:lvl8pPr algn="r">
              <a:defRPr sz="1275" b="1">
                <a:solidFill>
                  <a:srgbClr val="246BCE"/>
                </a:solidFill>
                <a:latin typeface="Arial"/>
                <a:ea typeface="Arial"/>
                <a:cs typeface="Arial"/>
              </a:defRPr>
            </a:lvl8pPr>
            <a:lvl9pPr algn="r">
              <a:defRPr sz="1275" b="1">
                <a:solidFill>
                  <a:srgbClr val="246BCE"/>
                </a:solidFill>
                <a:latin typeface="Arial"/>
                <a:ea typeface="Arial"/>
                <a:cs typeface="Arial"/>
              </a:defRPr>
            </a:lvl9pPr>
          </a:lstStyle>
          <a:p xmlns:a="http://schemas.openxmlformats.org/drawingml/2006/main">
            <a:pPr algn="r">
              <a:defRPr sz="1275" b="1">
                <a:solidFill>
                  <a:srgbClr val="246BCE"/>
                </a:solidFill>
                <a:latin typeface="Arial"/>
                <a:ea typeface="Arial"/>
                <a:cs typeface="Arial"/>
              </a:defRPr>
            </a:pPr>
            <a:r>
              <a:rPr sz="1275" b="1">
                <a:solidFill>
                  <a:srgbClr val="246BCE"/>
                </a:solidFill>
                <a:latin typeface="Arial"/>
                <a:ea typeface="Arial"/>
                <a:cs typeface="Arial"/>
              </a:rPr>
              <a:t>02</a:t>
            </a:r>
          </a:p>
        </p:txBody>
      </p:sp>
    </p:spTree>
    <p:extLst>
      <p:ext uri="{BB962C8B-B14F-4D97-AF65-F5344CB8AC3E}">
        <p14:creationId xmlns:p14="http://schemas.microsoft.com/office/powerpoint/2010/main" val="1808050139"/>
      </p:ext>
    </p:extLst>
  </p:cSld>
</p:sld>
</file>

<file path=ppt/slides/slide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39" name="diagram-19">
            <a:extLst xmlns:a="http://schemas.openxmlformats.org/drawingml/2006/main">
              <a:ext uri="{FF2B5EF4-FFF2-40B4-BE49-F238E27FC236}">
                <a16:creationId xmlns:a16="http://schemas.microsoft.com/office/drawing/2014/main" id="{7E6B3E99-193E-43CB-A685-19047DB626AB}"/>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02A43"/>
                </a:solidFill>
                <a:latin typeface="Arial"/>
                <a:ea typeface="Arial"/>
                <a:cs typeface="Arial"/>
              </a:defRPr>
            </a:defPPr>
            <a:lvl1pPr algn="l">
              <a:defRPr sz="3150" b="1">
                <a:solidFill>
                  <a:srgbClr val="102A43"/>
                </a:solidFill>
                <a:latin typeface="Arial"/>
                <a:ea typeface="Arial"/>
                <a:cs typeface="Arial"/>
              </a:defRPr>
            </a:lvl1pPr>
            <a:lvl2pPr algn="l">
              <a:defRPr sz="3150" b="1">
                <a:solidFill>
                  <a:srgbClr val="102A43"/>
                </a:solidFill>
                <a:latin typeface="Arial"/>
                <a:ea typeface="Arial"/>
                <a:cs typeface="Arial"/>
              </a:defRPr>
            </a:lvl2pPr>
            <a:lvl3pPr algn="l">
              <a:defRPr sz="3150" b="1">
                <a:solidFill>
                  <a:srgbClr val="102A43"/>
                </a:solidFill>
                <a:latin typeface="Arial"/>
                <a:ea typeface="Arial"/>
                <a:cs typeface="Arial"/>
              </a:defRPr>
            </a:lvl3pPr>
            <a:lvl4pPr algn="l">
              <a:defRPr sz="3150" b="1">
                <a:solidFill>
                  <a:srgbClr val="102A43"/>
                </a:solidFill>
                <a:latin typeface="Arial"/>
                <a:ea typeface="Arial"/>
                <a:cs typeface="Arial"/>
              </a:defRPr>
            </a:lvl4pPr>
            <a:lvl5pPr algn="l">
              <a:defRPr sz="3150" b="1">
                <a:solidFill>
                  <a:srgbClr val="102A43"/>
                </a:solidFill>
                <a:latin typeface="Arial"/>
                <a:ea typeface="Arial"/>
                <a:cs typeface="Arial"/>
              </a:defRPr>
            </a:lvl5pPr>
            <a:lvl6pPr algn="l">
              <a:defRPr sz="3150" b="1">
                <a:solidFill>
                  <a:srgbClr val="102A43"/>
                </a:solidFill>
                <a:latin typeface="Arial"/>
                <a:ea typeface="Arial"/>
                <a:cs typeface="Arial"/>
              </a:defRPr>
            </a:lvl6pPr>
            <a:lvl7pPr algn="l">
              <a:defRPr sz="3150" b="1">
                <a:solidFill>
                  <a:srgbClr val="102A43"/>
                </a:solidFill>
                <a:latin typeface="Arial"/>
                <a:ea typeface="Arial"/>
                <a:cs typeface="Arial"/>
              </a:defRPr>
            </a:lvl7pPr>
            <a:lvl8pPr algn="l">
              <a:defRPr sz="3150" b="1">
                <a:solidFill>
                  <a:srgbClr val="102A43"/>
                </a:solidFill>
                <a:latin typeface="Arial"/>
                <a:ea typeface="Arial"/>
                <a:cs typeface="Arial"/>
              </a:defRPr>
            </a:lvl8pPr>
            <a:lvl9pPr algn="l">
              <a:defRPr sz="3150" b="1">
                <a:solidFill>
                  <a:srgbClr val="102A43"/>
                </a:solidFill>
                <a:latin typeface="Arial"/>
                <a:ea typeface="Arial"/>
                <a:cs typeface="Arial"/>
              </a:defRPr>
            </a:lvl9pPr>
          </a:lstStyle>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Điểm đau nằm ở các lần chuyển bước</a:t>
            </a:r>
          </a:p>
        </p:txBody>
      </p:sp>
      <p:sp>
        <p:nvSpPr>
          <p:cNvPr id="2" name="diagram-20">
            <a:extLst xmlns:a="http://schemas.openxmlformats.org/drawingml/2006/main">
              <a:ext uri="{FF2B5EF4-FFF2-40B4-BE49-F238E27FC236}">
                <a16:creationId xmlns:a16="http://schemas.microsoft.com/office/drawing/2014/main" id="{715E1912-ABF2-4648-A923-34ABAD2E3273}"/>
              </a:ext>
            </a:extLst>
          </p:cNvPr>
          <p:cNvSpPr>
            <a:spLocks xmlns:a="http://schemas.openxmlformats.org/drawingml/2006/main" noGrp="1"/>
          </p:cNvSpPr>
          <p:nvPr/>
        </p:nvSpPr>
        <p:spPr>
          <a:xfrm xmlns:a="http://schemas.openxmlformats.org/drawingml/2006/main">
            <a:off x="571500" y="114300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defRPr sz="1725" b="0">
                <a:solidFill>
                  <a:srgbClr val="526773"/>
                </a:solidFill>
                <a:latin typeface="Arial"/>
                <a:ea typeface="Arial"/>
                <a:cs typeface="Arial"/>
              </a:defRPr>
            </a:lvl1pPr>
            <a:lvl2pPr algn="l">
              <a:defRPr sz="1725" b="0">
                <a:solidFill>
                  <a:srgbClr val="526773"/>
                </a:solidFill>
                <a:latin typeface="Arial"/>
                <a:ea typeface="Arial"/>
                <a:cs typeface="Arial"/>
              </a:defRPr>
            </a:lvl2pPr>
            <a:lvl3pPr algn="l">
              <a:defRPr sz="1725" b="0">
                <a:solidFill>
                  <a:srgbClr val="526773"/>
                </a:solidFill>
                <a:latin typeface="Arial"/>
                <a:ea typeface="Arial"/>
                <a:cs typeface="Arial"/>
              </a:defRPr>
            </a:lvl3pPr>
            <a:lvl4pPr algn="l">
              <a:defRPr sz="1725" b="0">
                <a:solidFill>
                  <a:srgbClr val="526773"/>
                </a:solidFill>
                <a:latin typeface="Arial"/>
                <a:ea typeface="Arial"/>
                <a:cs typeface="Arial"/>
              </a:defRPr>
            </a:lvl4pPr>
            <a:lvl5pPr algn="l">
              <a:defRPr sz="1725" b="0">
                <a:solidFill>
                  <a:srgbClr val="526773"/>
                </a:solidFill>
                <a:latin typeface="Arial"/>
                <a:ea typeface="Arial"/>
                <a:cs typeface="Arial"/>
              </a:defRPr>
            </a:lvl5pPr>
            <a:lvl6pPr algn="l">
              <a:defRPr sz="1725" b="0">
                <a:solidFill>
                  <a:srgbClr val="526773"/>
                </a:solidFill>
                <a:latin typeface="Arial"/>
                <a:ea typeface="Arial"/>
                <a:cs typeface="Arial"/>
              </a:defRPr>
            </a:lvl6pPr>
            <a:lvl7pPr algn="l">
              <a:defRPr sz="1725" b="0">
                <a:solidFill>
                  <a:srgbClr val="526773"/>
                </a:solidFill>
                <a:latin typeface="Arial"/>
                <a:ea typeface="Arial"/>
                <a:cs typeface="Arial"/>
              </a:defRPr>
            </a:lvl7pPr>
            <a:lvl8pPr algn="l">
              <a:defRPr sz="1725" b="0">
                <a:solidFill>
                  <a:srgbClr val="526773"/>
                </a:solidFill>
                <a:latin typeface="Arial"/>
                <a:ea typeface="Arial"/>
                <a:cs typeface="Arial"/>
              </a:defRPr>
            </a:lvl8pPr>
            <a:lvl9pPr algn="l">
              <a:defRPr sz="1725" b="0">
                <a:solidFill>
                  <a:srgbClr val="526773"/>
                </a:solidFill>
                <a:latin typeface="Arial"/>
                <a:ea typeface="Arial"/>
                <a:cs typeface="Arial"/>
              </a:defRPr>
            </a:lvl9pPr>
          </a:lstStyle>
          <a:p xmlns:a="http://schemas.openxmlformats.org/drawingml/2006/main">
            <a:pPr algn="l">
              <a:defRPr sz="1725" b="0">
                <a:solidFill>
                  <a:srgbClr val="526773"/>
                </a:solidFill>
                <a:latin typeface="Arial"/>
                <a:ea typeface="Arial"/>
                <a:cs typeface="Arial"/>
              </a:defRPr>
            </a:pPr>
            <a:r>
              <a:rPr sz="1725" b="0">
                <a:solidFill>
                  <a:srgbClr val="526773"/>
                </a:solidFill>
                <a:latin typeface="Arial"/>
                <a:ea typeface="Arial"/>
                <a:cs typeface="Arial"/>
              </a:rPr>
              <a:t>Dòng việc tiếp tục, nhưng thông tin để quyết định có thể bị đứt đoạn</a:t>
            </a:r>
          </a:p>
        </p:txBody>
      </p:sp>
      <p:pic>
        <p:nvPicPr>
          <p:cNvPr id="3" name="">
            <a:extLst xmlns:a="http://schemas.openxmlformats.org/drawingml/2006/main">
              <a:ext uri="{FF2B5EF4-FFF2-40B4-BE49-F238E27FC236}">
                <a16:creationId xmlns:a16="http://schemas.microsoft.com/office/drawing/2014/main" id="{05255BAE-712E-409B-8EE1-4ED6A52DFBDB}"/>
              </a:ext>
            </a:extLst>
          </p:cNvPr>
          <p:cNvPicPr>
            <a:picLocks xmlns:a="http://schemas.openxmlformats.org/drawingml/2006/main" noChangeAspect="1"/>
          </p:cNvPicPr>
          <p:nvPr/>
        </p:nvPicPr>
        <p:blipFill>
          <a:blip xmlns:r="http://schemas.openxmlformats.org/officeDocument/2006/relationships" xmlns:a="http://schemas.openxmlformats.org/drawingml/2006/main" r:embed="R92a8c5e0697a40e7">
            <a:extLst>
              <a:ext uri="{96DAC541-7B7A-43D3-8B79-37D633B846F1}">
                <asvg:svgBlip xmlns:asvg="http://schemas.microsoft.com/office/drawing/2016/SVG/main" r:embed="R2cfb42179b894815"/>
              </a:ext>
            </a:extLst>
          </a:blip>
          <a:stretch xmlns:a="http://schemas.openxmlformats.org/drawingml/2006/main"/>
        </p:blipFill>
        <p:spPr>
          <a:xfrm xmlns:a="http://schemas.openxmlformats.org/drawingml/2006/main">
            <a:off x="1276350" y="2590800"/>
            <a:ext cx="266700" cy="2667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9F3DFA20-3EF9-4794-93C7-F0F2C6FBB431}"/>
              </a:ext>
            </a:extLst>
          </p:cNvPr>
          <p:cNvPicPr>
            <a:picLocks xmlns:a="http://schemas.openxmlformats.org/drawingml/2006/main" noChangeAspect="1"/>
          </p:cNvPicPr>
          <p:nvPr/>
        </p:nvPicPr>
        <p:blipFill>
          <a:blip xmlns:r="http://schemas.openxmlformats.org/officeDocument/2006/relationships" xmlns:a="http://schemas.openxmlformats.org/drawingml/2006/main" r:embed="R2bca18a8150746e7">
            <a:extLst>
              <a:ext uri="{96DAC541-7B7A-43D3-8B79-37D633B846F1}">
                <asvg:svgBlip xmlns:asvg="http://schemas.microsoft.com/office/drawing/2016/SVG/main" r:embed="R97efe5ec281f4719"/>
              </a:ext>
            </a:extLst>
          </a:blip>
          <a:stretch xmlns:a="http://schemas.openxmlformats.org/drawingml/2006/main"/>
        </p:blipFill>
        <p:spPr>
          <a:xfrm xmlns:a="http://schemas.openxmlformats.org/drawingml/2006/main">
            <a:off x="3609975" y="2590800"/>
            <a:ext cx="266700" cy="2667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23C79F98-E744-4C8B-9405-64A8A54076E8}"/>
              </a:ext>
            </a:extLst>
          </p:cNvPr>
          <p:cNvPicPr>
            <a:picLocks xmlns:a="http://schemas.openxmlformats.org/drawingml/2006/main" noChangeAspect="1"/>
          </p:cNvPicPr>
          <p:nvPr/>
        </p:nvPicPr>
        <p:blipFill>
          <a:blip xmlns:r="http://schemas.openxmlformats.org/officeDocument/2006/relationships" xmlns:a="http://schemas.openxmlformats.org/drawingml/2006/main" r:embed="Rea6aa11f864f4384">
            <a:extLst>
              <a:ext uri="{96DAC541-7B7A-43D3-8B79-37D633B846F1}">
                <asvg:svgBlip xmlns:asvg="http://schemas.microsoft.com/office/drawing/2016/SVG/main" r:embed="R4942431f2bcc492d"/>
              </a:ext>
            </a:extLst>
          </a:blip>
          <a:stretch xmlns:a="http://schemas.openxmlformats.org/drawingml/2006/main"/>
        </p:blipFill>
        <p:spPr>
          <a:xfrm xmlns:a="http://schemas.openxmlformats.org/drawingml/2006/main">
            <a:off x="5943600" y="2590800"/>
            <a:ext cx="266700" cy="2667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F60FE653-4BED-4978-87F7-690BFFE352AB}"/>
              </a:ext>
            </a:extLst>
          </p:cNvPr>
          <p:cNvPicPr>
            <a:picLocks xmlns:a="http://schemas.openxmlformats.org/drawingml/2006/main" noChangeAspect="1"/>
          </p:cNvPicPr>
          <p:nvPr/>
        </p:nvPicPr>
        <p:blipFill>
          <a:blip xmlns:r="http://schemas.openxmlformats.org/officeDocument/2006/relationships" xmlns:a="http://schemas.openxmlformats.org/drawingml/2006/main" r:embed="R3aae436a835144fe">
            <a:extLst>
              <a:ext uri="{96DAC541-7B7A-43D3-8B79-37D633B846F1}">
                <asvg:svgBlip xmlns:asvg="http://schemas.microsoft.com/office/drawing/2016/SVG/main" r:embed="R8abc6812b7004a47"/>
              </a:ext>
            </a:extLst>
          </a:blip>
          <a:stretch xmlns:a="http://schemas.openxmlformats.org/drawingml/2006/main"/>
        </p:blipFill>
        <p:spPr>
          <a:xfrm xmlns:a="http://schemas.openxmlformats.org/drawingml/2006/main">
            <a:off x="8277225" y="2590800"/>
            <a:ext cx="266700" cy="2667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D940630B-7BF5-468C-890F-BA7075C3966F}"/>
              </a:ext>
            </a:extLst>
          </p:cNvPr>
          <p:cNvPicPr>
            <a:picLocks xmlns:a="http://schemas.openxmlformats.org/drawingml/2006/main" noChangeAspect="1"/>
          </p:cNvPicPr>
          <p:nvPr/>
        </p:nvPicPr>
        <p:blipFill>
          <a:blip xmlns:r="http://schemas.openxmlformats.org/officeDocument/2006/relationships" xmlns:a="http://schemas.openxmlformats.org/drawingml/2006/main" r:embed="R17df8f32b9b44ce8">
            <a:extLst>
              <a:ext uri="{96DAC541-7B7A-43D3-8B79-37D633B846F1}">
                <asvg:svgBlip xmlns:asvg="http://schemas.microsoft.com/office/drawing/2016/SVG/main" r:embed="R0d26cfc10e084f6c"/>
              </a:ext>
            </a:extLst>
          </a:blip>
          <a:stretch xmlns:a="http://schemas.openxmlformats.org/drawingml/2006/main"/>
        </p:blipFill>
        <p:spPr>
          <a:xfrm xmlns:a="http://schemas.openxmlformats.org/drawingml/2006/main">
            <a:off x="10610850" y="2590800"/>
            <a:ext cx="266700" cy="266700"/>
          </a:xfrm>
          <a:prstGeom xmlns:a="http://schemas.openxmlformats.org/drawingml/2006/main" prst="rect">
            <a:avLst/>
          </a:prstGeom>
        </p:spPr>
      </p:pic>
      <p:sp>
        <p:nvSpPr>
          <p:cNvPr id="8" name="diagram-21">
            <a:extLst xmlns:a="http://schemas.openxmlformats.org/drawingml/2006/main">
              <a:ext uri="{FF2B5EF4-FFF2-40B4-BE49-F238E27FC236}">
                <a16:creationId xmlns:a16="http://schemas.microsoft.com/office/drawing/2014/main" id="{907005A3-8C14-4C8F-894A-CBC58B2E865C}"/>
              </a:ext>
            </a:extLst>
          </p:cNvPr>
          <p:cNvSpPr>
            <a:spLocks xmlns:a="http://schemas.openxmlformats.org/drawingml/2006/main" noGrp="1"/>
          </p:cNvSpPr>
          <p:nvPr/>
        </p:nvSpPr>
        <p:spPr>
          <a:xfrm xmlns:a="http://schemas.openxmlformats.org/drawingml/2006/main">
            <a:off x="571500" y="2895600"/>
            <a:ext cx="17145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19050">
            <a:solidFill>
              <a:srgbClr val="246BCE"/>
            </a:solidFill>
            <a:prstDash val="solid"/>
          </a:ln>
        </p:spPr>
      </p:sp>
      <p:sp>
        <p:nvSpPr>
          <p:cNvPr id="9" name="diagram-22">
            <a:extLst xmlns:a="http://schemas.openxmlformats.org/drawingml/2006/main">
              <a:ext uri="{FF2B5EF4-FFF2-40B4-BE49-F238E27FC236}">
                <a16:creationId xmlns:a16="http://schemas.microsoft.com/office/drawing/2014/main" id="{D3AE95B3-4510-4C48-A4C6-F77E695FB1D2}"/>
              </a:ext>
            </a:extLst>
          </p:cNvPr>
          <p:cNvSpPr>
            <a:spLocks xmlns:a="http://schemas.openxmlformats.org/drawingml/2006/main" noGrp="1"/>
          </p:cNvSpPr>
          <p:nvPr/>
        </p:nvSpPr>
        <p:spPr>
          <a:xfrm xmlns:a="http://schemas.openxmlformats.org/drawingml/2006/main">
            <a:off x="666750" y="2943225"/>
            <a:ext cx="1524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102A43"/>
                </a:solidFill>
                <a:latin typeface="Arial"/>
                <a:ea typeface="Arial"/>
                <a:cs typeface="Arial"/>
              </a:defRPr>
            </a:defPPr>
            <a:lvl1pPr algn="ctr">
              <a:defRPr sz="1875" b="1">
                <a:solidFill>
                  <a:srgbClr val="102A43"/>
                </a:solidFill>
                <a:latin typeface="Arial"/>
                <a:ea typeface="Arial"/>
                <a:cs typeface="Arial"/>
              </a:defRPr>
            </a:lvl1pPr>
            <a:lvl2pPr algn="ctr">
              <a:defRPr sz="1875" b="1">
                <a:solidFill>
                  <a:srgbClr val="102A43"/>
                </a:solidFill>
                <a:latin typeface="Arial"/>
                <a:ea typeface="Arial"/>
                <a:cs typeface="Arial"/>
              </a:defRPr>
            </a:lvl2pPr>
            <a:lvl3pPr algn="ctr">
              <a:defRPr sz="1875" b="1">
                <a:solidFill>
                  <a:srgbClr val="102A43"/>
                </a:solidFill>
                <a:latin typeface="Arial"/>
                <a:ea typeface="Arial"/>
                <a:cs typeface="Arial"/>
              </a:defRPr>
            </a:lvl3pPr>
            <a:lvl4pPr algn="ctr">
              <a:defRPr sz="1875" b="1">
                <a:solidFill>
                  <a:srgbClr val="102A43"/>
                </a:solidFill>
                <a:latin typeface="Arial"/>
                <a:ea typeface="Arial"/>
                <a:cs typeface="Arial"/>
              </a:defRPr>
            </a:lvl4pPr>
            <a:lvl5pPr algn="ctr">
              <a:defRPr sz="1875" b="1">
                <a:solidFill>
                  <a:srgbClr val="102A43"/>
                </a:solidFill>
                <a:latin typeface="Arial"/>
                <a:ea typeface="Arial"/>
                <a:cs typeface="Arial"/>
              </a:defRPr>
            </a:lvl5pPr>
            <a:lvl6pPr algn="ctr">
              <a:defRPr sz="1875" b="1">
                <a:solidFill>
                  <a:srgbClr val="102A43"/>
                </a:solidFill>
                <a:latin typeface="Arial"/>
                <a:ea typeface="Arial"/>
                <a:cs typeface="Arial"/>
              </a:defRPr>
            </a:lvl6pPr>
            <a:lvl7pPr algn="ctr">
              <a:defRPr sz="1875" b="1">
                <a:solidFill>
                  <a:srgbClr val="102A43"/>
                </a:solidFill>
                <a:latin typeface="Arial"/>
                <a:ea typeface="Arial"/>
                <a:cs typeface="Arial"/>
              </a:defRPr>
            </a:lvl7pPr>
            <a:lvl8pPr algn="ctr">
              <a:defRPr sz="1875" b="1">
                <a:solidFill>
                  <a:srgbClr val="102A43"/>
                </a:solidFill>
                <a:latin typeface="Arial"/>
                <a:ea typeface="Arial"/>
                <a:cs typeface="Arial"/>
              </a:defRPr>
            </a:lvl8pPr>
            <a:lvl9pPr algn="ctr">
              <a:defRPr sz="1875" b="1">
                <a:solidFill>
                  <a:srgbClr val="102A43"/>
                </a:solidFill>
                <a:latin typeface="Arial"/>
                <a:ea typeface="Arial"/>
                <a:cs typeface="Arial"/>
              </a:defRPr>
            </a:lvl9pPr>
          </a:lstStyle>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Rời phòng</a:t>
            </a:r>
          </a:p>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khám đầu</a:t>
            </a:r>
          </a:p>
        </p:txBody>
      </p:sp>
      <p:sp>
        <p:nvSpPr>
          <p:cNvPr id="10" name="diagram-23">
            <a:extLst xmlns:a="http://schemas.openxmlformats.org/drawingml/2006/main">
              <a:ext uri="{FF2B5EF4-FFF2-40B4-BE49-F238E27FC236}">
                <a16:creationId xmlns:a16="http://schemas.microsoft.com/office/drawing/2014/main" id="{08B32611-DF62-4910-BEFC-4CC61BB959DB}"/>
              </a:ext>
            </a:extLst>
          </p:cNvPr>
          <p:cNvSpPr>
            <a:spLocks xmlns:a="http://schemas.openxmlformats.org/drawingml/2006/main" noGrp="1"/>
          </p:cNvSpPr>
          <p:nvPr/>
        </p:nvSpPr>
        <p:spPr>
          <a:xfrm xmlns:a="http://schemas.openxmlformats.org/drawingml/2006/main">
            <a:off x="2905125" y="2895600"/>
            <a:ext cx="17145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19050">
            <a:solidFill>
              <a:srgbClr val="246BCE"/>
            </a:solidFill>
            <a:prstDash val="solid"/>
          </a:ln>
        </p:spPr>
      </p:sp>
      <p:sp>
        <p:nvSpPr>
          <p:cNvPr id="11" name="diagram-24">
            <a:extLst xmlns:a="http://schemas.openxmlformats.org/drawingml/2006/main">
              <a:ext uri="{FF2B5EF4-FFF2-40B4-BE49-F238E27FC236}">
                <a16:creationId xmlns:a16="http://schemas.microsoft.com/office/drawing/2014/main" id="{C258BFF6-DFCF-43AA-AC04-A1FF1A091291}"/>
              </a:ext>
            </a:extLst>
          </p:cNvPr>
          <p:cNvSpPr>
            <a:spLocks xmlns:a="http://schemas.openxmlformats.org/drawingml/2006/main" noGrp="1"/>
          </p:cNvSpPr>
          <p:nvPr/>
        </p:nvSpPr>
        <p:spPr>
          <a:xfrm xmlns:a="http://schemas.openxmlformats.org/drawingml/2006/main">
            <a:off x="3000375" y="2943225"/>
            <a:ext cx="1524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102A43"/>
                </a:solidFill>
                <a:latin typeface="Arial"/>
                <a:ea typeface="Arial"/>
                <a:cs typeface="Arial"/>
              </a:defRPr>
            </a:defPPr>
            <a:lvl1pPr algn="ctr">
              <a:defRPr sz="1875" b="1">
                <a:solidFill>
                  <a:srgbClr val="102A43"/>
                </a:solidFill>
                <a:latin typeface="Arial"/>
                <a:ea typeface="Arial"/>
                <a:cs typeface="Arial"/>
              </a:defRPr>
            </a:lvl1pPr>
            <a:lvl2pPr algn="ctr">
              <a:defRPr sz="1875" b="1">
                <a:solidFill>
                  <a:srgbClr val="102A43"/>
                </a:solidFill>
                <a:latin typeface="Arial"/>
                <a:ea typeface="Arial"/>
                <a:cs typeface="Arial"/>
              </a:defRPr>
            </a:lvl2pPr>
            <a:lvl3pPr algn="ctr">
              <a:defRPr sz="1875" b="1">
                <a:solidFill>
                  <a:srgbClr val="102A43"/>
                </a:solidFill>
                <a:latin typeface="Arial"/>
                <a:ea typeface="Arial"/>
                <a:cs typeface="Arial"/>
              </a:defRPr>
            </a:lvl3pPr>
            <a:lvl4pPr algn="ctr">
              <a:defRPr sz="1875" b="1">
                <a:solidFill>
                  <a:srgbClr val="102A43"/>
                </a:solidFill>
                <a:latin typeface="Arial"/>
                <a:ea typeface="Arial"/>
                <a:cs typeface="Arial"/>
              </a:defRPr>
            </a:lvl4pPr>
            <a:lvl5pPr algn="ctr">
              <a:defRPr sz="1875" b="1">
                <a:solidFill>
                  <a:srgbClr val="102A43"/>
                </a:solidFill>
                <a:latin typeface="Arial"/>
                <a:ea typeface="Arial"/>
                <a:cs typeface="Arial"/>
              </a:defRPr>
            </a:lvl5pPr>
            <a:lvl6pPr algn="ctr">
              <a:defRPr sz="1875" b="1">
                <a:solidFill>
                  <a:srgbClr val="102A43"/>
                </a:solidFill>
                <a:latin typeface="Arial"/>
                <a:ea typeface="Arial"/>
                <a:cs typeface="Arial"/>
              </a:defRPr>
            </a:lvl6pPr>
            <a:lvl7pPr algn="ctr">
              <a:defRPr sz="1875" b="1">
                <a:solidFill>
                  <a:srgbClr val="102A43"/>
                </a:solidFill>
                <a:latin typeface="Arial"/>
                <a:ea typeface="Arial"/>
                <a:cs typeface="Arial"/>
              </a:defRPr>
            </a:lvl7pPr>
            <a:lvl8pPr algn="ctr">
              <a:defRPr sz="1875" b="1">
                <a:solidFill>
                  <a:srgbClr val="102A43"/>
                </a:solidFill>
                <a:latin typeface="Arial"/>
                <a:ea typeface="Arial"/>
                <a:cs typeface="Arial"/>
              </a:defRPr>
            </a:lvl8pPr>
            <a:lvl9pPr algn="ctr">
              <a:defRPr sz="1875" b="1">
                <a:solidFill>
                  <a:srgbClr val="102A43"/>
                </a:solidFill>
                <a:latin typeface="Arial"/>
                <a:ea typeface="Arial"/>
                <a:cs typeface="Arial"/>
              </a:defRPr>
            </a:lvl9pPr>
          </a:lstStyle>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Tìm điểm</a:t>
            </a:r>
          </a:p>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tiếp theo</a:t>
            </a:r>
          </a:p>
        </p:txBody>
      </p:sp>
      <p:sp>
        <p:nvSpPr>
          <p:cNvPr id="12" name="diagram-25">
            <a:extLst xmlns:a="http://schemas.openxmlformats.org/drawingml/2006/main">
              <a:ext uri="{FF2B5EF4-FFF2-40B4-BE49-F238E27FC236}">
                <a16:creationId xmlns:a16="http://schemas.microsoft.com/office/drawing/2014/main" id="{9D4B2799-F5EB-4058-88A1-24566166E7C7}"/>
              </a:ext>
            </a:extLst>
          </p:cNvPr>
          <p:cNvSpPr>
            <a:spLocks xmlns:a="http://schemas.openxmlformats.org/drawingml/2006/main" noGrp="1"/>
          </p:cNvSpPr>
          <p:nvPr/>
        </p:nvSpPr>
        <p:spPr>
          <a:xfrm xmlns:a="http://schemas.openxmlformats.org/drawingml/2006/main">
            <a:off x="5238750" y="2895600"/>
            <a:ext cx="17145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19050">
            <a:solidFill>
              <a:srgbClr val="246BCE"/>
            </a:solidFill>
            <a:prstDash val="solid"/>
          </a:ln>
        </p:spPr>
      </p:sp>
      <p:sp>
        <p:nvSpPr>
          <p:cNvPr id="13" name="diagram-26">
            <a:extLst xmlns:a="http://schemas.openxmlformats.org/drawingml/2006/main">
              <a:ext uri="{FF2B5EF4-FFF2-40B4-BE49-F238E27FC236}">
                <a16:creationId xmlns:a16="http://schemas.microsoft.com/office/drawing/2014/main" id="{6006A87C-3C11-4083-8433-75D60A11C6AB}"/>
              </a:ext>
            </a:extLst>
          </p:cNvPr>
          <p:cNvSpPr>
            <a:spLocks xmlns:a="http://schemas.openxmlformats.org/drawingml/2006/main" noGrp="1"/>
          </p:cNvSpPr>
          <p:nvPr/>
        </p:nvSpPr>
        <p:spPr>
          <a:xfrm xmlns:a="http://schemas.openxmlformats.org/drawingml/2006/main">
            <a:off x="5334000" y="2943225"/>
            <a:ext cx="1524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102A43"/>
                </a:solidFill>
                <a:latin typeface="Arial"/>
                <a:ea typeface="Arial"/>
                <a:cs typeface="Arial"/>
              </a:defRPr>
            </a:defPPr>
            <a:lvl1pPr algn="ctr">
              <a:defRPr sz="1875" b="1">
                <a:solidFill>
                  <a:srgbClr val="102A43"/>
                </a:solidFill>
                <a:latin typeface="Arial"/>
                <a:ea typeface="Arial"/>
                <a:cs typeface="Arial"/>
              </a:defRPr>
            </a:lvl1pPr>
            <a:lvl2pPr algn="ctr">
              <a:defRPr sz="1875" b="1">
                <a:solidFill>
                  <a:srgbClr val="102A43"/>
                </a:solidFill>
                <a:latin typeface="Arial"/>
                <a:ea typeface="Arial"/>
                <a:cs typeface="Arial"/>
              </a:defRPr>
            </a:lvl2pPr>
            <a:lvl3pPr algn="ctr">
              <a:defRPr sz="1875" b="1">
                <a:solidFill>
                  <a:srgbClr val="102A43"/>
                </a:solidFill>
                <a:latin typeface="Arial"/>
                <a:ea typeface="Arial"/>
                <a:cs typeface="Arial"/>
              </a:defRPr>
            </a:lvl3pPr>
            <a:lvl4pPr algn="ctr">
              <a:defRPr sz="1875" b="1">
                <a:solidFill>
                  <a:srgbClr val="102A43"/>
                </a:solidFill>
                <a:latin typeface="Arial"/>
                <a:ea typeface="Arial"/>
                <a:cs typeface="Arial"/>
              </a:defRPr>
            </a:lvl4pPr>
            <a:lvl5pPr algn="ctr">
              <a:defRPr sz="1875" b="1">
                <a:solidFill>
                  <a:srgbClr val="102A43"/>
                </a:solidFill>
                <a:latin typeface="Arial"/>
                <a:ea typeface="Arial"/>
                <a:cs typeface="Arial"/>
              </a:defRPr>
            </a:lvl5pPr>
            <a:lvl6pPr algn="ctr">
              <a:defRPr sz="1875" b="1">
                <a:solidFill>
                  <a:srgbClr val="102A43"/>
                </a:solidFill>
                <a:latin typeface="Arial"/>
                <a:ea typeface="Arial"/>
                <a:cs typeface="Arial"/>
              </a:defRPr>
            </a:lvl6pPr>
            <a:lvl7pPr algn="ctr">
              <a:defRPr sz="1875" b="1">
                <a:solidFill>
                  <a:srgbClr val="102A43"/>
                </a:solidFill>
                <a:latin typeface="Arial"/>
                <a:ea typeface="Arial"/>
                <a:cs typeface="Arial"/>
              </a:defRPr>
            </a:lvl7pPr>
            <a:lvl8pPr algn="ctr">
              <a:defRPr sz="1875" b="1">
                <a:solidFill>
                  <a:srgbClr val="102A43"/>
                </a:solidFill>
                <a:latin typeface="Arial"/>
                <a:ea typeface="Arial"/>
                <a:cs typeface="Arial"/>
              </a:defRPr>
            </a:lvl8pPr>
            <a:lvl9pPr algn="ctr">
              <a:defRPr sz="1875" b="1">
                <a:solidFill>
                  <a:srgbClr val="102A43"/>
                </a:solidFill>
                <a:latin typeface="Arial"/>
                <a:ea typeface="Arial"/>
                <a:cs typeface="Arial"/>
              </a:defRPr>
            </a:lvl9pPr>
          </a:lstStyle>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Thực hiện</a:t>
            </a:r>
          </a:p>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dịch vụ</a:t>
            </a:r>
          </a:p>
        </p:txBody>
      </p:sp>
      <p:sp>
        <p:nvSpPr>
          <p:cNvPr id="14" name="diagram-27">
            <a:extLst xmlns:a="http://schemas.openxmlformats.org/drawingml/2006/main">
              <a:ext uri="{FF2B5EF4-FFF2-40B4-BE49-F238E27FC236}">
                <a16:creationId xmlns:a16="http://schemas.microsoft.com/office/drawing/2014/main" id="{54F4B8CD-5EE7-40DB-93DB-67BC8F6C8697}"/>
              </a:ext>
            </a:extLst>
          </p:cNvPr>
          <p:cNvSpPr>
            <a:spLocks xmlns:a="http://schemas.openxmlformats.org/drawingml/2006/main" noGrp="1"/>
          </p:cNvSpPr>
          <p:nvPr/>
        </p:nvSpPr>
        <p:spPr>
          <a:xfrm xmlns:a="http://schemas.openxmlformats.org/drawingml/2006/main">
            <a:off x="7572375" y="2895600"/>
            <a:ext cx="17145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19050">
            <a:solidFill>
              <a:srgbClr val="246BCE"/>
            </a:solidFill>
            <a:prstDash val="solid"/>
          </a:ln>
        </p:spPr>
      </p:sp>
      <p:sp>
        <p:nvSpPr>
          <p:cNvPr id="15" name="diagram-28">
            <a:extLst xmlns:a="http://schemas.openxmlformats.org/drawingml/2006/main">
              <a:ext uri="{FF2B5EF4-FFF2-40B4-BE49-F238E27FC236}">
                <a16:creationId xmlns:a16="http://schemas.microsoft.com/office/drawing/2014/main" id="{17205A03-0B4B-460D-B7B5-31AEDE71DED5}"/>
              </a:ext>
            </a:extLst>
          </p:cNvPr>
          <p:cNvSpPr>
            <a:spLocks xmlns:a="http://schemas.openxmlformats.org/drawingml/2006/main" noGrp="1"/>
          </p:cNvSpPr>
          <p:nvPr/>
        </p:nvSpPr>
        <p:spPr>
          <a:xfrm xmlns:a="http://schemas.openxmlformats.org/drawingml/2006/main">
            <a:off x="7667625" y="2943225"/>
            <a:ext cx="1524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102A43"/>
                </a:solidFill>
                <a:latin typeface="Arial"/>
                <a:ea typeface="Arial"/>
                <a:cs typeface="Arial"/>
              </a:defRPr>
            </a:defPPr>
            <a:lvl1pPr algn="ctr">
              <a:defRPr sz="1875" b="1">
                <a:solidFill>
                  <a:srgbClr val="102A43"/>
                </a:solidFill>
                <a:latin typeface="Arial"/>
                <a:ea typeface="Arial"/>
                <a:cs typeface="Arial"/>
              </a:defRPr>
            </a:lvl1pPr>
            <a:lvl2pPr algn="ctr">
              <a:defRPr sz="1875" b="1">
                <a:solidFill>
                  <a:srgbClr val="102A43"/>
                </a:solidFill>
                <a:latin typeface="Arial"/>
                <a:ea typeface="Arial"/>
                <a:cs typeface="Arial"/>
              </a:defRPr>
            </a:lvl2pPr>
            <a:lvl3pPr algn="ctr">
              <a:defRPr sz="1875" b="1">
                <a:solidFill>
                  <a:srgbClr val="102A43"/>
                </a:solidFill>
                <a:latin typeface="Arial"/>
                <a:ea typeface="Arial"/>
                <a:cs typeface="Arial"/>
              </a:defRPr>
            </a:lvl3pPr>
            <a:lvl4pPr algn="ctr">
              <a:defRPr sz="1875" b="1">
                <a:solidFill>
                  <a:srgbClr val="102A43"/>
                </a:solidFill>
                <a:latin typeface="Arial"/>
                <a:ea typeface="Arial"/>
                <a:cs typeface="Arial"/>
              </a:defRPr>
            </a:lvl4pPr>
            <a:lvl5pPr algn="ctr">
              <a:defRPr sz="1875" b="1">
                <a:solidFill>
                  <a:srgbClr val="102A43"/>
                </a:solidFill>
                <a:latin typeface="Arial"/>
                <a:ea typeface="Arial"/>
                <a:cs typeface="Arial"/>
              </a:defRPr>
            </a:lvl5pPr>
            <a:lvl6pPr algn="ctr">
              <a:defRPr sz="1875" b="1">
                <a:solidFill>
                  <a:srgbClr val="102A43"/>
                </a:solidFill>
                <a:latin typeface="Arial"/>
                <a:ea typeface="Arial"/>
                <a:cs typeface="Arial"/>
              </a:defRPr>
            </a:lvl6pPr>
            <a:lvl7pPr algn="ctr">
              <a:defRPr sz="1875" b="1">
                <a:solidFill>
                  <a:srgbClr val="102A43"/>
                </a:solidFill>
                <a:latin typeface="Arial"/>
                <a:ea typeface="Arial"/>
                <a:cs typeface="Arial"/>
              </a:defRPr>
            </a:lvl7pPr>
            <a:lvl8pPr algn="ctr">
              <a:defRPr sz="1875" b="1">
                <a:solidFill>
                  <a:srgbClr val="102A43"/>
                </a:solidFill>
                <a:latin typeface="Arial"/>
                <a:ea typeface="Arial"/>
                <a:cs typeface="Arial"/>
              </a:defRPr>
            </a:lvl8pPr>
            <a:lvl9pPr algn="ctr">
              <a:defRPr sz="1875" b="1">
                <a:solidFill>
                  <a:srgbClr val="102A43"/>
                </a:solidFill>
                <a:latin typeface="Arial"/>
                <a:ea typeface="Arial"/>
                <a:cs typeface="Arial"/>
              </a:defRPr>
            </a:lvl9pPr>
          </a:lstStyle>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Chờ và nhận</a:t>
            </a:r>
          </a:p>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kết quả</a:t>
            </a:r>
          </a:p>
        </p:txBody>
      </p:sp>
      <p:sp>
        <p:nvSpPr>
          <p:cNvPr id="16" name="diagram-29">
            <a:extLst xmlns:a="http://schemas.openxmlformats.org/drawingml/2006/main">
              <a:ext uri="{FF2B5EF4-FFF2-40B4-BE49-F238E27FC236}">
                <a16:creationId xmlns:a16="http://schemas.microsoft.com/office/drawing/2014/main" id="{3BB3DBF5-32DA-4CE1-83F3-D5D418CAD5D3}"/>
              </a:ext>
            </a:extLst>
          </p:cNvPr>
          <p:cNvSpPr>
            <a:spLocks xmlns:a="http://schemas.openxmlformats.org/drawingml/2006/main" noGrp="1"/>
          </p:cNvSpPr>
          <p:nvPr/>
        </p:nvSpPr>
        <p:spPr>
          <a:xfrm xmlns:a="http://schemas.openxmlformats.org/drawingml/2006/main">
            <a:off x="9906000" y="2895600"/>
            <a:ext cx="17145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19050">
            <a:solidFill>
              <a:srgbClr val="246BCE"/>
            </a:solidFill>
            <a:prstDash val="solid"/>
          </a:ln>
        </p:spPr>
      </p:sp>
      <p:sp>
        <p:nvSpPr>
          <p:cNvPr id="17" name="diagram-30">
            <a:extLst xmlns:a="http://schemas.openxmlformats.org/drawingml/2006/main">
              <a:ext uri="{FF2B5EF4-FFF2-40B4-BE49-F238E27FC236}">
                <a16:creationId xmlns:a16="http://schemas.microsoft.com/office/drawing/2014/main" id="{C20D6A46-1B6F-4854-9547-749D731FDA65}"/>
              </a:ext>
            </a:extLst>
          </p:cNvPr>
          <p:cNvSpPr>
            <a:spLocks xmlns:a="http://schemas.openxmlformats.org/drawingml/2006/main" noGrp="1"/>
          </p:cNvSpPr>
          <p:nvPr/>
        </p:nvSpPr>
        <p:spPr>
          <a:xfrm xmlns:a="http://schemas.openxmlformats.org/drawingml/2006/main">
            <a:off x="10001250" y="2943225"/>
            <a:ext cx="1524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102A43"/>
                </a:solidFill>
                <a:latin typeface="Arial"/>
                <a:ea typeface="Arial"/>
                <a:cs typeface="Arial"/>
              </a:defRPr>
            </a:defPPr>
            <a:lvl1pPr algn="ctr">
              <a:defRPr sz="1875" b="1">
                <a:solidFill>
                  <a:srgbClr val="102A43"/>
                </a:solidFill>
                <a:latin typeface="Arial"/>
                <a:ea typeface="Arial"/>
                <a:cs typeface="Arial"/>
              </a:defRPr>
            </a:lvl1pPr>
            <a:lvl2pPr algn="ctr">
              <a:defRPr sz="1875" b="1">
                <a:solidFill>
                  <a:srgbClr val="102A43"/>
                </a:solidFill>
                <a:latin typeface="Arial"/>
                <a:ea typeface="Arial"/>
                <a:cs typeface="Arial"/>
              </a:defRPr>
            </a:lvl2pPr>
            <a:lvl3pPr algn="ctr">
              <a:defRPr sz="1875" b="1">
                <a:solidFill>
                  <a:srgbClr val="102A43"/>
                </a:solidFill>
                <a:latin typeface="Arial"/>
                <a:ea typeface="Arial"/>
                <a:cs typeface="Arial"/>
              </a:defRPr>
            </a:lvl3pPr>
            <a:lvl4pPr algn="ctr">
              <a:defRPr sz="1875" b="1">
                <a:solidFill>
                  <a:srgbClr val="102A43"/>
                </a:solidFill>
                <a:latin typeface="Arial"/>
                <a:ea typeface="Arial"/>
                <a:cs typeface="Arial"/>
              </a:defRPr>
            </a:lvl4pPr>
            <a:lvl5pPr algn="ctr">
              <a:defRPr sz="1875" b="1">
                <a:solidFill>
                  <a:srgbClr val="102A43"/>
                </a:solidFill>
                <a:latin typeface="Arial"/>
                <a:ea typeface="Arial"/>
                <a:cs typeface="Arial"/>
              </a:defRPr>
            </a:lvl5pPr>
            <a:lvl6pPr algn="ctr">
              <a:defRPr sz="1875" b="1">
                <a:solidFill>
                  <a:srgbClr val="102A43"/>
                </a:solidFill>
                <a:latin typeface="Arial"/>
                <a:ea typeface="Arial"/>
                <a:cs typeface="Arial"/>
              </a:defRPr>
            </a:lvl6pPr>
            <a:lvl7pPr algn="ctr">
              <a:defRPr sz="1875" b="1">
                <a:solidFill>
                  <a:srgbClr val="102A43"/>
                </a:solidFill>
                <a:latin typeface="Arial"/>
                <a:ea typeface="Arial"/>
                <a:cs typeface="Arial"/>
              </a:defRPr>
            </a:lvl7pPr>
            <a:lvl8pPr algn="ctr">
              <a:defRPr sz="1875" b="1">
                <a:solidFill>
                  <a:srgbClr val="102A43"/>
                </a:solidFill>
                <a:latin typeface="Arial"/>
                <a:ea typeface="Arial"/>
                <a:cs typeface="Arial"/>
              </a:defRPr>
            </a:lvl8pPr>
            <a:lvl9pPr algn="ctr">
              <a:defRPr sz="1875" b="1">
                <a:solidFill>
                  <a:srgbClr val="102A43"/>
                </a:solidFill>
                <a:latin typeface="Arial"/>
                <a:ea typeface="Arial"/>
                <a:cs typeface="Arial"/>
              </a:defRPr>
            </a:lvl9pPr>
          </a:lstStyle>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Quay lại</a:t>
            </a:r>
          </a:p>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bác sĩ</a:t>
            </a:r>
          </a:p>
        </p:txBody>
      </p:sp>
      <p:sp>
        <p:nvSpPr>
          <p:cNvPr id="18" name="diagram-31">
            <a:extLst xmlns:a="http://schemas.openxmlformats.org/drawingml/2006/main">
              <a:ext uri="{FF2B5EF4-FFF2-40B4-BE49-F238E27FC236}">
                <a16:creationId xmlns:a16="http://schemas.microsoft.com/office/drawing/2014/main" id="{F7D13B39-EBE7-4E19-A7BB-B25D4F42E723}"/>
              </a:ext>
            </a:extLst>
          </p:cNvPr>
          <p:cNvSpPr>
            <a:spLocks xmlns:a="http://schemas.openxmlformats.org/drawingml/2006/main" noGrp="1"/>
          </p:cNvSpPr>
          <p:nvPr/>
        </p:nvSpPr>
        <p:spPr>
          <a:xfrm xmlns:a="http://schemas.openxmlformats.org/drawingml/2006/main">
            <a:off x="2286000" y="3333750"/>
            <a:ext cx="80963" cy="38100"/>
          </a:xfrm>
          <a:prstGeom xmlns:a="http://schemas.openxmlformats.org/drawingml/2006/main" prst="rect">
            <a:avLst/>
          </a:prstGeom>
          <a:solidFill xmlns:a="http://schemas.openxmlformats.org/drawingml/2006/main">
            <a:srgbClr val="246BCE"/>
          </a:solidFill>
          <a:ln xmlns:a="http://schemas.openxmlformats.org/drawingml/2006/main" w="0">
            <a:noFill/>
            <a:prstDash val="solid"/>
          </a:ln>
        </p:spPr>
      </p:sp>
      <p:sp>
        <p:nvSpPr>
          <p:cNvPr id="19" name="diagram-32">
            <a:extLst xmlns:a="http://schemas.openxmlformats.org/drawingml/2006/main">
              <a:ext uri="{FF2B5EF4-FFF2-40B4-BE49-F238E27FC236}">
                <a16:creationId xmlns:a16="http://schemas.microsoft.com/office/drawing/2014/main" id="{A6C22F3F-44D2-4D2A-B8EE-AEF3F2F441BE}"/>
              </a:ext>
            </a:extLst>
          </p:cNvPr>
          <p:cNvSpPr>
            <a:spLocks xmlns:a="http://schemas.openxmlformats.org/drawingml/2006/main" noGrp="1"/>
          </p:cNvSpPr>
          <p:nvPr/>
        </p:nvSpPr>
        <p:spPr>
          <a:xfrm xmlns:a="http://schemas.openxmlformats.org/drawingml/2006/main">
            <a:off x="2824163" y="3333750"/>
            <a:ext cx="80963" cy="38100"/>
          </a:xfrm>
          <a:prstGeom xmlns:a="http://schemas.openxmlformats.org/drawingml/2006/main" prst="rect">
            <a:avLst/>
          </a:prstGeom>
          <a:solidFill xmlns:a="http://schemas.openxmlformats.org/drawingml/2006/main">
            <a:srgbClr val="246BCE"/>
          </a:solidFill>
          <a:ln xmlns:a="http://schemas.openxmlformats.org/drawingml/2006/main" w="0">
            <a:noFill/>
            <a:prstDash val="solid"/>
          </a:ln>
        </p:spPr>
      </p:sp>
      <p:sp>
        <p:nvSpPr>
          <p:cNvPr id="20" name="diagram-33">
            <a:extLst xmlns:a="http://schemas.openxmlformats.org/drawingml/2006/main">
              <a:ext uri="{FF2B5EF4-FFF2-40B4-BE49-F238E27FC236}">
                <a16:creationId xmlns:a16="http://schemas.microsoft.com/office/drawing/2014/main" id="{CC88F24F-9F1B-4B50-9511-B5762CEB4CFA}"/>
              </a:ext>
            </a:extLst>
          </p:cNvPr>
          <p:cNvSpPr>
            <a:spLocks xmlns:a="http://schemas.openxmlformats.org/drawingml/2006/main" noGrp="1"/>
          </p:cNvSpPr>
          <p:nvPr/>
        </p:nvSpPr>
        <p:spPr>
          <a:xfrm xmlns:a="http://schemas.openxmlformats.org/drawingml/2006/main">
            <a:off x="2357438" y="3114675"/>
            <a:ext cx="476250" cy="476250"/>
          </a:xfrm>
          <a:prstGeom xmlns:a="http://schemas.openxmlformats.org/drawingml/2006/main" prst="ellipse">
            <a:avLst/>
          </a:prstGeom>
          <a:solidFill xmlns:a="http://schemas.openxmlformats.org/drawingml/2006/main">
            <a:srgbClr val="FCEBED"/>
          </a:solidFill>
          <a:ln xmlns:a="http://schemas.openxmlformats.org/drawingml/2006/main" w="0">
            <a:noFill/>
            <a:prstDash val="solid"/>
          </a:ln>
        </p:spPr>
      </p:sp>
      <p:sp>
        <p:nvSpPr>
          <p:cNvPr id="21" name="diagram-34">
            <a:extLst xmlns:a="http://schemas.openxmlformats.org/drawingml/2006/main">
              <a:ext uri="{FF2B5EF4-FFF2-40B4-BE49-F238E27FC236}">
                <a16:creationId xmlns:a16="http://schemas.microsoft.com/office/drawing/2014/main" id="{B9A52A82-C7FF-410E-B543-7A9987AA73DD}"/>
              </a:ext>
            </a:extLst>
          </p:cNvPr>
          <p:cNvSpPr>
            <a:spLocks xmlns:a="http://schemas.openxmlformats.org/drawingml/2006/main" noGrp="1"/>
          </p:cNvSpPr>
          <p:nvPr/>
        </p:nvSpPr>
        <p:spPr>
          <a:xfrm xmlns:a="http://schemas.openxmlformats.org/drawingml/2006/main">
            <a:off x="2357438" y="31146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3450" b="1">
                <a:solidFill>
                  <a:srgbClr val="D64D53"/>
                </a:solidFill>
                <a:latin typeface="Arial"/>
                <a:ea typeface="Arial"/>
                <a:cs typeface="Arial"/>
              </a:defRPr>
            </a:defPPr>
            <a:lvl1pPr algn="ctr">
              <a:defRPr sz="3450" b="1">
                <a:solidFill>
                  <a:srgbClr val="D64D53"/>
                </a:solidFill>
                <a:latin typeface="Arial"/>
                <a:ea typeface="Arial"/>
                <a:cs typeface="Arial"/>
              </a:defRPr>
            </a:lvl1pPr>
            <a:lvl2pPr algn="ctr">
              <a:defRPr sz="3450" b="1">
                <a:solidFill>
                  <a:srgbClr val="D64D53"/>
                </a:solidFill>
                <a:latin typeface="Arial"/>
                <a:ea typeface="Arial"/>
                <a:cs typeface="Arial"/>
              </a:defRPr>
            </a:lvl2pPr>
            <a:lvl3pPr algn="ctr">
              <a:defRPr sz="3450" b="1">
                <a:solidFill>
                  <a:srgbClr val="D64D53"/>
                </a:solidFill>
                <a:latin typeface="Arial"/>
                <a:ea typeface="Arial"/>
                <a:cs typeface="Arial"/>
              </a:defRPr>
            </a:lvl3pPr>
            <a:lvl4pPr algn="ctr">
              <a:defRPr sz="3450" b="1">
                <a:solidFill>
                  <a:srgbClr val="D64D53"/>
                </a:solidFill>
                <a:latin typeface="Arial"/>
                <a:ea typeface="Arial"/>
                <a:cs typeface="Arial"/>
              </a:defRPr>
            </a:lvl4pPr>
            <a:lvl5pPr algn="ctr">
              <a:defRPr sz="3450" b="1">
                <a:solidFill>
                  <a:srgbClr val="D64D53"/>
                </a:solidFill>
                <a:latin typeface="Arial"/>
                <a:ea typeface="Arial"/>
                <a:cs typeface="Arial"/>
              </a:defRPr>
            </a:lvl5pPr>
            <a:lvl6pPr algn="ctr">
              <a:defRPr sz="3450" b="1">
                <a:solidFill>
                  <a:srgbClr val="D64D53"/>
                </a:solidFill>
                <a:latin typeface="Arial"/>
                <a:ea typeface="Arial"/>
                <a:cs typeface="Arial"/>
              </a:defRPr>
            </a:lvl6pPr>
            <a:lvl7pPr algn="ctr">
              <a:defRPr sz="3450" b="1">
                <a:solidFill>
                  <a:srgbClr val="D64D53"/>
                </a:solidFill>
                <a:latin typeface="Arial"/>
                <a:ea typeface="Arial"/>
                <a:cs typeface="Arial"/>
              </a:defRPr>
            </a:lvl7pPr>
            <a:lvl8pPr algn="ctr">
              <a:defRPr sz="3450" b="1">
                <a:solidFill>
                  <a:srgbClr val="D64D53"/>
                </a:solidFill>
                <a:latin typeface="Arial"/>
                <a:ea typeface="Arial"/>
                <a:cs typeface="Arial"/>
              </a:defRPr>
            </a:lvl8pPr>
            <a:lvl9pPr algn="ctr">
              <a:defRPr sz="3450" b="1">
                <a:solidFill>
                  <a:srgbClr val="D64D53"/>
                </a:solidFill>
                <a:latin typeface="Arial"/>
                <a:ea typeface="Arial"/>
                <a:cs typeface="Arial"/>
              </a:defRPr>
            </a:lvl9pPr>
          </a:lstStyle>
          <a:p xmlns:a="http://schemas.openxmlformats.org/drawingml/2006/main">
            <a:pPr algn="ctr">
              <a:defRPr sz="3450" b="1">
                <a:solidFill>
                  <a:srgbClr val="D64D53"/>
                </a:solidFill>
                <a:latin typeface="Arial"/>
                <a:ea typeface="Arial"/>
                <a:cs typeface="Arial"/>
              </a:defRPr>
            </a:pPr>
            <a:r>
              <a:rPr sz="3450" b="1">
                <a:solidFill>
                  <a:srgbClr val="D64D53"/>
                </a:solidFill>
                <a:latin typeface="Arial"/>
                <a:ea typeface="Arial"/>
                <a:cs typeface="Arial"/>
              </a:rPr>
              <a:t>×</a:t>
            </a:r>
          </a:p>
        </p:txBody>
      </p:sp>
      <p:sp>
        <p:nvSpPr>
          <p:cNvPr id="22" name="diagram-35">
            <a:extLst xmlns:a="http://schemas.openxmlformats.org/drawingml/2006/main">
              <a:ext uri="{FF2B5EF4-FFF2-40B4-BE49-F238E27FC236}">
                <a16:creationId xmlns:a16="http://schemas.microsoft.com/office/drawing/2014/main" id="{B856CA7F-EF4B-4B04-92A2-7CA044FCBA6F}"/>
              </a:ext>
            </a:extLst>
          </p:cNvPr>
          <p:cNvSpPr>
            <a:spLocks xmlns:a="http://schemas.openxmlformats.org/drawingml/2006/main" noGrp="1"/>
          </p:cNvSpPr>
          <p:nvPr/>
        </p:nvSpPr>
        <p:spPr>
          <a:xfrm xmlns:a="http://schemas.openxmlformats.org/drawingml/2006/main">
            <a:off x="4619625" y="3276600"/>
            <a:ext cx="619125" cy="152400"/>
          </a:xfrm>
          <a:prstGeom xmlns:a="http://schemas.openxmlformats.org/drawingml/2006/main" prst="rightArrow">
            <a:avLst/>
          </a:prstGeom>
          <a:solidFill xmlns:a="http://schemas.openxmlformats.org/drawingml/2006/main">
            <a:srgbClr val="246BCE"/>
          </a:solidFill>
          <a:ln xmlns:a="http://schemas.openxmlformats.org/drawingml/2006/main" w="0">
            <a:noFill/>
            <a:prstDash val="solid"/>
          </a:ln>
        </p:spPr>
      </p:sp>
      <p:sp>
        <p:nvSpPr>
          <p:cNvPr id="23" name="diagram-36">
            <a:extLst xmlns:a="http://schemas.openxmlformats.org/drawingml/2006/main">
              <a:ext uri="{FF2B5EF4-FFF2-40B4-BE49-F238E27FC236}">
                <a16:creationId xmlns:a16="http://schemas.microsoft.com/office/drawing/2014/main" id="{87C458B9-AB9F-4D81-B287-B6D348D03C24}"/>
              </a:ext>
            </a:extLst>
          </p:cNvPr>
          <p:cNvSpPr>
            <a:spLocks xmlns:a="http://schemas.openxmlformats.org/drawingml/2006/main" noGrp="1"/>
          </p:cNvSpPr>
          <p:nvPr/>
        </p:nvSpPr>
        <p:spPr>
          <a:xfrm xmlns:a="http://schemas.openxmlformats.org/drawingml/2006/main">
            <a:off x="6953250" y="3333750"/>
            <a:ext cx="80963" cy="38100"/>
          </a:xfrm>
          <a:prstGeom xmlns:a="http://schemas.openxmlformats.org/drawingml/2006/main" prst="rect">
            <a:avLst/>
          </a:prstGeom>
          <a:solidFill xmlns:a="http://schemas.openxmlformats.org/drawingml/2006/main">
            <a:srgbClr val="246BCE"/>
          </a:solidFill>
          <a:ln xmlns:a="http://schemas.openxmlformats.org/drawingml/2006/main" w="0">
            <a:noFill/>
            <a:prstDash val="solid"/>
          </a:ln>
        </p:spPr>
      </p:sp>
      <p:sp>
        <p:nvSpPr>
          <p:cNvPr id="24" name="diagram-37">
            <a:extLst xmlns:a="http://schemas.openxmlformats.org/drawingml/2006/main">
              <a:ext uri="{FF2B5EF4-FFF2-40B4-BE49-F238E27FC236}">
                <a16:creationId xmlns:a16="http://schemas.microsoft.com/office/drawing/2014/main" id="{B26CCFD2-0255-48BA-A0D0-0061A504BAF7}"/>
              </a:ext>
            </a:extLst>
          </p:cNvPr>
          <p:cNvSpPr>
            <a:spLocks xmlns:a="http://schemas.openxmlformats.org/drawingml/2006/main" noGrp="1"/>
          </p:cNvSpPr>
          <p:nvPr/>
        </p:nvSpPr>
        <p:spPr>
          <a:xfrm xmlns:a="http://schemas.openxmlformats.org/drawingml/2006/main">
            <a:off x="7491413" y="3333750"/>
            <a:ext cx="80963" cy="38100"/>
          </a:xfrm>
          <a:prstGeom xmlns:a="http://schemas.openxmlformats.org/drawingml/2006/main" prst="rect">
            <a:avLst/>
          </a:prstGeom>
          <a:solidFill xmlns:a="http://schemas.openxmlformats.org/drawingml/2006/main">
            <a:srgbClr val="246BCE"/>
          </a:solidFill>
          <a:ln xmlns:a="http://schemas.openxmlformats.org/drawingml/2006/main" w="0">
            <a:noFill/>
            <a:prstDash val="solid"/>
          </a:ln>
        </p:spPr>
      </p:sp>
      <p:sp>
        <p:nvSpPr>
          <p:cNvPr id="25" name="diagram-38">
            <a:extLst xmlns:a="http://schemas.openxmlformats.org/drawingml/2006/main">
              <a:ext uri="{FF2B5EF4-FFF2-40B4-BE49-F238E27FC236}">
                <a16:creationId xmlns:a16="http://schemas.microsoft.com/office/drawing/2014/main" id="{A50BC7B3-8273-41D4-8F36-7E10CD935B41}"/>
              </a:ext>
            </a:extLst>
          </p:cNvPr>
          <p:cNvSpPr>
            <a:spLocks xmlns:a="http://schemas.openxmlformats.org/drawingml/2006/main" noGrp="1"/>
          </p:cNvSpPr>
          <p:nvPr/>
        </p:nvSpPr>
        <p:spPr>
          <a:xfrm xmlns:a="http://schemas.openxmlformats.org/drawingml/2006/main">
            <a:off x="7024688" y="3114675"/>
            <a:ext cx="476250" cy="476250"/>
          </a:xfrm>
          <a:prstGeom xmlns:a="http://schemas.openxmlformats.org/drawingml/2006/main" prst="ellipse">
            <a:avLst/>
          </a:prstGeom>
          <a:solidFill xmlns:a="http://schemas.openxmlformats.org/drawingml/2006/main">
            <a:srgbClr val="FCEBED"/>
          </a:solidFill>
          <a:ln xmlns:a="http://schemas.openxmlformats.org/drawingml/2006/main" w="0">
            <a:noFill/>
            <a:prstDash val="solid"/>
          </a:ln>
        </p:spPr>
      </p:sp>
      <p:sp>
        <p:nvSpPr>
          <p:cNvPr id="26" name="diagram-39">
            <a:extLst xmlns:a="http://schemas.openxmlformats.org/drawingml/2006/main">
              <a:ext uri="{FF2B5EF4-FFF2-40B4-BE49-F238E27FC236}">
                <a16:creationId xmlns:a16="http://schemas.microsoft.com/office/drawing/2014/main" id="{08EB0C7C-C3E4-4A92-A5C5-E6A3F916AE96}"/>
              </a:ext>
            </a:extLst>
          </p:cNvPr>
          <p:cNvSpPr>
            <a:spLocks xmlns:a="http://schemas.openxmlformats.org/drawingml/2006/main" noGrp="1"/>
          </p:cNvSpPr>
          <p:nvPr/>
        </p:nvSpPr>
        <p:spPr>
          <a:xfrm xmlns:a="http://schemas.openxmlformats.org/drawingml/2006/main">
            <a:off x="7024688" y="31146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3450" b="1">
                <a:solidFill>
                  <a:srgbClr val="D64D53"/>
                </a:solidFill>
                <a:latin typeface="Arial"/>
                <a:ea typeface="Arial"/>
                <a:cs typeface="Arial"/>
              </a:defRPr>
            </a:defPPr>
            <a:lvl1pPr algn="ctr">
              <a:defRPr sz="3450" b="1">
                <a:solidFill>
                  <a:srgbClr val="D64D53"/>
                </a:solidFill>
                <a:latin typeface="Arial"/>
                <a:ea typeface="Arial"/>
                <a:cs typeface="Arial"/>
              </a:defRPr>
            </a:lvl1pPr>
            <a:lvl2pPr algn="ctr">
              <a:defRPr sz="3450" b="1">
                <a:solidFill>
                  <a:srgbClr val="D64D53"/>
                </a:solidFill>
                <a:latin typeface="Arial"/>
                <a:ea typeface="Arial"/>
                <a:cs typeface="Arial"/>
              </a:defRPr>
            </a:lvl2pPr>
            <a:lvl3pPr algn="ctr">
              <a:defRPr sz="3450" b="1">
                <a:solidFill>
                  <a:srgbClr val="D64D53"/>
                </a:solidFill>
                <a:latin typeface="Arial"/>
                <a:ea typeface="Arial"/>
                <a:cs typeface="Arial"/>
              </a:defRPr>
            </a:lvl3pPr>
            <a:lvl4pPr algn="ctr">
              <a:defRPr sz="3450" b="1">
                <a:solidFill>
                  <a:srgbClr val="D64D53"/>
                </a:solidFill>
                <a:latin typeface="Arial"/>
                <a:ea typeface="Arial"/>
                <a:cs typeface="Arial"/>
              </a:defRPr>
            </a:lvl4pPr>
            <a:lvl5pPr algn="ctr">
              <a:defRPr sz="3450" b="1">
                <a:solidFill>
                  <a:srgbClr val="D64D53"/>
                </a:solidFill>
                <a:latin typeface="Arial"/>
                <a:ea typeface="Arial"/>
                <a:cs typeface="Arial"/>
              </a:defRPr>
            </a:lvl5pPr>
            <a:lvl6pPr algn="ctr">
              <a:defRPr sz="3450" b="1">
                <a:solidFill>
                  <a:srgbClr val="D64D53"/>
                </a:solidFill>
                <a:latin typeface="Arial"/>
                <a:ea typeface="Arial"/>
                <a:cs typeface="Arial"/>
              </a:defRPr>
            </a:lvl6pPr>
            <a:lvl7pPr algn="ctr">
              <a:defRPr sz="3450" b="1">
                <a:solidFill>
                  <a:srgbClr val="D64D53"/>
                </a:solidFill>
                <a:latin typeface="Arial"/>
                <a:ea typeface="Arial"/>
                <a:cs typeface="Arial"/>
              </a:defRPr>
            </a:lvl7pPr>
            <a:lvl8pPr algn="ctr">
              <a:defRPr sz="3450" b="1">
                <a:solidFill>
                  <a:srgbClr val="D64D53"/>
                </a:solidFill>
                <a:latin typeface="Arial"/>
                <a:ea typeface="Arial"/>
                <a:cs typeface="Arial"/>
              </a:defRPr>
            </a:lvl8pPr>
            <a:lvl9pPr algn="ctr">
              <a:defRPr sz="3450" b="1">
                <a:solidFill>
                  <a:srgbClr val="D64D53"/>
                </a:solidFill>
                <a:latin typeface="Arial"/>
                <a:ea typeface="Arial"/>
                <a:cs typeface="Arial"/>
              </a:defRPr>
            </a:lvl9pPr>
          </a:lstStyle>
          <a:p xmlns:a="http://schemas.openxmlformats.org/drawingml/2006/main">
            <a:pPr algn="ctr">
              <a:defRPr sz="3450" b="1">
                <a:solidFill>
                  <a:srgbClr val="D64D53"/>
                </a:solidFill>
                <a:latin typeface="Arial"/>
                <a:ea typeface="Arial"/>
                <a:cs typeface="Arial"/>
              </a:defRPr>
            </a:pPr>
            <a:r>
              <a:rPr sz="3450" b="1">
                <a:solidFill>
                  <a:srgbClr val="D64D53"/>
                </a:solidFill>
                <a:latin typeface="Arial"/>
                <a:ea typeface="Arial"/>
                <a:cs typeface="Arial"/>
              </a:rPr>
              <a:t>×</a:t>
            </a:r>
          </a:p>
        </p:txBody>
      </p:sp>
      <p:sp>
        <p:nvSpPr>
          <p:cNvPr id="27" name="diagram-40">
            <a:extLst xmlns:a="http://schemas.openxmlformats.org/drawingml/2006/main">
              <a:ext uri="{FF2B5EF4-FFF2-40B4-BE49-F238E27FC236}">
                <a16:creationId xmlns:a16="http://schemas.microsoft.com/office/drawing/2014/main" id="{B6C277C3-5273-4BCF-B40D-23615E530D08}"/>
              </a:ext>
            </a:extLst>
          </p:cNvPr>
          <p:cNvSpPr>
            <a:spLocks xmlns:a="http://schemas.openxmlformats.org/drawingml/2006/main" noGrp="1"/>
          </p:cNvSpPr>
          <p:nvPr/>
        </p:nvSpPr>
        <p:spPr>
          <a:xfrm xmlns:a="http://schemas.openxmlformats.org/drawingml/2006/main">
            <a:off x="9286875" y="3333750"/>
            <a:ext cx="80963" cy="38100"/>
          </a:xfrm>
          <a:prstGeom xmlns:a="http://schemas.openxmlformats.org/drawingml/2006/main" prst="rect">
            <a:avLst/>
          </a:prstGeom>
          <a:solidFill xmlns:a="http://schemas.openxmlformats.org/drawingml/2006/main">
            <a:srgbClr val="246BCE"/>
          </a:solidFill>
          <a:ln xmlns:a="http://schemas.openxmlformats.org/drawingml/2006/main" w="0">
            <a:noFill/>
            <a:prstDash val="solid"/>
          </a:ln>
        </p:spPr>
      </p:sp>
      <p:sp>
        <p:nvSpPr>
          <p:cNvPr id="28" name="diagram-41">
            <a:extLst xmlns:a="http://schemas.openxmlformats.org/drawingml/2006/main">
              <a:ext uri="{FF2B5EF4-FFF2-40B4-BE49-F238E27FC236}">
                <a16:creationId xmlns:a16="http://schemas.microsoft.com/office/drawing/2014/main" id="{7C31D08A-A6A7-4FA6-9E2F-BC2EEBB79E71}"/>
              </a:ext>
            </a:extLst>
          </p:cNvPr>
          <p:cNvSpPr>
            <a:spLocks xmlns:a="http://schemas.openxmlformats.org/drawingml/2006/main" noGrp="1"/>
          </p:cNvSpPr>
          <p:nvPr/>
        </p:nvSpPr>
        <p:spPr>
          <a:xfrm xmlns:a="http://schemas.openxmlformats.org/drawingml/2006/main">
            <a:off x="9825038" y="3333750"/>
            <a:ext cx="80963" cy="38100"/>
          </a:xfrm>
          <a:prstGeom xmlns:a="http://schemas.openxmlformats.org/drawingml/2006/main" prst="rect">
            <a:avLst/>
          </a:prstGeom>
          <a:solidFill xmlns:a="http://schemas.openxmlformats.org/drawingml/2006/main">
            <a:srgbClr val="246BCE"/>
          </a:solidFill>
          <a:ln xmlns:a="http://schemas.openxmlformats.org/drawingml/2006/main" w="0">
            <a:noFill/>
            <a:prstDash val="solid"/>
          </a:ln>
        </p:spPr>
      </p:sp>
      <p:sp>
        <p:nvSpPr>
          <p:cNvPr id="29" name="diagram-42">
            <a:extLst xmlns:a="http://schemas.openxmlformats.org/drawingml/2006/main">
              <a:ext uri="{FF2B5EF4-FFF2-40B4-BE49-F238E27FC236}">
                <a16:creationId xmlns:a16="http://schemas.microsoft.com/office/drawing/2014/main" id="{1DD632CA-D9D7-4B9B-8BA5-50DD52128366}"/>
              </a:ext>
            </a:extLst>
          </p:cNvPr>
          <p:cNvSpPr>
            <a:spLocks xmlns:a="http://schemas.openxmlformats.org/drawingml/2006/main" noGrp="1"/>
          </p:cNvSpPr>
          <p:nvPr/>
        </p:nvSpPr>
        <p:spPr>
          <a:xfrm xmlns:a="http://schemas.openxmlformats.org/drawingml/2006/main">
            <a:off x="9358313" y="3114675"/>
            <a:ext cx="476250" cy="476250"/>
          </a:xfrm>
          <a:prstGeom xmlns:a="http://schemas.openxmlformats.org/drawingml/2006/main" prst="ellipse">
            <a:avLst/>
          </a:prstGeom>
          <a:solidFill xmlns:a="http://schemas.openxmlformats.org/drawingml/2006/main">
            <a:srgbClr val="FCEBED"/>
          </a:solidFill>
          <a:ln xmlns:a="http://schemas.openxmlformats.org/drawingml/2006/main" w="0">
            <a:noFill/>
            <a:prstDash val="solid"/>
          </a:ln>
        </p:spPr>
      </p:sp>
      <p:sp>
        <p:nvSpPr>
          <p:cNvPr id="30" name="diagram-43">
            <a:extLst xmlns:a="http://schemas.openxmlformats.org/drawingml/2006/main">
              <a:ext uri="{FF2B5EF4-FFF2-40B4-BE49-F238E27FC236}">
                <a16:creationId xmlns:a16="http://schemas.microsoft.com/office/drawing/2014/main" id="{EE79782E-C9A0-4673-993E-77FCD09150FC}"/>
              </a:ext>
            </a:extLst>
          </p:cNvPr>
          <p:cNvSpPr>
            <a:spLocks xmlns:a="http://schemas.openxmlformats.org/drawingml/2006/main" noGrp="1"/>
          </p:cNvSpPr>
          <p:nvPr/>
        </p:nvSpPr>
        <p:spPr>
          <a:xfrm xmlns:a="http://schemas.openxmlformats.org/drawingml/2006/main">
            <a:off x="9358313" y="31146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3450" b="1">
                <a:solidFill>
                  <a:srgbClr val="D64D53"/>
                </a:solidFill>
                <a:latin typeface="Arial"/>
                <a:ea typeface="Arial"/>
                <a:cs typeface="Arial"/>
              </a:defRPr>
            </a:defPPr>
            <a:lvl1pPr algn="ctr">
              <a:defRPr sz="3450" b="1">
                <a:solidFill>
                  <a:srgbClr val="D64D53"/>
                </a:solidFill>
                <a:latin typeface="Arial"/>
                <a:ea typeface="Arial"/>
                <a:cs typeface="Arial"/>
              </a:defRPr>
            </a:lvl1pPr>
            <a:lvl2pPr algn="ctr">
              <a:defRPr sz="3450" b="1">
                <a:solidFill>
                  <a:srgbClr val="D64D53"/>
                </a:solidFill>
                <a:latin typeface="Arial"/>
                <a:ea typeface="Arial"/>
                <a:cs typeface="Arial"/>
              </a:defRPr>
            </a:lvl2pPr>
            <a:lvl3pPr algn="ctr">
              <a:defRPr sz="3450" b="1">
                <a:solidFill>
                  <a:srgbClr val="D64D53"/>
                </a:solidFill>
                <a:latin typeface="Arial"/>
                <a:ea typeface="Arial"/>
                <a:cs typeface="Arial"/>
              </a:defRPr>
            </a:lvl3pPr>
            <a:lvl4pPr algn="ctr">
              <a:defRPr sz="3450" b="1">
                <a:solidFill>
                  <a:srgbClr val="D64D53"/>
                </a:solidFill>
                <a:latin typeface="Arial"/>
                <a:ea typeface="Arial"/>
                <a:cs typeface="Arial"/>
              </a:defRPr>
            </a:lvl4pPr>
            <a:lvl5pPr algn="ctr">
              <a:defRPr sz="3450" b="1">
                <a:solidFill>
                  <a:srgbClr val="D64D53"/>
                </a:solidFill>
                <a:latin typeface="Arial"/>
                <a:ea typeface="Arial"/>
                <a:cs typeface="Arial"/>
              </a:defRPr>
            </a:lvl5pPr>
            <a:lvl6pPr algn="ctr">
              <a:defRPr sz="3450" b="1">
                <a:solidFill>
                  <a:srgbClr val="D64D53"/>
                </a:solidFill>
                <a:latin typeface="Arial"/>
                <a:ea typeface="Arial"/>
                <a:cs typeface="Arial"/>
              </a:defRPr>
            </a:lvl6pPr>
            <a:lvl7pPr algn="ctr">
              <a:defRPr sz="3450" b="1">
                <a:solidFill>
                  <a:srgbClr val="D64D53"/>
                </a:solidFill>
                <a:latin typeface="Arial"/>
                <a:ea typeface="Arial"/>
                <a:cs typeface="Arial"/>
              </a:defRPr>
            </a:lvl7pPr>
            <a:lvl8pPr algn="ctr">
              <a:defRPr sz="3450" b="1">
                <a:solidFill>
                  <a:srgbClr val="D64D53"/>
                </a:solidFill>
                <a:latin typeface="Arial"/>
                <a:ea typeface="Arial"/>
                <a:cs typeface="Arial"/>
              </a:defRPr>
            </a:lvl8pPr>
            <a:lvl9pPr algn="ctr">
              <a:defRPr sz="3450" b="1">
                <a:solidFill>
                  <a:srgbClr val="D64D53"/>
                </a:solidFill>
                <a:latin typeface="Arial"/>
                <a:ea typeface="Arial"/>
                <a:cs typeface="Arial"/>
              </a:defRPr>
            </a:lvl9pPr>
          </a:lstStyle>
          <a:p xmlns:a="http://schemas.openxmlformats.org/drawingml/2006/main">
            <a:pPr algn="ctr">
              <a:defRPr sz="3450" b="1">
                <a:solidFill>
                  <a:srgbClr val="D64D53"/>
                </a:solidFill>
                <a:latin typeface="Arial"/>
                <a:ea typeface="Arial"/>
                <a:cs typeface="Arial"/>
              </a:defRPr>
            </a:pPr>
            <a:r>
              <a:rPr sz="3450" b="1">
                <a:solidFill>
                  <a:srgbClr val="D64D53"/>
                </a:solidFill>
                <a:latin typeface="Arial"/>
                <a:ea typeface="Arial"/>
                <a:cs typeface="Arial"/>
              </a:rPr>
              <a:t>×</a:t>
            </a:r>
          </a:p>
        </p:txBody>
      </p:sp>
      <p:sp>
        <p:nvSpPr>
          <p:cNvPr id="31" name="diagram-44">
            <a:extLst xmlns:a="http://schemas.openxmlformats.org/drawingml/2006/main">
              <a:ext uri="{FF2B5EF4-FFF2-40B4-BE49-F238E27FC236}">
                <a16:creationId xmlns:a16="http://schemas.microsoft.com/office/drawing/2014/main" id="{E9D303EB-4230-4EF2-B7E6-026D9BE926A8}"/>
              </a:ext>
            </a:extLst>
          </p:cNvPr>
          <p:cNvSpPr>
            <a:spLocks xmlns:a="http://schemas.openxmlformats.org/drawingml/2006/main" noGrp="1"/>
          </p:cNvSpPr>
          <p:nvPr/>
        </p:nvSpPr>
        <p:spPr>
          <a:xfrm xmlns:a="http://schemas.openxmlformats.org/drawingml/2006/main">
            <a:off x="1524000" y="1857375"/>
            <a:ext cx="2428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D64D53"/>
                </a:solidFill>
                <a:latin typeface="Arial"/>
                <a:ea typeface="Arial"/>
                <a:cs typeface="Arial"/>
              </a:defRPr>
            </a:defPPr>
            <a:lvl1pPr algn="ctr">
              <a:defRPr sz="1725" b="1">
                <a:solidFill>
                  <a:srgbClr val="D64D53"/>
                </a:solidFill>
                <a:latin typeface="Arial"/>
                <a:ea typeface="Arial"/>
                <a:cs typeface="Arial"/>
              </a:defRPr>
            </a:lvl1pPr>
            <a:lvl2pPr algn="ctr">
              <a:defRPr sz="1725" b="1">
                <a:solidFill>
                  <a:srgbClr val="D64D53"/>
                </a:solidFill>
                <a:latin typeface="Arial"/>
                <a:ea typeface="Arial"/>
                <a:cs typeface="Arial"/>
              </a:defRPr>
            </a:lvl2pPr>
            <a:lvl3pPr algn="ctr">
              <a:defRPr sz="1725" b="1">
                <a:solidFill>
                  <a:srgbClr val="D64D53"/>
                </a:solidFill>
                <a:latin typeface="Arial"/>
                <a:ea typeface="Arial"/>
                <a:cs typeface="Arial"/>
              </a:defRPr>
            </a:lvl3pPr>
            <a:lvl4pPr algn="ctr">
              <a:defRPr sz="1725" b="1">
                <a:solidFill>
                  <a:srgbClr val="D64D53"/>
                </a:solidFill>
                <a:latin typeface="Arial"/>
                <a:ea typeface="Arial"/>
                <a:cs typeface="Arial"/>
              </a:defRPr>
            </a:lvl4pPr>
            <a:lvl5pPr algn="ctr">
              <a:defRPr sz="1725" b="1">
                <a:solidFill>
                  <a:srgbClr val="D64D53"/>
                </a:solidFill>
                <a:latin typeface="Arial"/>
                <a:ea typeface="Arial"/>
                <a:cs typeface="Arial"/>
              </a:defRPr>
            </a:lvl5pPr>
            <a:lvl6pPr algn="ctr">
              <a:defRPr sz="1725" b="1">
                <a:solidFill>
                  <a:srgbClr val="D64D53"/>
                </a:solidFill>
                <a:latin typeface="Arial"/>
                <a:ea typeface="Arial"/>
                <a:cs typeface="Arial"/>
              </a:defRPr>
            </a:lvl6pPr>
            <a:lvl7pPr algn="ctr">
              <a:defRPr sz="1725" b="1">
                <a:solidFill>
                  <a:srgbClr val="D64D53"/>
                </a:solidFill>
                <a:latin typeface="Arial"/>
                <a:ea typeface="Arial"/>
                <a:cs typeface="Arial"/>
              </a:defRPr>
            </a:lvl7pPr>
            <a:lvl8pPr algn="ctr">
              <a:defRPr sz="1725" b="1">
                <a:solidFill>
                  <a:srgbClr val="D64D53"/>
                </a:solidFill>
                <a:latin typeface="Arial"/>
                <a:ea typeface="Arial"/>
                <a:cs typeface="Arial"/>
              </a:defRPr>
            </a:lvl8pPr>
            <a:lvl9pPr algn="ctr">
              <a:defRPr sz="1725" b="1">
                <a:solidFill>
                  <a:srgbClr val="D64D53"/>
                </a:solidFill>
                <a:latin typeface="Arial"/>
                <a:ea typeface="Arial"/>
                <a:cs typeface="Arial"/>
              </a:defRPr>
            </a:lvl9pPr>
          </a:lstStyle>
          <a:p xmlns:a="http://schemas.openxmlformats.org/drawingml/2006/main">
            <a:pPr algn="ctr">
              <a:defRPr sz="1725" b="1">
                <a:solidFill>
                  <a:srgbClr val="D64D53"/>
                </a:solidFill>
                <a:latin typeface="Arial"/>
                <a:ea typeface="Arial"/>
                <a:cs typeface="Arial"/>
              </a:defRPr>
            </a:pPr>
            <a:r>
              <a:rPr sz="1725" b="1">
                <a:solidFill>
                  <a:srgbClr val="D64D53"/>
                </a:solidFill>
                <a:latin typeface="Arial"/>
                <a:ea typeface="Arial"/>
                <a:cs typeface="Arial"/>
              </a:rPr>
              <a:t>Chưa rõ bước tiếp</a:t>
            </a:r>
          </a:p>
          <a:p xmlns:a="http://schemas.openxmlformats.org/drawingml/2006/main">
            <a:pPr algn="ctr">
              <a:defRPr sz="1725" b="1">
                <a:solidFill>
                  <a:srgbClr val="D64D53"/>
                </a:solidFill>
                <a:latin typeface="Arial"/>
                <a:ea typeface="Arial"/>
                <a:cs typeface="Arial"/>
              </a:defRPr>
            </a:pPr>
            <a:r>
              <a:rPr sz="1725" b="1">
                <a:solidFill>
                  <a:srgbClr val="D64D53"/>
                </a:solidFill>
                <a:latin typeface="Arial"/>
                <a:ea typeface="Arial"/>
                <a:cs typeface="Arial"/>
              </a:rPr>
              <a:t>và nơi cần đến</a:t>
            </a:r>
          </a:p>
        </p:txBody>
      </p:sp>
      <p:sp>
        <p:nvSpPr>
          <p:cNvPr id="32" name="diagram-45">
            <a:extLst xmlns:a="http://schemas.openxmlformats.org/drawingml/2006/main">
              <a:ext uri="{FF2B5EF4-FFF2-40B4-BE49-F238E27FC236}">
                <a16:creationId xmlns:a16="http://schemas.microsoft.com/office/drawing/2014/main" id="{2712A390-83C8-4067-9C03-2839709EA893}"/>
              </a:ext>
            </a:extLst>
          </p:cNvPr>
          <p:cNvSpPr>
            <a:spLocks xmlns:a="http://schemas.openxmlformats.org/drawingml/2006/main" noGrp="1"/>
          </p:cNvSpPr>
          <p:nvPr/>
        </p:nvSpPr>
        <p:spPr>
          <a:xfrm xmlns:a="http://schemas.openxmlformats.org/drawingml/2006/main">
            <a:off x="6096000" y="1857375"/>
            <a:ext cx="23336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D64D53"/>
                </a:solidFill>
                <a:latin typeface="Arial"/>
                <a:ea typeface="Arial"/>
                <a:cs typeface="Arial"/>
              </a:defRPr>
            </a:defPPr>
            <a:lvl1pPr algn="ctr">
              <a:defRPr sz="1725" b="1">
                <a:solidFill>
                  <a:srgbClr val="D64D53"/>
                </a:solidFill>
                <a:latin typeface="Arial"/>
                <a:ea typeface="Arial"/>
                <a:cs typeface="Arial"/>
              </a:defRPr>
            </a:lvl1pPr>
            <a:lvl2pPr algn="ctr">
              <a:defRPr sz="1725" b="1">
                <a:solidFill>
                  <a:srgbClr val="D64D53"/>
                </a:solidFill>
                <a:latin typeface="Arial"/>
                <a:ea typeface="Arial"/>
                <a:cs typeface="Arial"/>
              </a:defRPr>
            </a:lvl2pPr>
            <a:lvl3pPr algn="ctr">
              <a:defRPr sz="1725" b="1">
                <a:solidFill>
                  <a:srgbClr val="D64D53"/>
                </a:solidFill>
                <a:latin typeface="Arial"/>
                <a:ea typeface="Arial"/>
                <a:cs typeface="Arial"/>
              </a:defRPr>
            </a:lvl3pPr>
            <a:lvl4pPr algn="ctr">
              <a:defRPr sz="1725" b="1">
                <a:solidFill>
                  <a:srgbClr val="D64D53"/>
                </a:solidFill>
                <a:latin typeface="Arial"/>
                <a:ea typeface="Arial"/>
                <a:cs typeface="Arial"/>
              </a:defRPr>
            </a:lvl4pPr>
            <a:lvl5pPr algn="ctr">
              <a:defRPr sz="1725" b="1">
                <a:solidFill>
                  <a:srgbClr val="D64D53"/>
                </a:solidFill>
                <a:latin typeface="Arial"/>
                <a:ea typeface="Arial"/>
                <a:cs typeface="Arial"/>
              </a:defRPr>
            </a:lvl5pPr>
            <a:lvl6pPr algn="ctr">
              <a:defRPr sz="1725" b="1">
                <a:solidFill>
                  <a:srgbClr val="D64D53"/>
                </a:solidFill>
                <a:latin typeface="Arial"/>
                <a:ea typeface="Arial"/>
                <a:cs typeface="Arial"/>
              </a:defRPr>
            </a:lvl6pPr>
            <a:lvl7pPr algn="ctr">
              <a:defRPr sz="1725" b="1">
                <a:solidFill>
                  <a:srgbClr val="D64D53"/>
                </a:solidFill>
                <a:latin typeface="Arial"/>
                <a:ea typeface="Arial"/>
                <a:cs typeface="Arial"/>
              </a:defRPr>
            </a:lvl7pPr>
            <a:lvl8pPr algn="ctr">
              <a:defRPr sz="1725" b="1">
                <a:solidFill>
                  <a:srgbClr val="D64D53"/>
                </a:solidFill>
                <a:latin typeface="Arial"/>
                <a:ea typeface="Arial"/>
                <a:cs typeface="Arial"/>
              </a:defRPr>
            </a:lvl8pPr>
            <a:lvl9pPr algn="ctr">
              <a:defRPr sz="1725" b="1">
                <a:solidFill>
                  <a:srgbClr val="D64D53"/>
                </a:solidFill>
                <a:latin typeface="Arial"/>
                <a:ea typeface="Arial"/>
                <a:cs typeface="Arial"/>
              </a:defRPr>
            </a:lvl9pPr>
          </a:lstStyle>
          <a:p xmlns:a="http://schemas.openxmlformats.org/drawingml/2006/main">
            <a:pPr algn="ctr">
              <a:defRPr sz="1725" b="1">
                <a:solidFill>
                  <a:srgbClr val="D64D53"/>
                </a:solidFill>
                <a:latin typeface="Arial"/>
                <a:ea typeface="Arial"/>
                <a:cs typeface="Arial"/>
              </a:defRPr>
            </a:pPr>
            <a:r>
              <a:rPr sz="1725" b="1">
                <a:solidFill>
                  <a:srgbClr val="D64D53"/>
                </a:solidFill>
                <a:latin typeface="Arial"/>
                <a:ea typeface="Arial"/>
                <a:cs typeface="Arial"/>
              </a:rPr>
              <a:t>Khó biết</a:t>
            </a:r>
          </a:p>
          <a:p xmlns:a="http://schemas.openxmlformats.org/drawingml/2006/main">
            <a:pPr algn="ctr">
              <a:defRPr sz="1725" b="1">
                <a:solidFill>
                  <a:srgbClr val="D64D53"/>
                </a:solidFill>
                <a:latin typeface="Arial"/>
                <a:ea typeface="Arial"/>
                <a:cs typeface="Arial"/>
              </a:defRPr>
            </a:pPr>
            <a:r>
              <a:rPr sz="1725" b="1">
                <a:solidFill>
                  <a:srgbClr val="D64D53"/>
                </a:solidFill>
                <a:latin typeface="Arial"/>
                <a:ea typeface="Arial"/>
                <a:cs typeface="Arial"/>
              </a:rPr>
              <a:t>diễn tiến</a:t>
            </a:r>
          </a:p>
        </p:txBody>
      </p:sp>
      <p:sp>
        <p:nvSpPr>
          <p:cNvPr id="33" name="diagram-46">
            <a:extLst xmlns:a="http://schemas.openxmlformats.org/drawingml/2006/main">
              <a:ext uri="{FF2B5EF4-FFF2-40B4-BE49-F238E27FC236}">
                <a16:creationId xmlns:a16="http://schemas.microsoft.com/office/drawing/2014/main" id="{4F992776-D23A-43F0-9CFB-C0029A3D2A6B}"/>
              </a:ext>
            </a:extLst>
          </p:cNvPr>
          <p:cNvSpPr>
            <a:spLocks xmlns:a="http://schemas.openxmlformats.org/drawingml/2006/main" noGrp="1"/>
          </p:cNvSpPr>
          <p:nvPr/>
        </p:nvSpPr>
        <p:spPr>
          <a:xfrm xmlns:a="http://schemas.openxmlformats.org/drawingml/2006/main">
            <a:off x="8572500" y="1857375"/>
            <a:ext cx="2809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D64D53"/>
                </a:solidFill>
                <a:latin typeface="Arial"/>
                <a:ea typeface="Arial"/>
                <a:cs typeface="Arial"/>
              </a:defRPr>
            </a:defPPr>
            <a:lvl1pPr algn="ctr">
              <a:defRPr sz="1725" b="1">
                <a:solidFill>
                  <a:srgbClr val="D64D53"/>
                </a:solidFill>
                <a:latin typeface="Arial"/>
                <a:ea typeface="Arial"/>
                <a:cs typeface="Arial"/>
              </a:defRPr>
            </a:lvl1pPr>
            <a:lvl2pPr algn="ctr">
              <a:defRPr sz="1725" b="1">
                <a:solidFill>
                  <a:srgbClr val="D64D53"/>
                </a:solidFill>
                <a:latin typeface="Arial"/>
                <a:ea typeface="Arial"/>
                <a:cs typeface="Arial"/>
              </a:defRPr>
            </a:lvl2pPr>
            <a:lvl3pPr algn="ctr">
              <a:defRPr sz="1725" b="1">
                <a:solidFill>
                  <a:srgbClr val="D64D53"/>
                </a:solidFill>
                <a:latin typeface="Arial"/>
                <a:ea typeface="Arial"/>
                <a:cs typeface="Arial"/>
              </a:defRPr>
            </a:lvl3pPr>
            <a:lvl4pPr algn="ctr">
              <a:defRPr sz="1725" b="1">
                <a:solidFill>
                  <a:srgbClr val="D64D53"/>
                </a:solidFill>
                <a:latin typeface="Arial"/>
                <a:ea typeface="Arial"/>
                <a:cs typeface="Arial"/>
              </a:defRPr>
            </a:lvl4pPr>
            <a:lvl5pPr algn="ctr">
              <a:defRPr sz="1725" b="1">
                <a:solidFill>
                  <a:srgbClr val="D64D53"/>
                </a:solidFill>
                <a:latin typeface="Arial"/>
                <a:ea typeface="Arial"/>
                <a:cs typeface="Arial"/>
              </a:defRPr>
            </a:lvl5pPr>
            <a:lvl6pPr algn="ctr">
              <a:defRPr sz="1725" b="1">
                <a:solidFill>
                  <a:srgbClr val="D64D53"/>
                </a:solidFill>
                <a:latin typeface="Arial"/>
                <a:ea typeface="Arial"/>
                <a:cs typeface="Arial"/>
              </a:defRPr>
            </a:lvl6pPr>
            <a:lvl7pPr algn="ctr">
              <a:defRPr sz="1725" b="1">
                <a:solidFill>
                  <a:srgbClr val="D64D53"/>
                </a:solidFill>
                <a:latin typeface="Arial"/>
                <a:ea typeface="Arial"/>
                <a:cs typeface="Arial"/>
              </a:defRPr>
            </a:lvl7pPr>
            <a:lvl8pPr algn="ctr">
              <a:defRPr sz="1725" b="1">
                <a:solidFill>
                  <a:srgbClr val="D64D53"/>
                </a:solidFill>
                <a:latin typeface="Arial"/>
                <a:ea typeface="Arial"/>
                <a:cs typeface="Arial"/>
              </a:defRPr>
            </a:lvl8pPr>
            <a:lvl9pPr algn="ctr">
              <a:defRPr sz="1725" b="1">
                <a:solidFill>
                  <a:srgbClr val="D64D53"/>
                </a:solidFill>
                <a:latin typeface="Arial"/>
                <a:ea typeface="Arial"/>
                <a:cs typeface="Arial"/>
              </a:defRPr>
            </a:lvl9pPr>
          </a:lstStyle>
          <a:p xmlns:a="http://schemas.openxmlformats.org/drawingml/2006/main">
            <a:pPr algn="ctr">
              <a:defRPr sz="1725" b="1">
                <a:solidFill>
                  <a:srgbClr val="D64D53"/>
                </a:solidFill>
                <a:latin typeface="Arial"/>
                <a:ea typeface="Arial"/>
                <a:cs typeface="Arial"/>
              </a:defRPr>
            </a:pPr>
            <a:r>
              <a:rPr sz="1725" b="1">
                <a:solidFill>
                  <a:srgbClr val="D64D53"/>
                </a:solidFill>
                <a:latin typeface="Arial"/>
                <a:ea typeface="Arial"/>
                <a:cs typeface="Arial"/>
              </a:rPr>
              <a:t>Chưa rõ lúc nào</a:t>
            </a:r>
          </a:p>
          <a:p xmlns:a="http://schemas.openxmlformats.org/drawingml/2006/main">
            <a:pPr algn="ctr">
              <a:defRPr sz="1725" b="1">
                <a:solidFill>
                  <a:srgbClr val="D64D53"/>
                </a:solidFill>
                <a:latin typeface="Arial"/>
                <a:ea typeface="Arial"/>
                <a:cs typeface="Arial"/>
              </a:defRPr>
            </a:pPr>
            <a:r>
              <a:rPr sz="1725" b="1">
                <a:solidFill>
                  <a:srgbClr val="D64D53"/>
                </a:solidFill>
                <a:latin typeface="Arial"/>
                <a:ea typeface="Arial"/>
                <a:cs typeface="Arial"/>
              </a:rPr>
              <a:t>có thể quay lại</a:t>
            </a:r>
          </a:p>
        </p:txBody>
      </p:sp>
      <p:sp>
        <p:nvSpPr>
          <p:cNvPr id="34" name="diagram-47">
            <a:extLst xmlns:a="http://schemas.openxmlformats.org/drawingml/2006/main">
              <a:ext uri="{FF2B5EF4-FFF2-40B4-BE49-F238E27FC236}">
                <a16:creationId xmlns:a16="http://schemas.microsoft.com/office/drawing/2014/main" id="{67364F39-7168-43B8-BAAE-DE7A0919BC76}"/>
              </a:ext>
            </a:extLst>
          </p:cNvPr>
          <p:cNvSpPr>
            <a:spLocks xmlns:a="http://schemas.openxmlformats.org/drawingml/2006/main" noGrp="1"/>
          </p:cNvSpPr>
          <p:nvPr/>
        </p:nvSpPr>
        <p:spPr>
          <a:xfrm xmlns:a="http://schemas.openxmlformats.org/drawingml/2006/main">
            <a:off x="1428750" y="4733925"/>
            <a:ext cx="9382125" cy="47625"/>
          </a:xfrm>
          <a:prstGeom xmlns:a="http://schemas.openxmlformats.org/drawingml/2006/main" prst="rect">
            <a:avLst/>
          </a:prstGeom>
          <a:solidFill xmlns:a="http://schemas.openxmlformats.org/drawingml/2006/main">
            <a:srgbClr val="E5EFFC"/>
          </a:solidFill>
          <a:ln xmlns:a="http://schemas.openxmlformats.org/drawingml/2006/main" w="0">
            <a:noFill/>
            <a:prstDash val="solid"/>
          </a:ln>
        </p:spPr>
      </p:sp>
      <p:sp>
        <p:nvSpPr>
          <p:cNvPr id="35" name="diagram-48">
            <a:extLst xmlns:a="http://schemas.openxmlformats.org/drawingml/2006/main">
              <a:ext uri="{FF2B5EF4-FFF2-40B4-BE49-F238E27FC236}">
                <a16:creationId xmlns:a16="http://schemas.microsoft.com/office/drawing/2014/main" id="{EFEF9D7C-ABC2-4883-BE6B-7BBA2574D8C0}"/>
              </a:ext>
            </a:extLst>
          </p:cNvPr>
          <p:cNvSpPr>
            <a:spLocks xmlns:a="http://schemas.openxmlformats.org/drawingml/2006/main" noGrp="1"/>
          </p:cNvSpPr>
          <p:nvPr/>
        </p:nvSpPr>
        <p:spPr>
          <a:xfrm xmlns:a="http://schemas.openxmlformats.org/drawingml/2006/main">
            <a:off x="1143000" y="5000625"/>
            <a:ext cx="9906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100" b="1">
                <a:solidFill>
                  <a:srgbClr val="246BCE"/>
                </a:solidFill>
                <a:latin typeface="Arial"/>
                <a:ea typeface="Arial"/>
                <a:cs typeface="Arial"/>
              </a:defRPr>
            </a:defPPr>
            <a:lvl1pPr algn="ctr">
              <a:defRPr sz="2100" b="1">
                <a:solidFill>
                  <a:srgbClr val="246BCE"/>
                </a:solidFill>
                <a:latin typeface="Arial"/>
                <a:ea typeface="Arial"/>
                <a:cs typeface="Arial"/>
              </a:defRPr>
            </a:lvl1pPr>
            <a:lvl2pPr algn="ctr">
              <a:defRPr sz="2100" b="1">
                <a:solidFill>
                  <a:srgbClr val="246BCE"/>
                </a:solidFill>
                <a:latin typeface="Arial"/>
                <a:ea typeface="Arial"/>
                <a:cs typeface="Arial"/>
              </a:defRPr>
            </a:lvl2pPr>
            <a:lvl3pPr algn="ctr">
              <a:defRPr sz="2100" b="1">
                <a:solidFill>
                  <a:srgbClr val="246BCE"/>
                </a:solidFill>
                <a:latin typeface="Arial"/>
                <a:ea typeface="Arial"/>
                <a:cs typeface="Arial"/>
              </a:defRPr>
            </a:lvl3pPr>
            <a:lvl4pPr algn="ctr">
              <a:defRPr sz="2100" b="1">
                <a:solidFill>
                  <a:srgbClr val="246BCE"/>
                </a:solidFill>
                <a:latin typeface="Arial"/>
                <a:ea typeface="Arial"/>
                <a:cs typeface="Arial"/>
              </a:defRPr>
            </a:lvl4pPr>
            <a:lvl5pPr algn="ctr">
              <a:defRPr sz="2100" b="1">
                <a:solidFill>
                  <a:srgbClr val="246BCE"/>
                </a:solidFill>
                <a:latin typeface="Arial"/>
                <a:ea typeface="Arial"/>
                <a:cs typeface="Arial"/>
              </a:defRPr>
            </a:lvl5pPr>
            <a:lvl6pPr algn="ctr">
              <a:defRPr sz="2100" b="1">
                <a:solidFill>
                  <a:srgbClr val="246BCE"/>
                </a:solidFill>
                <a:latin typeface="Arial"/>
                <a:ea typeface="Arial"/>
                <a:cs typeface="Arial"/>
              </a:defRPr>
            </a:lvl6pPr>
            <a:lvl7pPr algn="ctr">
              <a:defRPr sz="2100" b="1">
                <a:solidFill>
                  <a:srgbClr val="246BCE"/>
                </a:solidFill>
                <a:latin typeface="Arial"/>
                <a:ea typeface="Arial"/>
                <a:cs typeface="Arial"/>
              </a:defRPr>
            </a:lvl7pPr>
            <a:lvl8pPr algn="ctr">
              <a:defRPr sz="2100" b="1">
                <a:solidFill>
                  <a:srgbClr val="246BCE"/>
                </a:solidFill>
                <a:latin typeface="Arial"/>
                <a:ea typeface="Arial"/>
                <a:cs typeface="Arial"/>
              </a:defRPr>
            </a:lvl8pPr>
            <a:lvl9pPr algn="ctr">
              <a:defRPr sz="2100" b="1">
                <a:solidFill>
                  <a:srgbClr val="246BCE"/>
                </a:solidFill>
                <a:latin typeface="Arial"/>
                <a:ea typeface="Arial"/>
                <a:cs typeface="Arial"/>
              </a:defRPr>
            </a:lvl9pPr>
          </a:lstStyle>
          <a:p xmlns:a="http://schemas.openxmlformats.org/drawingml/2006/main">
            <a:pPr algn="ctr">
              <a:defRPr sz="2100" b="1">
                <a:solidFill>
                  <a:srgbClr val="246BCE"/>
                </a:solidFill>
                <a:latin typeface="Arial"/>
                <a:ea typeface="Arial"/>
                <a:cs typeface="Arial"/>
              </a:defRPr>
            </a:pPr>
            <a:r>
              <a:rPr sz="2100" b="1">
                <a:solidFill>
                  <a:srgbClr val="246BCE"/>
                </a:solidFill>
                <a:latin typeface="Arial"/>
                <a:ea typeface="Arial"/>
                <a:cs typeface="Arial"/>
              </a:rPr>
              <a:t>Tìm giấy hoặc hỏi nhân viên để nối lại thông tin</a:t>
            </a:r>
          </a:p>
        </p:txBody>
      </p:sp>
      <p:sp>
        <p:nvSpPr>
          <p:cNvPr id="36" name="diagram-49">
            <a:extLst xmlns:a="http://schemas.openxmlformats.org/drawingml/2006/main">
              <a:ext uri="{FF2B5EF4-FFF2-40B4-BE49-F238E27FC236}">
                <a16:creationId xmlns:a16="http://schemas.microsoft.com/office/drawing/2014/main" id="{8C4337AB-BCB9-42AB-878D-29A62F11A09D}"/>
              </a:ext>
            </a:extLst>
          </p:cNvPr>
          <p:cNvSpPr>
            <a:spLocks xmlns:a="http://schemas.openxmlformats.org/drawingml/2006/main" noGrp="1"/>
          </p:cNvSpPr>
          <p:nvPr/>
        </p:nvSpPr>
        <p:spPr>
          <a:xfrm xmlns:a="http://schemas.openxmlformats.org/drawingml/2006/main">
            <a:off x="571500" y="5724525"/>
            <a:ext cx="666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D64D53"/>
                </a:solidFill>
                <a:latin typeface="Arial"/>
                <a:ea typeface="Arial"/>
                <a:cs typeface="Arial"/>
              </a:defRPr>
            </a:defPPr>
            <a:lvl1pPr algn="l">
              <a:defRPr sz="1800" b="1">
                <a:solidFill>
                  <a:srgbClr val="D64D53"/>
                </a:solidFill>
                <a:latin typeface="Arial"/>
                <a:ea typeface="Arial"/>
                <a:cs typeface="Arial"/>
              </a:defRPr>
            </a:lvl1pPr>
            <a:lvl2pPr algn="l">
              <a:defRPr sz="1800" b="1">
                <a:solidFill>
                  <a:srgbClr val="D64D53"/>
                </a:solidFill>
                <a:latin typeface="Arial"/>
                <a:ea typeface="Arial"/>
                <a:cs typeface="Arial"/>
              </a:defRPr>
            </a:lvl2pPr>
            <a:lvl3pPr algn="l">
              <a:defRPr sz="1800" b="1">
                <a:solidFill>
                  <a:srgbClr val="D64D53"/>
                </a:solidFill>
                <a:latin typeface="Arial"/>
                <a:ea typeface="Arial"/>
                <a:cs typeface="Arial"/>
              </a:defRPr>
            </a:lvl3pPr>
            <a:lvl4pPr algn="l">
              <a:defRPr sz="1800" b="1">
                <a:solidFill>
                  <a:srgbClr val="D64D53"/>
                </a:solidFill>
                <a:latin typeface="Arial"/>
                <a:ea typeface="Arial"/>
                <a:cs typeface="Arial"/>
              </a:defRPr>
            </a:lvl4pPr>
            <a:lvl5pPr algn="l">
              <a:defRPr sz="1800" b="1">
                <a:solidFill>
                  <a:srgbClr val="D64D53"/>
                </a:solidFill>
                <a:latin typeface="Arial"/>
                <a:ea typeface="Arial"/>
                <a:cs typeface="Arial"/>
              </a:defRPr>
            </a:lvl5pPr>
            <a:lvl6pPr algn="l">
              <a:defRPr sz="1800" b="1">
                <a:solidFill>
                  <a:srgbClr val="D64D53"/>
                </a:solidFill>
                <a:latin typeface="Arial"/>
                <a:ea typeface="Arial"/>
                <a:cs typeface="Arial"/>
              </a:defRPr>
            </a:lvl6pPr>
            <a:lvl7pPr algn="l">
              <a:defRPr sz="1800" b="1">
                <a:solidFill>
                  <a:srgbClr val="D64D53"/>
                </a:solidFill>
                <a:latin typeface="Arial"/>
                <a:ea typeface="Arial"/>
                <a:cs typeface="Arial"/>
              </a:defRPr>
            </a:lvl7pPr>
            <a:lvl8pPr algn="l">
              <a:defRPr sz="1800" b="1">
                <a:solidFill>
                  <a:srgbClr val="D64D53"/>
                </a:solidFill>
                <a:latin typeface="Arial"/>
                <a:ea typeface="Arial"/>
                <a:cs typeface="Arial"/>
              </a:defRPr>
            </a:lvl8pPr>
            <a:lvl9pPr algn="l">
              <a:defRPr sz="1800" b="1">
                <a:solidFill>
                  <a:srgbClr val="D64D53"/>
                </a:solidFill>
                <a:latin typeface="Arial"/>
                <a:ea typeface="Arial"/>
                <a:cs typeface="Arial"/>
              </a:defRPr>
            </a:lvl9pPr>
          </a:lstStyle>
          <a:p xmlns:a="http://schemas.openxmlformats.org/drawingml/2006/main">
            <a:pPr algn="l">
              <a:defRPr sz="1800" b="1">
                <a:solidFill>
                  <a:srgbClr val="D64D53"/>
                </a:solidFill>
                <a:latin typeface="Arial"/>
                <a:ea typeface="Arial"/>
                <a:cs typeface="Arial"/>
              </a:defRPr>
            </a:pPr>
            <a:r>
              <a:rPr sz="1800" b="1">
                <a:solidFill>
                  <a:srgbClr val="D64D53"/>
                </a:solidFill>
                <a:latin typeface="Arial"/>
                <a:ea typeface="Arial"/>
                <a:cs typeface="Arial"/>
              </a:rPr>
              <a:t>×  Điểm đứt mạch thông tin</a:t>
            </a:r>
          </a:p>
        </p:txBody>
      </p:sp>
      <p:sp>
        <p:nvSpPr>
          <p:cNvPr id="37" name="diagram-50">
            <a:extLst xmlns:a="http://schemas.openxmlformats.org/drawingml/2006/main">
              <a:ext uri="{FF2B5EF4-FFF2-40B4-BE49-F238E27FC236}">
                <a16:creationId xmlns:a16="http://schemas.microsoft.com/office/drawing/2014/main" id="{468923E6-5263-4F86-BF17-E24E5BA35291}"/>
              </a:ext>
            </a:extLst>
          </p:cNvPr>
          <p:cNvSpPr>
            <a:spLocks xmlns:a="http://schemas.openxmlformats.org/drawingml/2006/main" noGrp="1"/>
          </p:cNvSpPr>
          <p:nvPr/>
        </p:nvSpPr>
        <p:spPr>
          <a:xfrm xmlns:a="http://schemas.openxmlformats.org/drawingml/2006/main">
            <a:off x="571500" y="6324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26773"/>
                </a:solidFill>
                <a:latin typeface="Arial"/>
                <a:ea typeface="Arial"/>
                <a:cs typeface="Arial"/>
              </a:defRPr>
            </a:defPPr>
            <a:lvl1pPr algn="l">
              <a:defRPr sz="1125" b="0">
                <a:solidFill>
                  <a:srgbClr val="526773"/>
                </a:solidFill>
                <a:latin typeface="Arial"/>
                <a:ea typeface="Arial"/>
                <a:cs typeface="Arial"/>
              </a:defRPr>
            </a:lvl1pPr>
            <a:lvl2pPr algn="l">
              <a:defRPr sz="1125" b="0">
                <a:solidFill>
                  <a:srgbClr val="526773"/>
                </a:solidFill>
                <a:latin typeface="Arial"/>
                <a:ea typeface="Arial"/>
                <a:cs typeface="Arial"/>
              </a:defRPr>
            </a:lvl2pPr>
            <a:lvl3pPr algn="l">
              <a:defRPr sz="1125" b="0">
                <a:solidFill>
                  <a:srgbClr val="526773"/>
                </a:solidFill>
                <a:latin typeface="Arial"/>
                <a:ea typeface="Arial"/>
                <a:cs typeface="Arial"/>
              </a:defRPr>
            </a:lvl3pPr>
            <a:lvl4pPr algn="l">
              <a:defRPr sz="1125" b="0">
                <a:solidFill>
                  <a:srgbClr val="526773"/>
                </a:solidFill>
                <a:latin typeface="Arial"/>
                <a:ea typeface="Arial"/>
                <a:cs typeface="Arial"/>
              </a:defRPr>
            </a:lvl4pPr>
            <a:lvl5pPr algn="l">
              <a:defRPr sz="1125" b="0">
                <a:solidFill>
                  <a:srgbClr val="526773"/>
                </a:solidFill>
                <a:latin typeface="Arial"/>
                <a:ea typeface="Arial"/>
                <a:cs typeface="Arial"/>
              </a:defRPr>
            </a:lvl5pPr>
            <a:lvl6pPr algn="l">
              <a:defRPr sz="1125" b="0">
                <a:solidFill>
                  <a:srgbClr val="526773"/>
                </a:solidFill>
                <a:latin typeface="Arial"/>
                <a:ea typeface="Arial"/>
                <a:cs typeface="Arial"/>
              </a:defRPr>
            </a:lvl6pPr>
            <a:lvl7pPr algn="l">
              <a:defRPr sz="1125" b="0">
                <a:solidFill>
                  <a:srgbClr val="526773"/>
                </a:solidFill>
                <a:latin typeface="Arial"/>
                <a:ea typeface="Arial"/>
                <a:cs typeface="Arial"/>
              </a:defRPr>
            </a:lvl7pPr>
            <a:lvl8pPr algn="l">
              <a:defRPr sz="1125" b="0">
                <a:solidFill>
                  <a:srgbClr val="526773"/>
                </a:solidFill>
                <a:latin typeface="Arial"/>
                <a:ea typeface="Arial"/>
                <a:cs typeface="Arial"/>
              </a:defRPr>
            </a:lvl8pPr>
            <a:lvl9pPr algn="l">
              <a:defRPr sz="1125" b="0">
                <a:solidFill>
                  <a:srgbClr val="526773"/>
                </a:solidFill>
                <a:latin typeface="Arial"/>
                <a:ea typeface="Arial"/>
                <a:cs typeface="Arial"/>
              </a:defRPr>
            </a:lvl9pPr>
          </a:lstStyle>
          <a:p xmlns:a="http://schemas.openxmlformats.org/drawingml/2006/main">
            <a:pPr algn="l">
              <a:defRPr sz="1125" b="0">
                <a:solidFill>
                  <a:srgbClr val="526773"/>
                </a:solidFill>
                <a:latin typeface="Arial"/>
                <a:ea typeface="Arial"/>
                <a:cs typeface="Arial"/>
              </a:defRPr>
            </a:pPr>
            <a:r>
              <a:rPr sz="1125" b="0">
                <a:solidFill>
                  <a:srgbClr val="526773"/>
                </a:solidFill>
                <a:latin typeface="Arial"/>
                <a:ea typeface="Arial"/>
                <a:cs typeface="Arial"/>
              </a:rPr>
              <a:t>Sơ đồ tổng hợp các tình huống nghiên cứu, không phải hành trình của một người.</a:t>
            </a:r>
          </a:p>
        </p:txBody>
      </p:sp>
      <p:sp>
        <p:nvSpPr>
          <p:cNvPr id="38" name="diagram-51">
            <a:extLst xmlns:a="http://schemas.openxmlformats.org/drawingml/2006/main">
              <a:ext uri="{FF2B5EF4-FFF2-40B4-BE49-F238E27FC236}">
                <a16:creationId xmlns:a16="http://schemas.microsoft.com/office/drawing/2014/main" id="{90DFD25B-3237-4820-B949-0AE633BC7FDE}"/>
              </a:ext>
            </a:extLst>
          </p:cNvPr>
          <p:cNvSpPr>
            <a:spLocks xmlns:a="http://schemas.openxmlformats.org/drawingml/2006/main" noGrp="1"/>
          </p:cNvSpPr>
          <p:nvPr/>
        </p:nvSpPr>
        <p:spPr>
          <a:xfrm xmlns:a="http://schemas.openxmlformats.org/drawingml/2006/main">
            <a:off x="11334750" y="63246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1">
                <a:solidFill>
                  <a:srgbClr val="246BCE"/>
                </a:solidFill>
                <a:latin typeface="Arial"/>
                <a:ea typeface="Arial"/>
                <a:cs typeface="Arial"/>
              </a:defRPr>
            </a:defPPr>
            <a:lvl1pPr algn="r">
              <a:defRPr sz="1275" b="1">
                <a:solidFill>
                  <a:srgbClr val="246BCE"/>
                </a:solidFill>
                <a:latin typeface="Arial"/>
                <a:ea typeface="Arial"/>
                <a:cs typeface="Arial"/>
              </a:defRPr>
            </a:lvl1pPr>
            <a:lvl2pPr algn="r">
              <a:defRPr sz="1275" b="1">
                <a:solidFill>
                  <a:srgbClr val="246BCE"/>
                </a:solidFill>
                <a:latin typeface="Arial"/>
                <a:ea typeface="Arial"/>
                <a:cs typeface="Arial"/>
              </a:defRPr>
            </a:lvl2pPr>
            <a:lvl3pPr algn="r">
              <a:defRPr sz="1275" b="1">
                <a:solidFill>
                  <a:srgbClr val="246BCE"/>
                </a:solidFill>
                <a:latin typeface="Arial"/>
                <a:ea typeface="Arial"/>
                <a:cs typeface="Arial"/>
              </a:defRPr>
            </a:lvl3pPr>
            <a:lvl4pPr algn="r">
              <a:defRPr sz="1275" b="1">
                <a:solidFill>
                  <a:srgbClr val="246BCE"/>
                </a:solidFill>
                <a:latin typeface="Arial"/>
                <a:ea typeface="Arial"/>
                <a:cs typeface="Arial"/>
              </a:defRPr>
            </a:lvl4pPr>
            <a:lvl5pPr algn="r">
              <a:defRPr sz="1275" b="1">
                <a:solidFill>
                  <a:srgbClr val="246BCE"/>
                </a:solidFill>
                <a:latin typeface="Arial"/>
                <a:ea typeface="Arial"/>
                <a:cs typeface="Arial"/>
              </a:defRPr>
            </a:lvl5pPr>
            <a:lvl6pPr algn="r">
              <a:defRPr sz="1275" b="1">
                <a:solidFill>
                  <a:srgbClr val="246BCE"/>
                </a:solidFill>
                <a:latin typeface="Arial"/>
                <a:ea typeface="Arial"/>
                <a:cs typeface="Arial"/>
              </a:defRPr>
            </a:lvl6pPr>
            <a:lvl7pPr algn="r">
              <a:defRPr sz="1275" b="1">
                <a:solidFill>
                  <a:srgbClr val="246BCE"/>
                </a:solidFill>
                <a:latin typeface="Arial"/>
                <a:ea typeface="Arial"/>
                <a:cs typeface="Arial"/>
              </a:defRPr>
            </a:lvl7pPr>
            <a:lvl8pPr algn="r">
              <a:defRPr sz="1275" b="1">
                <a:solidFill>
                  <a:srgbClr val="246BCE"/>
                </a:solidFill>
                <a:latin typeface="Arial"/>
                <a:ea typeface="Arial"/>
                <a:cs typeface="Arial"/>
              </a:defRPr>
            </a:lvl8pPr>
            <a:lvl9pPr algn="r">
              <a:defRPr sz="1275" b="1">
                <a:solidFill>
                  <a:srgbClr val="246BCE"/>
                </a:solidFill>
                <a:latin typeface="Arial"/>
                <a:ea typeface="Arial"/>
                <a:cs typeface="Arial"/>
              </a:defRPr>
            </a:lvl9pPr>
          </a:lstStyle>
          <a:p xmlns:a="http://schemas.openxmlformats.org/drawingml/2006/main">
            <a:pPr algn="r">
              <a:defRPr sz="1275" b="1">
                <a:solidFill>
                  <a:srgbClr val="246BCE"/>
                </a:solidFill>
                <a:latin typeface="Arial"/>
                <a:ea typeface="Arial"/>
                <a:cs typeface="Arial"/>
              </a:defRPr>
            </a:pPr>
            <a:r>
              <a:rPr sz="1275" b="1">
                <a:solidFill>
                  <a:srgbClr val="246BCE"/>
                </a:solidFill>
                <a:latin typeface="Arial"/>
                <a:ea typeface="Arial"/>
                <a:cs typeface="Arial"/>
              </a:rPr>
              <a:t>03</a:t>
            </a:r>
          </a:p>
        </p:txBody>
      </p:sp>
    </p:spTree>
    <p:extLst>
      <p:ext uri="{BB962C8B-B14F-4D97-AF65-F5344CB8AC3E}">
        <p14:creationId xmlns:p14="http://schemas.microsoft.com/office/powerpoint/2010/main" val="439947731"/>
      </p:ext>
    </p:extLst>
  </p:cSld>
</p:sld>
</file>

<file path=ppt/slides/slide4.xml><?xml version="1.0" encoding="utf-8"?>
<p:sld xmlns:p="http://schemas.openxmlformats.org/presentationml/2006/main">
  <p:cSld>
    <p:bg>
      <p:bgPr>
        <a:solidFill xmlns:a="http://schemas.openxmlformats.org/drawingml/2006/main">
          <a:srgbClr val="E5EFFC"/>
        </a:solidFill>
      </p:bgPr>
    </p:bg>
    <p:spTree>
      <p:nvGrpSpPr>
        <p:cNvPr id="1" name=""/>
        <p:cNvGrpSpPr/>
        <p:nvPr/>
      </p:nvGrpSpPr>
      <p:grpSpPr>
        <a:xfrm xmlns:a="http://schemas.openxmlformats.org/drawingml/2006/main"/>
      </p:grpSpPr>
      <p:sp>
        <p:nvSpPr>
          <p:cNvPr id="16" name="diagram-52">
            <a:extLst xmlns:a="http://schemas.openxmlformats.org/drawingml/2006/main">
              <a:ext uri="{FF2B5EF4-FFF2-40B4-BE49-F238E27FC236}">
                <a16:creationId xmlns:a16="http://schemas.microsoft.com/office/drawing/2014/main" id="{169CC862-F7E0-4B6A-9812-DB22C847D817}"/>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02A43"/>
                </a:solidFill>
                <a:latin typeface="Arial"/>
                <a:ea typeface="Arial"/>
                <a:cs typeface="Arial"/>
              </a:defRPr>
            </a:defPPr>
            <a:lvl1pPr algn="l">
              <a:defRPr sz="3150" b="1">
                <a:solidFill>
                  <a:srgbClr val="102A43"/>
                </a:solidFill>
                <a:latin typeface="Arial"/>
                <a:ea typeface="Arial"/>
                <a:cs typeface="Arial"/>
              </a:defRPr>
            </a:lvl1pPr>
            <a:lvl2pPr algn="l">
              <a:defRPr sz="3150" b="1">
                <a:solidFill>
                  <a:srgbClr val="102A43"/>
                </a:solidFill>
                <a:latin typeface="Arial"/>
                <a:ea typeface="Arial"/>
                <a:cs typeface="Arial"/>
              </a:defRPr>
            </a:lvl2pPr>
            <a:lvl3pPr algn="l">
              <a:defRPr sz="3150" b="1">
                <a:solidFill>
                  <a:srgbClr val="102A43"/>
                </a:solidFill>
                <a:latin typeface="Arial"/>
                <a:ea typeface="Arial"/>
                <a:cs typeface="Arial"/>
              </a:defRPr>
            </a:lvl3pPr>
            <a:lvl4pPr algn="l">
              <a:defRPr sz="3150" b="1">
                <a:solidFill>
                  <a:srgbClr val="102A43"/>
                </a:solidFill>
                <a:latin typeface="Arial"/>
                <a:ea typeface="Arial"/>
                <a:cs typeface="Arial"/>
              </a:defRPr>
            </a:lvl4pPr>
            <a:lvl5pPr algn="l">
              <a:defRPr sz="3150" b="1">
                <a:solidFill>
                  <a:srgbClr val="102A43"/>
                </a:solidFill>
                <a:latin typeface="Arial"/>
                <a:ea typeface="Arial"/>
                <a:cs typeface="Arial"/>
              </a:defRPr>
            </a:lvl5pPr>
            <a:lvl6pPr algn="l">
              <a:defRPr sz="3150" b="1">
                <a:solidFill>
                  <a:srgbClr val="102A43"/>
                </a:solidFill>
                <a:latin typeface="Arial"/>
                <a:ea typeface="Arial"/>
                <a:cs typeface="Arial"/>
              </a:defRPr>
            </a:lvl6pPr>
            <a:lvl7pPr algn="l">
              <a:defRPr sz="3150" b="1">
                <a:solidFill>
                  <a:srgbClr val="102A43"/>
                </a:solidFill>
                <a:latin typeface="Arial"/>
                <a:ea typeface="Arial"/>
                <a:cs typeface="Arial"/>
              </a:defRPr>
            </a:lvl7pPr>
            <a:lvl8pPr algn="l">
              <a:defRPr sz="3150" b="1">
                <a:solidFill>
                  <a:srgbClr val="102A43"/>
                </a:solidFill>
                <a:latin typeface="Arial"/>
                <a:ea typeface="Arial"/>
                <a:cs typeface="Arial"/>
              </a:defRPr>
            </a:lvl8pPr>
            <a:lvl9pPr algn="l">
              <a:defRPr sz="3150" b="1">
                <a:solidFill>
                  <a:srgbClr val="102A43"/>
                </a:solidFill>
                <a:latin typeface="Arial"/>
                <a:ea typeface="Arial"/>
                <a:cs typeface="Arial"/>
              </a:defRPr>
            </a:lvl9pPr>
          </a:lstStyle>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Nhu cầu trọng tâm</a:t>
            </a:r>
          </a:p>
        </p:txBody>
      </p:sp>
      <p:pic>
        <p:nvPicPr>
          <p:cNvPr id="2" name="">
            <a:extLst xmlns:a="http://schemas.openxmlformats.org/drawingml/2006/main">
              <a:ext uri="{FF2B5EF4-FFF2-40B4-BE49-F238E27FC236}">
                <a16:creationId xmlns:a16="http://schemas.microsoft.com/office/drawing/2014/main" id="{CE7A43FB-F5DE-48CD-A250-63C554804FDA}"/>
              </a:ext>
            </a:extLst>
          </p:cNvPr>
          <p:cNvPicPr>
            <a:picLocks xmlns:a="http://schemas.openxmlformats.org/drawingml/2006/main" noChangeAspect="1"/>
          </p:cNvPicPr>
          <p:nvPr/>
        </p:nvPicPr>
        <p:blipFill>
          <a:blip xmlns:r="http://schemas.openxmlformats.org/officeDocument/2006/relationships" xmlns:a="http://schemas.openxmlformats.org/drawingml/2006/main" r:embed="R3f95a9dca6464852">
            <a:extLst>
              <a:ext uri="{96DAC541-7B7A-43D3-8B79-37D633B846F1}">
                <asvg:svgBlip xmlns:asvg="http://schemas.microsoft.com/office/drawing/2016/SVG/main" r:embed="Re481055ea003439b"/>
              </a:ext>
            </a:extLst>
          </a:blip>
          <a:stretch xmlns:a="http://schemas.openxmlformats.org/drawingml/2006/main"/>
        </p:blipFill>
        <p:spPr>
          <a:xfrm xmlns:a="http://schemas.openxmlformats.org/drawingml/2006/main">
            <a:off x="10668000" y="428625"/>
            <a:ext cx="533400" cy="5334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9D956B5B-EF5D-413B-80B7-AEAC0BD68ADD}"/>
              </a:ext>
            </a:extLst>
          </p:cNvPr>
          <p:cNvPicPr>
            <a:picLocks xmlns:a="http://schemas.openxmlformats.org/drawingml/2006/main" noChangeAspect="1"/>
          </p:cNvPicPr>
          <p:nvPr/>
        </p:nvPicPr>
        <p:blipFill>
          <a:blip xmlns:r="http://schemas.openxmlformats.org/officeDocument/2006/relationships" xmlns:a="http://schemas.openxmlformats.org/drawingml/2006/main" r:embed="R3b2395c73dae45ee">
            <a:extLst>
              <a:ext uri="{96DAC541-7B7A-43D3-8B79-37D633B846F1}">
                <asvg:svgBlip xmlns:asvg="http://schemas.microsoft.com/office/drawing/2016/SVG/main" r:embed="R1a67c06f26924d79"/>
              </a:ext>
            </a:extLst>
          </a:blip>
          <a:stretch xmlns:a="http://schemas.openxmlformats.org/drawingml/2006/main"/>
        </p:blipFill>
        <p:spPr>
          <a:xfrm xmlns:a="http://schemas.openxmlformats.org/drawingml/2006/main">
            <a:off x="666750" y="3438525"/>
            <a:ext cx="304800" cy="3048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B7BF4F63-6BE6-42EF-BAB3-F5F6DDF5B635}"/>
              </a:ext>
            </a:extLst>
          </p:cNvPr>
          <p:cNvPicPr>
            <a:picLocks xmlns:a="http://schemas.openxmlformats.org/drawingml/2006/main" noChangeAspect="1"/>
          </p:cNvPicPr>
          <p:nvPr/>
        </p:nvPicPr>
        <p:blipFill>
          <a:blip xmlns:r="http://schemas.openxmlformats.org/officeDocument/2006/relationships" xmlns:a="http://schemas.openxmlformats.org/drawingml/2006/main" r:embed="R4b04771ac5a1424b">
            <a:extLst>
              <a:ext uri="{96DAC541-7B7A-43D3-8B79-37D633B846F1}">
                <asvg:svgBlip xmlns:asvg="http://schemas.microsoft.com/office/drawing/2016/SVG/main" r:embed="R92480b71a6934b67"/>
              </a:ext>
            </a:extLst>
          </a:blip>
          <a:stretch xmlns:a="http://schemas.openxmlformats.org/drawingml/2006/main"/>
        </p:blipFill>
        <p:spPr>
          <a:xfrm xmlns:a="http://schemas.openxmlformats.org/drawingml/2006/main">
            <a:off x="4667250" y="3438525"/>
            <a:ext cx="304800" cy="3048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9BAF871F-8A6E-49C8-97B1-82C8F048D005}"/>
              </a:ext>
            </a:extLst>
          </p:cNvPr>
          <p:cNvPicPr>
            <a:picLocks xmlns:a="http://schemas.openxmlformats.org/drawingml/2006/main" noChangeAspect="1"/>
          </p:cNvPicPr>
          <p:nvPr/>
        </p:nvPicPr>
        <p:blipFill>
          <a:blip xmlns:r="http://schemas.openxmlformats.org/officeDocument/2006/relationships" xmlns:a="http://schemas.openxmlformats.org/drawingml/2006/main" r:embed="Rf4d5286920e94a4c">
            <a:extLst>
              <a:ext uri="{96DAC541-7B7A-43D3-8B79-37D633B846F1}">
                <asvg:svgBlip xmlns:asvg="http://schemas.microsoft.com/office/drawing/2016/SVG/main" r:embed="Rf6592466858046f7"/>
              </a:ext>
            </a:extLst>
          </a:blip>
          <a:stretch xmlns:a="http://schemas.openxmlformats.org/drawingml/2006/main"/>
        </p:blipFill>
        <p:spPr>
          <a:xfrm xmlns:a="http://schemas.openxmlformats.org/drawingml/2006/main">
            <a:off x="8572500" y="3438525"/>
            <a:ext cx="304800" cy="304800"/>
          </a:xfrm>
          <a:prstGeom xmlns:a="http://schemas.openxmlformats.org/drawingml/2006/main" prst="rect">
            <a:avLst/>
          </a:prstGeom>
        </p:spPr>
      </p:pic>
      <p:sp>
        <p:nvSpPr>
          <p:cNvPr id="6" name="diagram-53">
            <a:extLst xmlns:a="http://schemas.openxmlformats.org/drawingml/2006/main">
              <a:ext uri="{FF2B5EF4-FFF2-40B4-BE49-F238E27FC236}">
                <a16:creationId xmlns:a16="http://schemas.microsoft.com/office/drawing/2014/main" id="{08BB827B-D091-482E-9BA2-E8202D2315FC}"/>
              </a:ext>
            </a:extLst>
          </p:cNvPr>
          <p:cNvSpPr>
            <a:spLocks xmlns:a="http://schemas.openxmlformats.org/drawingml/2006/main" noGrp="1"/>
          </p:cNvSpPr>
          <p:nvPr/>
        </p:nvSpPr>
        <p:spPr>
          <a:xfrm xmlns:a="http://schemas.openxmlformats.org/drawingml/2006/main">
            <a:off x="619125" y="1657350"/>
            <a:ext cx="7239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225" b="1">
                <a:solidFill>
                  <a:srgbClr val="102A43"/>
                </a:solidFill>
                <a:latin typeface="Arial"/>
                <a:ea typeface="Arial"/>
                <a:cs typeface="Arial"/>
              </a:defRPr>
            </a:defPPr>
            <a:lvl1pPr algn="l">
              <a:defRPr sz="3225" b="1">
                <a:solidFill>
                  <a:srgbClr val="102A43"/>
                </a:solidFill>
                <a:latin typeface="Arial"/>
                <a:ea typeface="Arial"/>
                <a:cs typeface="Arial"/>
              </a:defRPr>
            </a:lvl1pPr>
            <a:lvl2pPr algn="l">
              <a:defRPr sz="3225" b="1">
                <a:solidFill>
                  <a:srgbClr val="102A43"/>
                </a:solidFill>
                <a:latin typeface="Arial"/>
                <a:ea typeface="Arial"/>
                <a:cs typeface="Arial"/>
              </a:defRPr>
            </a:lvl2pPr>
            <a:lvl3pPr algn="l">
              <a:defRPr sz="3225" b="1">
                <a:solidFill>
                  <a:srgbClr val="102A43"/>
                </a:solidFill>
                <a:latin typeface="Arial"/>
                <a:ea typeface="Arial"/>
                <a:cs typeface="Arial"/>
              </a:defRPr>
            </a:lvl3pPr>
            <a:lvl4pPr algn="l">
              <a:defRPr sz="3225" b="1">
                <a:solidFill>
                  <a:srgbClr val="102A43"/>
                </a:solidFill>
                <a:latin typeface="Arial"/>
                <a:ea typeface="Arial"/>
                <a:cs typeface="Arial"/>
              </a:defRPr>
            </a:lvl4pPr>
            <a:lvl5pPr algn="l">
              <a:defRPr sz="3225" b="1">
                <a:solidFill>
                  <a:srgbClr val="102A43"/>
                </a:solidFill>
                <a:latin typeface="Arial"/>
                <a:ea typeface="Arial"/>
                <a:cs typeface="Arial"/>
              </a:defRPr>
            </a:lvl5pPr>
            <a:lvl6pPr algn="l">
              <a:defRPr sz="3225" b="1">
                <a:solidFill>
                  <a:srgbClr val="102A43"/>
                </a:solidFill>
                <a:latin typeface="Arial"/>
                <a:ea typeface="Arial"/>
                <a:cs typeface="Arial"/>
              </a:defRPr>
            </a:lvl6pPr>
            <a:lvl7pPr algn="l">
              <a:defRPr sz="3225" b="1">
                <a:solidFill>
                  <a:srgbClr val="102A43"/>
                </a:solidFill>
                <a:latin typeface="Arial"/>
                <a:ea typeface="Arial"/>
                <a:cs typeface="Arial"/>
              </a:defRPr>
            </a:lvl7pPr>
            <a:lvl8pPr algn="l">
              <a:defRPr sz="3225" b="1">
                <a:solidFill>
                  <a:srgbClr val="102A43"/>
                </a:solidFill>
                <a:latin typeface="Arial"/>
                <a:ea typeface="Arial"/>
                <a:cs typeface="Arial"/>
              </a:defRPr>
            </a:lvl8pPr>
            <a:lvl9pPr algn="l">
              <a:defRPr sz="3225" b="1">
                <a:solidFill>
                  <a:srgbClr val="102A43"/>
                </a:solidFill>
                <a:latin typeface="Arial"/>
                <a:ea typeface="Arial"/>
                <a:cs typeface="Arial"/>
              </a:defRPr>
            </a:lvl9pPr>
          </a:lstStyle>
          <a:p xmlns:a="http://schemas.openxmlformats.org/drawingml/2006/main">
            <a:pPr algn="l">
              <a:defRPr sz="3225" b="1">
                <a:solidFill>
                  <a:srgbClr val="102A43"/>
                </a:solidFill>
                <a:latin typeface="Arial"/>
                <a:ea typeface="Arial"/>
                <a:cs typeface="Arial"/>
              </a:defRPr>
            </a:pPr>
            <a:r>
              <a:rPr sz="3225" b="1">
                <a:solidFill>
                  <a:srgbClr val="102A43"/>
                </a:solidFill>
                <a:latin typeface="Arial"/>
                <a:ea typeface="Arial"/>
                <a:cs typeface="Arial"/>
              </a:rPr>
              <a:t>Biết đúng bước tiếp theo,</a:t>
            </a:r>
          </a:p>
          <a:p xmlns:a="http://schemas.openxmlformats.org/drawingml/2006/main">
            <a:pPr algn="l">
              <a:defRPr sz="3225" b="1">
                <a:solidFill>
                  <a:srgbClr val="102A43"/>
                </a:solidFill>
                <a:latin typeface="Arial"/>
                <a:ea typeface="Arial"/>
                <a:cs typeface="Arial"/>
              </a:defRPr>
            </a:pPr>
            <a:r>
              <a:rPr sz="3225" b="1">
                <a:solidFill>
                  <a:srgbClr val="102A43"/>
                </a:solidFill>
                <a:latin typeface="Arial"/>
                <a:ea typeface="Arial"/>
                <a:cs typeface="Arial"/>
              </a:rPr>
              <a:t>đúng nơi và đúng thời điểm.</a:t>
            </a:r>
          </a:p>
        </p:txBody>
      </p:sp>
      <p:pic>
        <p:nvPicPr>
          <p:cNvPr id="7" name="">
            <a:extLst xmlns:a="http://schemas.openxmlformats.org/drawingml/2006/main">
              <a:ext uri="{FF2B5EF4-FFF2-40B4-BE49-F238E27FC236}">
                <a16:creationId xmlns:a16="http://schemas.microsoft.com/office/drawing/2014/main" id="{512CAF18-C9DA-47A5-971F-119004763163}"/>
              </a:ext>
            </a:extLst>
          </p:cNvPr>
          <p:cNvPicPr>
            <a:picLocks xmlns:a="http://schemas.openxmlformats.org/drawingml/2006/main" noChangeAspect="1"/>
          </p:cNvPicPr>
          <p:nvPr/>
        </p:nvPicPr>
        <p:blipFill>
          <a:blip xmlns:r="http://schemas.openxmlformats.org/officeDocument/2006/relationships" xmlns:a="http://schemas.openxmlformats.org/drawingml/2006/main" r:embed="Rf0abb3ea71414677"/>
          <a:stretch xmlns:a="http://schemas.openxmlformats.org/drawingml/2006/main"/>
        </p:blipFill>
        <p:spPr>
          <a:xfrm xmlns:a="http://schemas.openxmlformats.org/drawingml/2006/main">
            <a:off x="8227219" y="1666875"/>
            <a:ext cx="3071813" cy="2047875"/>
          </a:xfrm>
          <a:prstGeom xmlns:a="http://schemas.openxmlformats.org/drawingml/2006/main" prst="rect">
            <a:avLst/>
          </a:prstGeom>
        </p:spPr>
      </p:pic>
      <p:sp>
        <p:nvSpPr>
          <p:cNvPr id="8" name="diagram-54">
            <a:extLst xmlns:a="http://schemas.openxmlformats.org/drawingml/2006/main">
              <a:ext uri="{FF2B5EF4-FFF2-40B4-BE49-F238E27FC236}">
                <a16:creationId xmlns:a16="http://schemas.microsoft.com/office/drawing/2014/main" id="{19280814-E353-405D-B9BD-4DAFAAEFA51A}"/>
              </a:ext>
            </a:extLst>
          </p:cNvPr>
          <p:cNvSpPr>
            <a:spLocks xmlns:a="http://schemas.openxmlformats.org/drawingml/2006/main" noGrp="1"/>
          </p:cNvSpPr>
          <p:nvPr/>
        </p:nvSpPr>
        <p:spPr>
          <a:xfrm xmlns:a="http://schemas.openxmlformats.org/drawingml/2006/main">
            <a:off x="666750" y="394335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246BCE"/>
                </a:solidFill>
                <a:latin typeface="Arial"/>
                <a:ea typeface="Arial"/>
                <a:cs typeface="Arial"/>
              </a:defRPr>
            </a:defPPr>
            <a:lvl1pPr algn="l">
              <a:defRPr sz="1425" b="1">
                <a:solidFill>
                  <a:srgbClr val="246BCE"/>
                </a:solidFill>
                <a:latin typeface="Arial"/>
                <a:ea typeface="Arial"/>
                <a:cs typeface="Arial"/>
              </a:defRPr>
            </a:lvl1pPr>
            <a:lvl2pPr algn="l">
              <a:defRPr sz="1425" b="1">
                <a:solidFill>
                  <a:srgbClr val="246BCE"/>
                </a:solidFill>
                <a:latin typeface="Arial"/>
                <a:ea typeface="Arial"/>
                <a:cs typeface="Arial"/>
              </a:defRPr>
            </a:lvl2pPr>
            <a:lvl3pPr algn="l">
              <a:defRPr sz="1425" b="1">
                <a:solidFill>
                  <a:srgbClr val="246BCE"/>
                </a:solidFill>
                <a:latin typeface="Arial"/>
                <a:ea typeface="Arial"/>
                <a:cs typeface="Arial"/>
              </a:defRPr>
            </a:lvl3pPr>
            <a:lvl4pPr algn="l">
              <a:defRPr sz="1425" b="1">
                <a:solidFill>
                  <a:srgbClr val="246BCE"/>
                </a:solidFill>
                <a:latin typeface="Arial"/>
                <a:ea typeface="Arial"/>
                <a:cs typeface="Arial"/>
              </a:defRPr>
            </a:lvl4pPr>
            <a:lvl5pPr algn="l">
              <a:defRPr sz="1425" b="1">
                <a:solidFill>
                  <a:srgbClr val="246BCE"/>
                </a:solidFill>
                <a:latin typeface="Arial"/>
                <a:ea typeface="Arial"/>
                <a:cs typeface="Arial"/>
              </a:defRPr>
            </a:lvl5pPr>
            <a:lvl6pPr algn="l">
              <a:defRPr sz="1425" b="1">
                <a:solidFill>
                  <a:srgbClr val="246BCE"/>
                </a:solidFill>
                <a:latin typeface="Arial"/>
                <a:ea typeface="Arial"/>
                <a:cs typeface="Arial"/>
              </a:defRPr>
            </a:lvl6pPr>
            <a:lvl7pPr algn="l">
              <a:defRPr sz="1425" b="1">
                <a:solidFill>
                  <a:srgbClr val="246BCE"/>
                </a:solidFill>
                <a:latin typeface="Arial"/>
                <a:ea typeface="Arial"/>
                <a:cs typeface="Arial"/>
              </a:defRPr>
            </a:lvl7pPr>
            <a:lvl8pPr algn="l">
              <a:defRPr sz="1425" b="1">
                <a:solidFill>
                  <a:srgbClr val="246BCE"/>
                </a:solidFill>
                <a:latin typeface="Arial"/>
                <a:ea typeface="Arial"/>
                <a:cs typeface="Arial"/>
              </a:defRPr>
            </a:lvl8pPr>
            <a:lvl9pPr algn="l">
              <a:defRPr sz="1425" b="1">
                <a:solidFill>
                  <a:srgbClr val="246BCE"/>
                </a:solidFill>
                <a:latin typeface="Arial"/>
                <a:ea typeface="Arial"/>
                <a:cs typeface="Arial"/>
              </a:defRPr>
            </a:lvl9pPr>
          </a:lstStyle>
          <a:p xmlns:a="http://schemas.openxmlformats.org/drawingml/2006/main">
            <a:pPr algn="l">
              <a:defRPr sz="1425" b="1">
                <a:solidFill>
                  <a:srgbClr val="246BCE"/>
                </a:solidFill>
                <a:latin typeface="Arial"/>
                <a:ea typeface="Arial"/>
                <a:cs typeface="Arial"/>
              </a:defRPr>
            </a:pPr>
            <a:r>
              <a:rPr sz="1425" b="1">
                <a:solidFill>
                  <a:srgbClr val="246BCE"/>
                </a:solidFill>
                <a:latin typeface="Arial"/>
                <a:ea typeface="Arial"/>
                <a:cs typeface="Arial"/>
              </a:rPr>
              <a:t>CHO AI</a:t>
            </a:r>
          </a:p>
        </p:txBody>
      </p:sp>
      <p:sp>
        <p:nvSpPr>
          <p:cNvPr id="9" name="diagram-55">
            <a:extLst xmlns:a="http://schemas.openxmlformats.org/drawingml/2006/main">
              <a:ext uri="{FF2B5EF4-FFF2-40B4-BE49-F238E27FC236}">
                <a16:creationId xmlns:a16="http://schemas.microsoft.com/office/drawing/2014/main" id="{836D8EA9-C6E8-469D-B75B-1AFA28310CF0}"/>
              </a:ext>
            </a:extLst>
          </p:cNvPr>
          <p:cNvSpPr>
            <a:spLocks xmlns:a="http://schemas.openxmlformats.org/drawingml/2006/main" noGrp="1"/>
          </p:cNvSpPr>
          <p:nvPr/>
        </p:nvSpPr>
        <p:spPr>
          <a:xfrm xmlns:a="http://schemas.openxmlformats.org/drawingml/2006/main">
            <a:off x="666750" y="4429125"/>
            <a:ext cx="34766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02A43"/>
                </a:solidFill>
                <a:latin typeface="Arial"/>
                <a:ea typeface="Arial"/>
                <a:cs typeface="Arial"/>
              </a:defRPr>
            </a:defPPr>
            <a:lvl1pPr algn="l">
              <a:defRPr sz="2100" b="0">
                <a:solidFill>
                  <a:srgbClr val="102A43"/>
                </a:solidFill>
                <a:latin typeface="Arial"/>
                <a:ea typeface="Arial"/>
                <a:cs typeface="Arial"/>
              </a:defRPr>
            </a:lvl1pPr>
            <a:lvl2pPr algn="l">
              <a:defRPr sz="2100" b="0">
                <a:solidFill>
                  <a:srgbClr val="102A43"/>
                </a:solidFill>
                <a:latin typeface="Arial"/>
                <a:ea typeface="Arial"/>
                <a:cs typeface="Arial"/>
              </a:defRPr>
            </a:lvl2pPr>
            <a:lvl3pPr algn="l">
              <a:defRPr sz="2100" b="0">
                <a:solidFill>
                  <a:srgbClr val="102A43"/>
                </a:solidFill>
                <a:latin typeface="Arial"/>
                <a:ea typeface="Arial"/>
                <a:cs typeface="Arial"/>
              </a:defRPr>
            </a:lvl3pPr>
            <a:lvl4pPr algn="l">
              <a:defRPr sz="2100" b="0">
                <a:solidFill>
                  <a:srgbClr val="102A43"/>
                </a:solidFill>
                <a:latin typeface="Arial"/>
                <a:ea typeface="Arial"/>
                <a:cs typeface="Arial"/>
              </a:defRPr>
            </a:lvl4pPr>
            <a:lvl5pPr algn="l">
              <a:defRPr sz="2100" b="0">
                <a:solidFill>
                  <a:srgbClr val="102A43"/>
                </a:solidFill>
                <a:latin typeface="Arial"/>
                <a:ea typeface="Arial"/>
                <a:cs typeface="Arial"/>
              </a:defRPr>
            </a:lvl5pPr>
            <a:lvl6pPr algn="l">
              <a:defRPr sz="2100" b="0">
                <a:solidFill>
                  <a:srgbClr val="102A43"/>
                </a:solidFill>
                <a:latin typeface="Arial"/>
                <a:ea typeface="Arial"/>
                <a:cs typeface="Arial"/>
              </a:defRPr>
            </a:lvl6pPr>
            <a:lvl7pPr algn="l">
              <a:defRPr sz="2100" b="0">
                <a:solidFill>
                  <a:srgbClr val="102A43"/>
                </a:solidFill>
                <a:latin typeface="Arial"/>
                <a:ea typeface="Arial"/>
                <a:cs typeface="Arial"/>
              </a:defRPr>
            </a:lvl7pPr>
            <a:lvl8pPr algn="l">
              <a:defRPr sz="2100" b="0">
                <a:solidFill>
                  <a:srgbClr val="102A43"/>
                </a:solidFill>
                <a:latin typeface="Arial"/>
                <a:ea typeface="Arial"/>
                <a:cs typeface="Arial"/>
              </a:defRPr>
            </a:lvl8pPr>
            <a:lvl9pPr algn="l">
              <a:defRPr sz="2100" b="0">
                <a:solidFill>
                  <a:srgbClr val="102A43"/>
                </a:solidFill>
                <a:latin typeface="Arial"/>
                <a:ea typeface="Arial"/>
                <a:cs typeface="Arial"/>
              </a:defRPr>
            </a:lvl9pPr>
          </a:lstStyle>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Người khám ngoại trú</a:t>
            </a:r>
          </a:p>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qua nhiều điểm dịch vụ</a:t>
            </a:r>
          </a:p>
        </p:txBody>
      </p:sp>
      <p:sp>
        <p:nvSpPr>
          <p:cNvPr id="10" name="diagram-56">
            <a:extLst xmlns:a="http://schemas.openxmlformats.org/drawingml/2006/main">
              <a:ext uri="{FF2B5EF4-FFF2-40B4-BE49-F238E27FC236}">
                <a16:creationId xmlns:a16="http://schemas.microsoft.com/office/drawing/2014/main" id="{5BD48A9A-E18B-43A8-840E-B3A33AE53FC8}"/>
              </a:ext>
            </a:extLst>
          </p:cNvPr>
          <p:cNvSpPr>
            <a:spLocks xmlns:a="http://schemas.openxmlformats.org/drawingml/2006/main" noGrp="1"/>
          </p:cNvSpPr>
          <p:nvPr/>
        </p:nvSpPr>
        <p:spPr>
          <a:xfrm xmlns:a="http://schemas.openxmlformats.org/drawingml/2006/main">
            <a:off x="4667250" y="394335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246BCE"/>
                </a:solidFill>
                <a:latin typeface="Arial"/>
                <a:ea typeface="Arial"/>
                <a:cs typeface="Arial"/>
              </a:defRPr>
            </a:defPPr>
            <a:lvl1pPr algn="l">
              <a:defRPr sz="1425" b="1">
                <a:solidFill>
                  <a:srgbClr val="246BCE"/>
                </a:solidFill>
                <a:latin typeface="Arial"/>
                <a:ea typeface="Arial"/>
                <a:cs typeface="Arial"/>
              </a:defRPr>
            </a:lvl1pPr>
            <a:lvl2pPr algn="l">
              <a:defRPr sz="1425" b="1">
                <a:solidFill>
                  <a:srgbClr val="246BCE"/>
                </a:solidFill>
                <a:latin typeface="Arial"/>
                <a:ea typeface="Arial"/>
                <a:cs typeface="Arial"/>
              </a:defRPr>
            </a:lvl2pPr>
            <a:lvl3pPr algn="l">
              <a:defRPr sz="1425" b="1">
                <a:solidFill>
                  <a:srgbClr val="246BCE"/>
                </a:solidFill>
                <a:latin typeface="Arial"/>
                <a:ea typeface="Arial"/>
                <a:cs typeface="Arial"/>
              </a:defRPr>
            </a:lvl3pPr>
            <a:lvl4pPr algn="l">
              <a:defRPr sz="1425" b="1">
                <a:solidFill>
                  <a:srgbClr val="246BCE"/>
                </a:solidFill>
                <a:latin typeface="Arial"/>
                <a:ea typeface="Arial"/>
                <a:cs typeface="Arial"/>
              </a:defRPr>
            </a:lvl4pPr>
            <a:lvl5pPr algn="l">
              <a:defRPr sz="1425" b="1">
                <a:solidFill>
                  <a:srgbClr val="246BCE"/>
                </a:solidFill>
                <a:latin typeface="Arial"/>
                <a:ea typeface="Arial"/>
                <a:cs typeface="Arial"/>
              </a:defRPr>
            </a:lvl5pPr>
            <a:lvl6pPr algn="l">
              <a:defRPr sz="1425" b="1">
                <a:solidFill>
                  <a:srgbClr val="246BCE"/>
                </a:solidFill>
                <a:latin typeface="Arial"/>
                <a:ea typeface="Arial"/>
                <a:cs typeface="Arial"/>
              </a:defRPr>
            </a:lvl6pPr>
            <a:lvl7pPr algn="l">
              <a:defRPr sz="1425" b="1">
                <a:solidFill>
                  <a:srgbClr val="246BCE"/>
                </a:solidFill>
                <a:latin typeface="Arial"/>
                <a:ea typeface="Arial"/>
                <a:cs typeface="Arial"/>
              </a:defRPr>
            </a:lvl7pPr>
            <a:lvl8pPr algn="l">
              <a:defRPr sz="1425" b="1">
                <a:solidFill>
                  <a:srgbClr val="246BCE"/>
                </a:solidFill>
                <a:latin typeface="Arial"/>
                <a:ea typeface="Arial"/>
                <a:cs typeface="Arial"/>
              </a:defRPr>
            </a:lvl8pPr>
            <a:lvl9pPr algn="l">
              <a:defRPr sz="1425" b="1">
                <a:solidFill>
                  <a:srgbClr val="246BCE"/>
                </a:solidFill>
                <a:latin typeface="Arial"/>
                <a:ea typeface="Arial"/>
                <a:cs typeface="Arial"/>
              </a:defRPr>
            </a:lvl9pPr>
          </a:lstStyle>
          <a:p xmlns:a="http://schemas.openxmlformats.org/drawingml/2006/main">
            <a:pPr algn="l">
              <a:defRPr sz="1425" b="1">
                <a:solidFill>
                  <a:srgbClr val="246BCE"/>
                </a:solidFill>
                <a:latin typeface="Arial"/>
                <a:ea typeface="Arial"/>
                <a:cs typeface="Arial"/>
              </a:defRPr>
            </a:pPr>
            <a:r>
              <a:rPr sz="1425" b="1">
                <a:solidFill>
                  <a:srgbClr val="246BCE"/>
                </a:solidFill>
                <a:latin typeface="Arial"/>
                <a:ea typeface="Arial"/>
                <a:cs typeface="Arial"/>
              </a:rPr>
              <a:t>VẤN ĐỀ</a:t>
            </a:r>
          </a:p>
        </p:txBody>
      </p:sp>
      <p:sp>
        <p:nvSpPr>
          <p:cNvPr id="11" name="diagram-57">
            <a:extLst xmlns:a="http://schemas.openxmlformats.org/drawingml/2006/main">
              <a:ext uri="{FF2B5EF4-FFF2-40B4-BE49-F238E27FC236}">
                <a16:creationId xmlns:a16="http://schemas.microsoft.com/office/drawing/2014/main" id="{7C67E480-66E2-4911-9E46-6A7FFBCB1A80}"/>
              </a:ext>
            </a:extLst>
          </p:cNvPr>
          <p:cNvSpPr>
            <a:spLocks xmlns:a="http://schemas.openxmlformats.org/drawingml/2006/main" noGrp="1"/>
          </p:cNvSpPr>
          <p:nvPr/>
        </p:nvSpPr>
        <p:spPr>
          <a:xfrm xmlns:a="http://schemas.openxmlformats.org/drawingml/2006/main">
            <a:off x="4667250" y="4429125"/>
            <a:ext cx="3238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02A43"/>
                </a:solidFill>
                <a:latin typeface="Arial"/>
                <a:ea typeface="Arial"/>
                <a:cs typeface="Arial"/>
              </a:defRPr>
            </a:defPPr>
            <a:lvl1pPr algn="l">
              <a:defRPr sz="2100" b="0">
                <a:solidFill>
                  <a:srgbClr val="102A43"/>
                </a:solidFill>
                <a:latin typeface="Arial"/>
                <a:ea typeface="Arial"/>
                <a:cs typeface="Arial"/>
              </a:defRPr>
            </a:lvl1pPr>
            <a:lvl2pPr algn="l">
              <a:defRPr sz="2100" b="0">
                <a:solidFill>
                  <a:srgbClr val="102A43"/>
                </a:solidFill>
                <a:latin typeface="Arial"/>
                <a:ea typeface="Arial"/>
                <a:cs typeface="Arial"/>
              </a:defRPr>
            </a:lvl2pPr>
            <a:lvl3pPr algn="l">
              <a:defRPr sz="2100" b="0">
                <a:solidFill>
                  <a:srgbClr val="102A43"/>
                </a:solidFill>
                <a:latin typeface="Arial"/>
                <a:ea typeface="Arial"/>
                <a:cs typeface="Arial"/>
              </a:defRPr>
            </a:lvl3pPr>
            <a:lvl4pPr algn="l">
              <a:defRPr sz="2100" b="0">
                <a:solidFill>
                  <a:srgbClr val="102A43"/>
                </a:solidFill>
                <a:latin typeface="Arial"/>
                <a:ea typeface="Arial"/>
                <a:cs typeface="Arial"/>
              </a:defRPr>
            </a:lvl4pPr>
            <a:lvl5pPr algn="l">
              <a:defRPr sz="2100" b="0">
                <a:solidFill>
                  <a:srgbClr val="102A43"/>
                </a:solidFill>
                <a:latin typeface="Arial"/>
                <a:ea typeface="Arial"/>
                <a:cs typeface="Arial"/>
              </a:defRPr>
            </a:lvl5pPr>
            <a:lvl6pPr algn="l">
              <a:defRPr sz="2100" b="0">
                <a:solidFill>
                  <a:srgbClr val="102A43"/>
                </a:solidFill>
                <a:latin typeface="Arial"/>
                <a:ea typeface="Arial"/>
                <a:cs typeface="Arial"/>
              </a:defRPr>
            </a:lvl6pPr>
            <a:lvl7pPr algn="l">
              <a:defRPr sz="2100" b="0">
                <a:solidFill>
                  <a:srgbClr val="102A43"/>
                </a:solidFill>
                <a:latin typeface="Arial"/>
                <a:ea typeface="Arial"/>
                <a:cs typeface="Arial"/>
              </a:defRPr>
            </a:lvl7pPr>
            <a:lvl8pPr algn="l">
              <a:defRPr sz="2100" b="0">
                <a:solidFill>
                  <a:srgbClr val="102A43"/>
                </a:solidFill>
                <a:latin typeface="Arial"/>
                <a:ea typeface="Arial"/>
                <a:cs typeface="Arial"/>
              </a:defRPr>
            </a:lvl8pPr>
            <a:lvl9pPr algn="l">
              <a:defRPr sz="2100" b="0">
                <a:solidFill>
                  <a:srgbClr val="102A43"/>
                </a:solidFill>
                <a:latin typeface="Arial"/>
                <a:ea typeface="Arial"/>
                <a:cs typeface="Arial"/>
              </a:defRPr>
            </a:lvl9pPr>
          </a:lstStyle>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Thông tin chuyển bước</a:t>
            </a:r>
          </a:p>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chưa liền mạch</a:t>
            </a:r>
          </a:p>
        </p:txBody>
      </p:sp>
      <p:sp>
        <p:nvSpPr>
          <p:cNvPr id="12" name="diagram-58">
            <a:extLst xmlns:a="http://schemas.openxmlformats.org/drawingml/2006/main">
              <a:ext uri="{FF2B5EF4-FFF2-40B4-BE49-F238E27FC236}">
                <a16:creationId xmlns:a16="http://schemas.microsoft.com/office/drawing/2014/main" id="{D210FD86-7883-412B-B105-6DF5C135F2C9}"/>
              </a:ext>
            </a:extLst>
          </p:cNvPr>
          <p:cNvSpPr>
            <a:spLocks xmlns:a="http://schemas.openxmlformats.org/drawingml/2006/main" noGrp="1"/>
          </p:cNvSpPr>
          <p:nvPr/>
        </p:nvSpPr>
        <p:spPr>
          <a:xfrm xmlns:a="http://schemas.openxmlformats.org/drawingml/2006/main">
            <a:off x="8572500" y="394335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246BCE"/>
                </a:solidFill>
                <a:latin typeface="Arial"/>
                <a:ea typeface="Arial"/>
                <a:cs typeface="Arial"/>
              </a:defRPr>
            </a:defPPr>
            <a:lvl1pPr algn="l">
              <a:defRPr sz="1425" b="1">
                <a:solidFill>
                  <a:srgbClr val="246BCE"/>
                </a:solidFill>
                <a:latin typeface="Arial"/>
                <a:ea typeface="Arial"/>
                <a:cs typeface="Arial"/>
              </a:defRPr>
            </a:lvl1pPr>
            <a:lvl2pPr algn="l">
              <a:defRPr sz="1425" b="1">
                <a:solidFill>
                  <a:srgbClr val="246BCE"/>
                </a:solidFill>
                <a:latin typeface="Arial"/>
                <a:ea typeface="Arial"/>
                <a:cs typeface="Arial"/>
              </a:defRPr>
            </a:lvl2pPr>
            <a:lvl3pPr algn="l">
              <a:defRPr sz="1425" b="1">
                <a:solidFill>
                  <a:srgbClr val="246BCE"/>
                </a:solidFill>
                <a:latin typeface="Arial"/>
                <a:ea typeface="Arial"/>
                <a:cs typeface="Arial"/>
              </a:defRPr>
            </a:lvl3pPr>
            <a:lvl4pPr algn="l">
              <a:defRPr sz="1425" b="1">
                <a:solidFill>
                  <a:srgbClr val="246BCE"/>
                </a:solidFill>
                <a:latin typeface="Arial"/>
                <a:ea typeface="Arial"/>
                <a:cs typeface="Arial"/>
              </a:defRPr>
            </a:lvl4pPr>
            <a:lvl5pPr algn="l">
              <a:defRPr sz="1425" b="1">
                <a:solidFill>
                  <a:srgbClr val="246BCE"/>
                </a:solidFill>
                <a:latin typeface="Arial"/>
                <a:ea typeface="Arial"/>
                <a:cs typeface="Arial"/>
              </a:defRPr>
            </a:lvl5pPr>
            <a:lvl6pPr algn="l">
              <a:defRPr sz="1425" b="1">
                <a:solidFill>
                  <a:srgbClr val="246BCE"/>
                </a:solidFill>
                <a:latin typeface="Arial"/>
                <a:ea typeface="Arial"/>
                <a:cs typeface="Arial"/>
              </a:defRPr>
            </a:lvl6pPr>
            <a:lvl7pPr algn="l">
              <a:defRPr sz="1425" b="1">
                <a:solidFill>
                  <a:srgbClr val="246BCE"/>
                </a:solidFill>
                <a:latin typeface="Arial"/>
                <a:ea typeface="Arial"/>
                <a:cs typeface="Arial"/>
              </a:defRPr>
            </a:lvl7pPr>
            <a:lvl8pPr algn="l">
              <a:defRPr sz="1425" b="1">
                <a:solidFill>
                  <a:srgbClr val="246BCE"/>
                </a:solidFill>
                <a:latin typeface="Arial"/>
                <a:ea typeface="Arial"/>
                <a:cs typeface="Arial"/>
              </a:defRPr>
            </a:lvl8pPr>
            <a:lvl9pPr algn="l">
              <a:defRPr sz="1425" b="1">
                <a:solidFill>
                  <a:srgbClr val="246BCE"/>
                </a:solidFill>
                <a:latin typeface="Arial"/>
                <a:ea typeface="Arial"/>
                <a:cs typeface="Arial"/>
              </a:defRPr>
            </a:lvl9pPr>
          </a:lstStyle>
          <a:p xmlns:a="http://schemas.openxmlformats.org/drawingml/2006/main">
            <a:pPr algn="l">
              <a:defRPr sz="1425" b="1">
                <a:solidFill>
                  <a:srgbClr val="246BCE"/>
                </a:solidFill>
                <a:latin typeface="Arial"/>
                <a:ea typeface="Arial"/>
                <a:cs typeface="Arial"/>
              </a:defRPr>
            </a:pPr>
            <a:r>
              <a:rPr sz="1425" b="1">
                <a:solidFill>
                  <a:srgbClr val="246BCE"/>
                </a:solidFill>
                <a:latin typeface="Arial"/>
                <a:ea typeface="Arial"/>
                <a:cs typeface="Arial"/>
              </a:rPr>
              <a:t>MONG MUỐN</a:t>
            </a:r>
          </a:p>
        </p:txBody>
      </p:sp>
      <p:sp>
        <p:nvSpPr>
          <p:cNvPr id="13" name="diagram-59">
            <a:extLst xmlns:a="http://schemas.openxmlformats.org/drawingml/2006/main">
              <a:ext uri="{FF2B5EF4-FFF2-40B4-BE49-F238E27FC236}">
                <a16:creationId xmlns:a16="http://schemas.microsoft.com/office/drawing/2014/main" id="{7EB6198E-75ED-4C6D-8644-F1CE895E4B5F}"/>
              </a:ext>
            </a:extLst>
          </p:cNvPr>
          <p:cNvSpPr>
            <a:spLocks xmlns:a="http://schemas.openxmlformats.org/drawingml/2006/main" noGrp="1"/>
          </p:cNvSpPr>
          <p:nvPr/>
        </p:nvSpPr>
        <p:spPr>
          <a:xfrm xmlns:a="http://schemas.openxmlformats.org/drawingml/2006/main">
            <a:off x="8572500" y="4429125"/>
            <a:ext cx="304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02A43"/>
                </a:solidFill>
                <a:latin typeface="Arial"/>
                <a:ea typeface="Arial"/>
                <a:cs typeface="Arial"/>
              </a:defRPr>
            </a:defPPr>
            <a:lvl1pPr algn="l">
              <a:defRPr sz="2100" b="0">
                <a:solidFill>
                  <a:srgbClr val="102A43"/>
                </a:solidFill>
                <a:latin typeface="Arial"/>
                <a:ea typeface="Arial"/>
                <a:cs typeface="Arial"/>
              </a:defRPr>
            </a:lvl1pPr>
            <a:lvl2pPr algn="l">
              <a:defRPr sz="2100" b="0">
                <a:solidFill>
                  <a:srgbClr val="102A43"/>
                </a:solidFill>
                <a:latin typeface="Arial"/>
                <a:ea typeface="Arial"/>
                <a:cs typeface="Arial"/>
              </a:defRPr>
            </a:lvl2pPr>
            <a:lvl3pPr algn="l">
              <a:defRPr sz="2100" b="0">
                <a:solidFill>
                  <a:srgbClr val="102A43"/>
                </a:solidFill>
                <a:latin typeface="Arial"/>
                <a:ea typeface="Arial"/>
                <a:cs typeface="Arial"/>
              </a:defRPr>
            </a:lvl3pPr>
            <a:lvl4pPr algn="l">
              <a:defRPr sz="2100" b="0">
                <a:solidFill>
                  <a:srgbClr val="102A43"/>
                </a:solidFill>
                <a:latin typeface="Arial"/>
                <a:ea typeface="Arial"/>
                <a:cs typeface="Arial"/>
              </a:defRPr>
            </a:lvl4pPr>
            <a:lvl5pPr algn="l">
              <a:defRPr sz="2100" b="0">
                <a:solidFill>
                  <a:srgbClr val="102A43"/>
                </a:solidFill>
                <a:latin typeface="Arial"/>
                <a:ea typeface="Arial"/>
                <a:cs typeface="Arial"/>
              </a:defRPr>
            </a:lvl5pPr>
            <a:lvl6pPr algn="l">
              <a:defRPr sz="2100" b="0">
                <a:solidFill>
                  <a:srgbClr val="102A43"/>
                </a:solidFill>
                <a:latin typeface="Arial"/>
                <a:ea typeface="Arial"/>
                <a:cs typeface="Arial"/>
              </a:defRPr>
            </a:lvl6pPr>
            <a:lvl7pPr algn="l">
              <a:defRPr sz="2100" b="0">
                <a:solidFill>
                  <a:srgbClr val="102A43"/>
                </a:solidFill>
                <a:latin typeface="Arial"/>
                <a:ea typeface="Arial"/>
                <a:cs typeface="Arial"/>
              </a:defRPr>
            </a:lvl7pPr>
            <a:lvl8pPr algn="l">
              <a:defRPr sz="2100" b="0">
                <a:solidFill>
                  <a:srgbClr val="102A43"/>
                </a:solidFill>
                <a:latin typeface="Arial"/>
                <a:ea typeface="Arial"/>
                <a:cs typeface="Arial"/>
              </a:defRPr>
            </a:lvl8pPr>
            <a:lvl9pPr algn="l">
              <a:defRPr sz="2100" b="0">
                <a:solidFill>
                  <a:srgbClr val="102A43"/>
                </a:solidFill>
                <a:latin typeface="Arial"/>
                <a:ea typeface="Arial"/>
                <a:cs typeface="Arial"/>
              </a:defRPr>
            </a:lvl9pPr>
          </a:lstStyle>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Giảm hỏi lại, chờ và</a:t>
            </a:r>
          </a:p>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di chuyển không cần thiết</a:t>
            </a:r>
          </a:p>
        </p:txBody>
      </p:sp>
      <p:sp>
        <p:nvSpPr>
          <p:cNvPr id="14" name="diagram-60">
            <a:extLst xmlns:a="http://schemas.openxmlformats.org/drawingml/2006/main">
              <a:ext uri="{FF2B5EF4-FFF2-40B4-BE49-F238E27FC236}">
                <a16:creationId xmlns:a16="http://schemas.microsoft.com/office/drawing/2014/main" id="{A730CF82-2AC4-4651-AC89-294F4033EFC4}"/>
              </a:ext>
            </a:extLst>
          </p:cNvPr>
          <p:cNvSpPr>
            <a:spLocks xmlns:a="http://schemas.openxmlformats.org/drawingml/2006/main" noGrp="1"/>
          </p:cNvSpPr>
          <p:nvPr/>
        </p:nvSpPr>
        <p:spPr>
          <a:xfrm xmlns:a="http://schemas.openxmlformats.org/drawingml/2006/main">
            <a:off x="571500" y="6324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26773"/>
                </a:solidFill>
                <a:latin typeface="Arial"/>
                <a:ea typeface="Arial"/>
                <a:cs typeface="Arial"/>
              </a:defRPr>
            </a:defPPr>
            <a:lvl1pPr algn="l">
              <a:defRPr sz="1125" b="0">
                <a:solidFill>
                  <a:srgbClr val="526773"/>
                </a:solidFill>
                <a:latin typeface="Arial"/>
                <a:ea typeface="Arial"/>
                <a:cs typeface="Arial"/>
              </a:defRPr>
            </a:lvl1pPr>
            <a:lvl2pPr algn="l">
              <a:defRPr sz="1125" b="0">
                <a:solidFill>
                  <a:srgbClr val="526773"/>
                </a:solidFill>
                <a:latin typeface="Arial"/>
                <a:ea typeface="Arial"/>
                <a:cs typeface="Arial"/>
              </a:defRPr>
            </a:lvl2pPr>
            <a:lvl3pPr algn="l">
              <a:defRPr sz="1125" b="0">
                <a:solidFill>
                  <a:srgbClr val="526773"/>
                </a:solidFill>
                <a:latin typeface="Arial"/>
                <a:ea typeface="Arial"/>
                <a:cs typeface="Arial"/>
              </a:defRPr>
            </a:lvl3pPr>
            <a:lvl4pPr algn="l">
              <a:defRPr sz="1125" b="0">
                <a:solidFill>
                  <a:srgbClr val="526773"/>
                </a:solidFill>
                <a:latin typeface="Arial"/>
                <a:ea typeface="Arial"/>
                <a:cs typeface="Arial"/>
              </a:defRPr>
            </a:lvl4pPr>
            <a:lvl5pPr algn="l">
              <a:defRPr sz="1125" b="0">
                <a:solidFill>
                  <a:srgbClr val="526773"/>
                </a:solidFill>
                <a:latin typeface="Arial"/>
                <a:ea typeface="Arial"/>
                <a:cs typeface="Arial"/>
              </a:defRPr>
            </a:lvl5pPr>
            <a:lvl6pPr algn="l">
              <a:defRPr sz="1125" b="0">
                <a:solidFill>
                  <a:srgbClr val="526773"/>
                </a:solidFill>
                <a:latin typeface="Arial"/>
                <a:ea typeface="Arial"/>
                <a:cs typeface="Arial"/>
              </a:defRPr>
            </a:lvl6pPr>
            <a:lvl7pPr algn="l">
              <a:defRPr sz="1125" b="0">
                <a:solidFill>
                  <a:srgbClr val="526773"/>
                </a:solidFill>
                <a:latin typeface="Arial"/>
                <a:ea typeface="Arial"/>
                <a:cs typeface="Arial"/>
              </a:defRPr>
            </a:lvl7pPr>
            <a:lvl8pPr algn="l">
              <a:defRPr sz="1125" b="0">
                <a:solidFill>
                  <a:srgbClr val="526773"/>
                </a:solidFill>
                <a:latin typeface="Arial"/>
                <a:ea typeface="Arial"/>
                <a:cs typeface="Arial"/>
              </a:defRPr>
            </a:lvl8pPr>
            <a:lvl9pPr algn="l">
              <a:defRPr sz="1125" b="0">
                <a:solidFill>
                  <a:srgbClr val="526773"/>
                </a:solidFill>
                <a:latin typeface="Arial"/>
                <a:ea typeface="Arial"/>
                <a:cs typeface="Arial"/>
              </a:defRPr>
            </a:lvl9pPr>
          </a:lstStyle>
          <a:p xmlns:a="http://schemas.openxmlformats.org/drawingml/2006/main">
            <a:pPr algn="l">
              <a:defRPr sz="1125" b="0">
                <a:solidFill>
                  <a:srgbClr val="526773"/>
                </a:solidFill>
                <a:latin typeface="Arial"/>
                <a:ea typeface="Arial"/>
                <a:cs typeface="Arial"/>
              </a:defRPr>
            </a:pPr>
            <a:r>
              <a:rPr sz="1125" b="0">
                <a:solidFill>
                  <a:srgbClr val="526773"/>
                </a:solidFill>
                <a:latin typeface="Arial"/>
                <a:ea typeface="Arial"/>
                <a:cs typeface="Arial"/>
              </a:rPr>
              <a:t>Giả thuyết thiết kế; cần kiểm chứng hiệu quả với người dùng.</a:t>
            </a:r>
          </a:p>
        </p:txBody>
      </p:sp>
      <p:sp>
        <p:nvSpPr>
          <p:cNvPr id="15" name="diagram-61">
            <a:extLst xmlns:a="http://schemas.openxmlformats.org/drawingml/2006/main">
              <a:ext uri="{FF2B5EF4-FFF2-40B4-BE49-F238E27FC236}">
                <a16:creationId xmlns:a16="http://schemas.microsoft.com/office/drawing/2014/main" id="{7F71B64B-6698-40AE-BACF-543DBE8ED486}"/>
              </a:ext>
            </a:extLst>
          </p:cNvPr>
          <p:cNvSpPr>
            <a:spLocks xmlns:a="http://schemas.openxmlformats.org/drawingml/2006/main" noGrp="1"/>
          </p:cNvSpPr>
          <p:nvPr/>
        </p:nvSpPr>
        <p:spPr>
          <a:xfrm xmlns:a="http://schemas.openxmlformats.org/drawingml/2006/main">
            <a:off x="11334750" y="63246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1">
                <a:solidFill>
                  <a:srgbClr val="246BCE"/>
                </a:solidFill>
                <a:latin typeface="Arial"/>
                <a:ea typeface="Arial"/>
                <a:cs typeface="Arial"/>
              </a:defRPr>
            </a:defPPr>
            <a:lvl1pPr algn="r">
              <a:defRPr sz="1275" b="1">
                <a:solidFill>
                  <a:srgbClr val="246BCE"/>
                </a:solidFill>
                <a:latin typeface="Arial"/>
                <a:ea typeface="Arial"/>
                <a:cs typeface="Arial"/>
              </a:defRPr>
            </a:lvl1pPr>
            <a:lvl2pPr algn="r">
              <a:defRPr sz="1275" b="1">
                <a:solidFill>
                  <a:srgbClr val="246BCE"/>
                </a:solidFill>
                <a:latin typeface="Arial"/>
                <a:ea typeface="Arial"/>
                <a:cs typeface="Arial"/>
              </a:defRPr>
            </a:lvl2pPr>
            <a:lvl3pPr algn="r">
              <a:defRPr sz="1275" b="1">
                <a:solidFill>
                  <a:srgbClr val="246BCE"/>
                </a:solidFill>
                <a:latin typeface="Arial"/>
                <a:ea typeface="Arial"/>
                <a:cs typeface="Arial"/>
              </a:defRPr>
            </a:lvl3pPr>
            <a:lvl4pPr algn="r">
              <a:defRPr sz="1275" b="1">
                <a:solidFill>
                  <a:srgbClr val="246BCE"/>
                </a:solidFill>
                <a:latin typeface="Arial"/>
                <a:ea typeface="Arial"/>
                <a:cs typeface="Arial"/>
              </a:defRPr>
            </a:lvl4pPr>
            <a:lvl5pPr algn="r">
              <a:defRPr sz="1275" b="1">
                <a:solidFill>
                  <a:srgbClr val="246BCE"/>
                </a:solidFill>
                <a:latin typeface="Arial"/>
                <a:ea typeface="Arial"/>
                <a:cs typeface="Arial"/>
              </a:defRPr>
            </a:lvl5pPr>
            <a:lvl6pPr algn="r">
              <a:defRPr sz="1275" b="1">
                <a:solidFill>
                  <a:srgbClr val="246BCE"/>
                </a:solidFill>
                <a:latin typeface="Arial"/>
                <a:ea typeface="Arial"/>
                <a:cs typeface="Arial"/>
              </a:defRPr>
            </a:lvl6pPr>
            <a:lvl7pPr algn="r">
              <a:defRPr sz="1275" b="1">
                <a:solidFill>
                  <a:srgbClr val="246BCE"/>
                </a:solidFill>
                <a:latin typeface="Arial"/>
                <a:ea typeface="Arial"/>
                <a:cs typeface="Arial"/>
              </a:defRPr>
            </a:lvl7pPr>
            <a:lvl8pPr algn="r">
              <a:defRPr sz="1275" b="1">
                <a:solidFill>
                  <a:srgbClr val="246BCE"/>
                </a:solidFill>
                <a:latin typeface="Arial"/>
                <a:ea typeface="Arial"/>
                <a:cs typeface="Arial"/>
              </a:defRPr>
            </a:lvl8pPr>
            <a:lvl9pPr algn="r">
              <a:defRPr sz="1275" b="1">
                <a:solidFill>
                  <a:srgbClr val="246BCE"/>
                </a:solidFill>
                <a:latin typeface="Arial"/>
                <a:ea typeface="Arial"/>
                <a:cs typeface="Arial"/>
              </a:defRPr>
            </a:lvl9pPr>
          </a:lstStyle>
          <a:p xmlns:a="http://schemas.openxmlformats.org/drawingml/2006/main">
            <a:pPr algn="r">
              <a:defRPr sz="1275" b="1">
                <a:solidFill>
                  <a:srgbClr val="246BCE"/>
                </a:solidFill>
                <a:latin typeface="Arial"/>
                <a:ea typeface="Arial"/>
                <a:cs typeface="Arial"/>
              </a:defRPr>
            </a:pPr>
            <a:r>
              <a:rPr sz="1275" b="1">
                <a:solidFill>
                  <a:srgbClr val="246BCE"/>
                </a:solidFill>
                <a:latin typeface="Arial"/>
                <a:ea typeface="Arial"/>
                <a:cs typeface="Arial"/>
              </a:rPr>
              <a:t>04</a:t>
            </a:r>
          </a:p>
        </p:txBody>
      </p:sp>
    </p:spTree>
    <p:extLst>
      <p:ext uri="{BB962C8B-B14F-4D97-AF65-F5344CB8AC3E}">
        <p14:creationId xmlns:p14="http://schemas.microsoft.com/office/powerpoint/2010/main" val="1449053006"/>
      </p:ext>
    </p:extLst>
  </p:cSld>
</p:sld>
</file>

<file path=ppt/slides/slide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20" name="diagram-62">
            <a:extLst xmlns:a="http://schemas.openxmlformats.org/drawingml/2006/main">
              <a:ext uri="{FF2B5EF4-FFF2-40B4-BE49-F238E27FC236}">
                <a16:creationId xmlns:a16="http://schemas.microsoft.com/office/drawing/2014/main" id="{F49B212C-B194-4753-9204-1A56A463D00B}"/>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02A43"/>
                </a:solidFill>
                <a:latin typeface="Arial"/>
                <a:ea typeface="Arial"/>
                <a:cs typeface="Arial"/>
              </a:defRPr>
            </a:defPPr>
            <a:lvl1pPr algn="l">
              <a:defRPr sz="3150" b="1">
                <a:solidFill>
                  <a:srgbClr val="102A43"/>
                </a:solidFill>
                <a:latin typeface="Arial"/>
                <a:ea typeface="Arial"/>
                <a:cs typeface="Arial"/>
              </a:defRPr>
            </a:lvl1pPr>
            <a:lvl2pPr algn="l">
              <a:defRPr sz="3150" b="1">
                <a:solidFill>
                  <a:srgbClr val="102A43"/>
                </a:solidFill>
                <a:latin typeface="Arial"/>
                <a:ea typeface="Arial"/>
                <a:cs typeface="Arial"/>
              </a:defRPr>
            </a:lvl2pPr>
            <a:lvl3pPr algn="l">
              <a:defRPr sz="3150" b="1">
                <a:solidFill>
                  <a:srgbClr val="102A43"/>
                </a:solidFill>
                <a:latin typeface="Arial"/>
                <a:ea typeface="Arial"/>
                <a:cs typeface="Arial"/>
              </a:defRPr>
            </a:lvl3pPr>
            <a:lvl4pPr algn="l">
              <a:defRPr sz="3150" b="1">
                <a:solidFill>
                  <a:srgbClr val="102A43"/>
                </a:solidFill>
                <a:latin typeface="Arial"/>
                <a:ea typeface="Arial"/>
                <a:cs typeface="Arial"/>
              </a:defRPr>
            </a:lvl4pPr>
            <a:lvl5pPr algn="l">
              <a:defRPr sz="3150" b="1">
                <a:solidFill>
                  <a:srgbClr val="102A43"/>
                </a:solidFill>
                <a:latin typeface="Arial"/>
                <a:ea typeface="Arial"/>
                <a:cs typeface="Arial"/>
              </a:defRPr>
            </a:lvl5pPr>
            <a:lvl6pPr algn="l">
              <a:defRPr sz="3150" b="1">
                <a:solidFill>
                  <a:srgbClr val="102A43"/>
                </a:solidFill>
                <a:latin typeface="Arial"/>
                <a:ea typeface="Arial"/>
                <a:cs typeface="Arial"/>
              </a:defRPr>
            </a:lvl6pPr>
            <a:lvl7pPr algn="l">
              <a:defRPr sz="3150" b="1">
                <a:solidFill>
                  <a:srgbClr val="102A43"/>
                </a:solidFill>
                <a:latin typeface="Arial"/>
                <a:ea typeface="Arial"/>
                <a:cs typeface="Arial"/>
              </a:defRPr>
            </a:lvl7pPr>
            <a:lvl8pPr algn="l">
              <a:defRPr sz="3150" b="1">
                <a:solidFill>
                  <a:srgbClr val="102A43"/>
                </a:solidFill>
                <a:latin typeface="Arial"/>
                <a:ea typeface="Arial"/>
                <a:cs typeface="Arial"/>
              </a:defRPr>
            </a:lvl8pPr>
            <a:lvl9pPr algn="l">
              <a:defRPr sz="3150" b="1">
                <a:solidFill>
                  <a:srgbClr val="102A43"/>
                </a:solidFill>
                <a:latin typeface="Arial"/>
                <a:ea typeface="Arial"/>
                <a:cs typeface="Arial"/>
              </a:defRPr>
            </a:lvl9pPr>
          </a:lstStyle>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Ba thực hành quốc tế tham khảo</a:t>
            </a:r>
          </a:p>
        </p:txBody>
      </p:sp>
      <p:sp>
        <p:nvSpPr>
          <p:cNvPr id="2" name="diagram-63">
            <a:extLst xmlns:a="http://schemas.openxmlformats.org/drawingml/2006/main">
              <a:ext uri="{FF2B5EF4-FFF2-40B4-BE49-F238E27FC236}">
                <a16:creationId xmlns:a16="http://schemas.microsoft.com/office/drawing/2014/main" id="{6ECEA43B-1EC8-4495-A084-FA761CE237F0}"/>
              </a:ext>
            </a:extLst>
          </p:cNvPr>
          <p:cNvSpPr>
            <a:spLocks xmlns:a="http://schemas.openxmlformats.org/drawingml/2006/main" noGrp="1"/>
          </p:cNvSpPr>
          <p:nvPr/>
        </p:nvSpPr>
        <p:spPr>
          <a:xfrm xmlns:a="http://schemas.openxmlformats.org/drawingml/2006/main">
            <a:off x="571500" y="114300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defRPr sz="1725" b="0">
                <a:solidFill>
                  <a:srgbClr val="526773"/>
                </a:solidFill>
                <a:latin typeface="Arial"/>
                <a:ea typeface="Arial"/>
                <a:cs typeface="Arial"/>
              </a:defRPr>
            </a:lvl1pPr>
            <a:lvl2pPr algn="l">
              <a:defRPr sz="1725" b="0">
                <a:solidFill>
                  <a:srgbClr val="526773"/>
                </a:solidFill>
                <a:latin typeface="Arial"/>
                <a:ea typeface="Arial"/>
                <a:cs typeface="Arial"/>
              </a:defRPr>
            </a:lvl2pPr>
            <a:lvl3pPr algn="l">
              <a:defRPr sz="1725" b="0">
                <a:solidFill>
                  <a:srgbClr val="526773"/>
                </a:solidFill>
                <a:latin typeface="Arial"/>
                <a:ea typeface="Arial"/>
                <a:cs typeface="Arial"/>
              </a:defRPr>
            </a:lvl3pPr>
            <a:lvl4pPr algn="l">
              <a:defRPr sz="1725" b="0">
                <a:solidFill>
                  <a:srgbClr val="526773"/>
                </a:solidFill>
                <a:latin typeface="Arial"/>
                <a:ea typeface="Arial"/>
                <a:cs typeface="Arial"/>
              </a:defRPr>
            </a:lvl4pPr>
            <a:lvl5pPr algn="l">
              <a:defRPr sz="1725" b="0">
                <a:solidFill>
                  <a:srgbClr val="526773"/>
                </a:solidFill>
                <a:latin typeface="Arial"/>
                <a:ea typeface="Arial"/>
                <a:cs typeface="Arial"/>
              </a:defRPr>
            </a:lvl5pPr>
            <a:lvl6pPr algn="l">
              <a:defRPr sz="1725" b="0">
                <a:solidFill>
                  <a:srgbClr val="526773"/>
                </a:solidFill>
                <a:latin typeface="Arial"/>
                <a:ea typeface="Arial"/>
                <a:cs typeface="Arial"/>
              </a:defRPr>
            </a:lvl6pPr>
            <a:lvl7pPr algn="l">
              <a:defRPr sz="1725" b="0">
                <a:solidFill>
                  <a:srgbClr val="526773"/>
                </a:solidFill>
                <a:latin typeface="Arial"/>
                <a:ea typeface="Arial"/>
                <a:cs typeface="Arial"/>
              </a:defRPr>
            </a:lvl7pPr>
            <a:lvl8pPr algn="l">
              <a:defRPr sz="1725" b="0">
                <a:solidFill>
                  <a:srgbClr val="526773"/>
                </a:solidFill>
                <a:latin typeface="Arial"/>
                <a:ea typeface="Arial"/>
                <a:cs typeface="Arial"/>
              </a:defRPr>
            </a:lvl8pPr>
            <a:lvl9pPr algn="l">
              <a:defRPr sz="1725" b="0">
                <a:solidFill>
                  <a:srgbClr val="526773"/>
                </a:solidFill>
                <a:latin typeface="Arial"/>
                <a:ea typeface="Arial"/>
                <a:cs typeface="Arial"/>
              </a:defRPr>
            </a:lvl9pPr>
          </a:lstStyle>
          <a:p xmlns:a="http://schemas.openxmlformats.org/drawingml/2006/main">
            <a:pPr algn="l">
              <a:defRPr sz="1725" b="0">
                <a:solidFill>
                  <a:srgbClr val="526773"/>
                </a:solidFill>
                <a:latin typeface="Arial"/>
                <a:ea typeface="Arial"/>
                <a:cs typeface="Arial"/>
              </a:defRPr>
            </a:pPr>
            <a:r>
              <a:rPr sz="1725" b="0">
                <a:solidFill>
                  <a:srgbClr val="526773"/>
                </a:solidFill>
                <a:latin typeface="Arial"/>
                <a:ea typeface="Arial"/>
                <a:cs typeface="Arial"/>
              </a:rPr>
              <a:t>Bài học áp dụng cho hướng dẫn chuyển bước</a:t>
            </a:r>
          </a:p>
        </p:txBody>
      </p:sp>
      <p:pic>
        <p:nvPicPr>
          <p:cNvPr id="3" name="">
            <a:extLst xmlns:a="http://schemas.openxmlformats.org/drawingml/2006/main">
              <a:ext uri="{FF2B5EF4-FFF2-40B4-BE49-F238E27FC236}">
                <a16:creationId xmlns:a16="http://schemas.microsoft.com/office/drawing/2014/main" id="{2C3418D3-523C-4EA4-9E9E-DAD267C0D57E}"/>
              </a:ext>
            </a:extLst>
          </p:cNvPr>
          <p:cNvPicPr>
            <a:picLocks xmlns:a="http://schemas.openxmlformats.org/drawingml/2006/main" noChangeAspect="1"/>
          </p:cNvPicPr>
          <p:nvPr/>
        </p:nvPicPr>
        <p:blipFill>
          <a:blip xmlns:r="http://schemas.openxmlformats.org/officeDocument/2006/relationships" xmlns:a="http://schemas.openxmlformats.org/drawingml/2006/main" r:embed="Rf67ab1f5511f4931">
            <a:extLst>
              <a:ext uri="{96DAC541-7B7A-43D3-8B79-37D633B846F1}">
                <asvg:svgBlip xmlns:asvg="http://schemas.microsoft.com/office/drawing/2016/SVG/main" r:embed="Re19eba5af9da4bed"/>
              </a:ext>
            </a:extLst>
          </a:blip>
          <a:stretch xmlns:a="http://schemas.openxmlformats.org/drawingml/2006/main"/>
        </p:blipFill>
        <p:spPr>
          <a:xfrm xmlns:a="http://schemas.openxmlformats.org/drawingml/2006/main">
            <a:off x="10763250" y="457200"/>
            <a:ext cx="476250" cy="4762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CDB77B14-3D16-44E0-848D-81F77B2FA976}"/>
              </a:ext>
            </a:extLst>
          </p:cNvPr>
          <p:cNvPicPr>
            <a:picLocks xmlns:a="http://schemas.openxmlformats.org/drawingml/2006/main" noChangeAspect="1"/>
          </p:cNvPicPr>
          <p:nvPr/>
        </p:nvPicPr>
        <p:blipFill>
          <a:blip xmlns:r="http://schemas.openxmlformats.org/officeDocument/2006/relationships" xmlns:a="http://schemas.openxmlformats.org/drawingml/2006/main" r:embed="Rd85b788665ee498f">
            <a:extLst>
              <a:ext uri="{96DAC541-7B7A-43D3-8B79-37D633B846F1}">
                <asvg:svgBlip xmlns:asvg="http://schemas.microsoft.com/office/drawing/2016/SVG/main" r:embed="R1fd038d0510c477e"/>
              </a:ext>
            </a:extLst>
          </a:blip>
          <a:stretch xmlns:a="http://schemas.openxmlformats.org/drawingml/2006/main"/>
        </p:blipFill>
        <p:spPr>
          <a:xfrm xmlns:a="http://schemas.openxmlformats.org/drawingml/2006/main">
            <a:off x="666750" y="2162175"/>
            <a:ext cx="438150" cy="438150"/>
          </a:xfrm>
          <a:prstGeom xmlns:a="http://schemas.openxmlformats.org/drawingml/2006/main" prst="rect">
            <a:avLst/>
          </a:prstGeom>
        </p:spPr>
      </p:pic>
      <p:sp>
        <p:nvSpPr>
          <p:cNvPr id="5" name="diagram-64">
            <a:extLst xmlns:a="http://schemas.openxmlformats.org/drawingml/2006/main">
              <a:ext uri="{FF2B5EF4-FFF2-40B4-BE49-F238E27FC236}">
                <a16:creationId xmlns:a16="http://schemas.microsoft.com/office/drawing/2014/main" id="{5075F00D-24C0-4F81-A429-332E3AEC42EC}"/>
              </a:ext>
            </a:extLst>
          </p:cNvPr>
          <p:cNvSpPr>
            <a:spLocks xmlns:a="http://schemas.openxmlformats.org/drawingml/2006/main" noGrp="1"/>
          </p:cNvSpPr>
          <p:nvPr/>
        </p:nvSpPr>
        <p:spPr>
          <a:xfrm xmlns:a="http://schemas.openxmlformats.org/drawingml/2006/main">
            <a:off x="1381125" y="2085975"/>
            <a:ext cx="2714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102A43"/>
                </a:solidFill>
                <a:latin typeface="Arial"/>
                <a:ea typeface="Arial"/>
                <a:cs typeface="Arial"/>
              </a:defRPr>
            </a:defPPr>
            <a:lvl1pPr algn="l">
              <a:defRPr sz="2175" b="1">
                <a:solidFill>
                  <a:srgbClr val="102A43"/>
                </a:solidFill>
                <a:latin typeface="Arial"/>
                <a:ea typeface="Arial"/>
                <a:cs typeface="Arial"/>
              </a:defRPr>
            </a:lvl1pPr>
            <a:lvl2pPr algn="l">
              <a:defRPr sz="2175" b="1">
                <a:solidFill>
                  <a:srgbClr val="102A43"/>
                </a:solidFill>
                <a:latin typeface="Arial"/>
                <a:ea typeface="Arial"/>
                <a:cs typeface="Arial"/>
              </a:defRPr>
            </a:lvl2pPr>
            <a:lvl3pPr algn="l">
              <a:defRPr sz="2175" b="1">
                <a:solidFill>
                  <a:srgbClr val="102A43"/>
                </a:solidFill>
                <a:latin typeface="Arial"/>
                <a:ea typeface="Arial"/>
                <a:cs typeface="Arial"/>
              </a:defRPr>
            </a:lvl3pPr>
            <a:lvl4pPr algn="l">
              <a:defRPr sz="2175" b="1">
                <a:solidFill>
                  <a:srgbClr val="102A43"/>
                </a:solidFill>
                <a:latin typeface="Arial"/>
                <a:ea typeface="Arial"/>
                <a:cs typeface="Arial"/>
              </a:defRPr>
            </a:lvl4pPr>
            <a:lvl5pPr algn="l">
              <a:defRPr sz="2175" b="1">
                <a:solidFill>
                  <a:srgbClr val="102A43"/>
                </a:solidFill>
                <a:latin typeface="Arial"/>
                <a:ea typeface="Arial"/>
                <a:cs typeface="Arial"/>
              </a:defRPr>
            </a:lvl5pPr>
            <a:lvl6pPr algn="l">
              <a:defRPr sz="2175" b="1">
                <a:solidFill>
                  <a:srgbClr val="102A43"/>
                </a:solidFill>
                <a:latin typeface="Arial"/>
                <a:ea typeface="Arial"/>
                <a:cs typeface="Arial"/>
              </a:defRPr>
            </a:lvl6pPr>
            <a:lvl7pPr algn="l">
              <a:defRPr sz="2175" b="1">
                <a:solidFill>
                  <a:srgbClr val="102A43"/>
                </a:solidFill>
                <a:latin typeface="Arial"/>
                <a:ea typeface="Arial"/>
                <a:cs typeface="Arial"/>
              </a:defRPr>
            </a:lvl7pPr>
            <a:lvl8pPr algn="l">
              <a:defRPr sz="2175" b="1">
                <a:solidFill>
                  <a:srgbClr val="102A43"/>
                </a:solidFill>
                <a:latin typeface="Arial"/>
                <a:ea typeface="Arial"/>
                <a:cs typeface="Arial"/>
              </a:defRPr>
            </a:lvl8pPr>
            <a:lvl9pPr algn="l">
              <a:defRPr sz="2175" b="1">
                <a:solidFill>
                  <a:srgbClr val="102A43"/>
                </a:solidFill>
                <a:latin typeface="Arial"/>
                <a:ea typeface="Arial"/>
                <a:cs typeface="Arial"/>
              </a:defRPr>
            </a:lvl9pPr>
          </a:lstStyle>
          <a:p xmlns:a="http://schemas.openxmlformats.org/drawingml/2006/main">
            <a:pPr algn="l">
              <a:defRPr sz="2175" b="1">
                <a:solidFill>
                  <a:srgbClr val="102A43"/>
                </a:solidFill>
                <a:latin typeface="Arial"/>
                <a:ea typeface="Arial"/>
                <a:cs typeface="Arial"/>
              </a:defRPr>
            </a:pPr>
            <a:r>
              <a:rPr sz="2175" b="1">
                <a:solidFill>
                  <a:srgbClr val="102A43"/>
                </a:solidFill>
                <a:latin typeface="Arial"/>
                <a:ea typeface="Arial"/>
                <a:cs typeface="Arial"/>
              </a:rPr>
              <a:t>CUH Directions</a:t>
            </a:r>
          </a:p>
        </p:txBody>
      </p:sp>
      <p:sp>
        <p:nvSpPr>
          <p:cNvPr id="6" name="diagram-65">
            <a:extLst xmlns:a="http://schemas.openxmlformats.org/drawingml/2006/main">
              <a:ext uri="{FF2B5EF4-FFF2-40B4-BE49-F238E27FC236}">
                <a16:creationId xmlns:a16="http://schemas.microsoft.com/office/drawing/2014/main" id="{21E9F5A9-BF50-4773-A6D3-B9CF97EFBFF3}"/>
              </a:ext>
            </a:extLst>
          </p:cNvPr>
          <p:cNvSpPr>
            <a:spLocks xmlns:a="http://schemas.openxmlformats.org/drawingml/2006/main" noGrp="1"/>
          </p:cNvSpPr>
          <p:nvPr/>
        </p:nvSpPr>
        <p:spPr>
          <a:xfrm xmlns:a="http://schemas.openxmlformats.org/drawingml/2006/main">
            <a:off x="1381125" y="2533650"/>
            <a:ext cx="2714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526773"/>
                </a:solidFill>
                <a:latin typeface="Arial"/>
                <a:ea typeface="Arial"/>
                <a:cs typeface="Arial"/>
              </a:defRPr>
            </a:defPPr>
            <a:lvl1pPr algn="l">
              <a:defRPr sz="1650" b="0">
                <a:solidFill>
                  <a:srgbClr val="526773"/>
                </a:solidFill>
                <a:latin typeface="Arial"/>
                <a:ea typeface="Arial"/>
                <a:cs typeface="Arial"/>
              </a:defRPr>
            </a:lvl1pPr>
            <a:lvl2pPr algn="l">
              <a:defRPr sz="1650" b="0">
                <a:solidFill>
                  <a:srgbClr val="526773"/>
                </a:solidFill>
                <a:latin typeface="Arial"/>
                <a:ea typeface="Arial"/>
                <a:cs typeface="Arial"/>
              </a:defRPr>
            </a:lvl2pPr>
            <a:lvl3pPr algn="l">
              <a:defRPr sz="1650" b="0">
                <a:solidFill>
                  <a:srgbClr val="526773"/>
                </a:solidFill>
                <a:latin typeface="Arial"/>
                <a:ea typeface="Arial"/>
                <a:cs typeface="Arial"/>
              </a:defRPr>
            </a:lvl3pPr>
            <a:lvl4pPr algn="l">
              <a:defRPr sz="1650" b="0">
                <a:solidFill>
                  <a:srgbClr val="526773"/>
                </a:solidFill>
                <a:latin typeface="Arial"/>
                <a:ea typeface="Arial"/>
                <a:cs typeface="Arial"/>
              </a:defRPr>
            </a:lvl4pPr>
            <a:lvl5pPr algn="l">
              <a:defRPr sz="1650" b="0">
                <a:solidFill>
                  <a:srgbClr val="526773"/>
                </a:solidFill>
                <a:latin typeface="Arial"/>
                <a:ea typeface="Arial"/>
                <a:cs typeface="Arial"/>
              </a:defRPr>
            </a:lvl5pPr>
            <a:lvl6pPr algn="l">
              <a:defRPr sz="1650" b="0">
                <a:solidFill>
                  <a:srgbClr val="526773"/>
                </a:solidFill>
                <a:latin typeface="Arial"/>
                <a:ea typeface="Arial"/>
                <a:cs typeface="Arial"/>
              </a:defRPr>
            </a:lvl6pPr>
            <a:lvl7pPr algn="l">
              <a:defRPr sz="1650" b="0">
                <a:solidFill>
                  <a:srgbClr val="526773"/>
                </a:solidFill>
                <a:latin typeface="Arial"/>
                <a:ea typeface="Arial"/>
                <a:cs typeface="Arial"/>
              </a:defRPr>
            </a:lvl7pPr>
            <a:lvl8pPr algn="l">
              <a:defRPr sz="1650" b="0">
                <a:solidFill>
                  <a:srgbClr val="526773"/>
                </a:solidFill>
                <a:latin typeface="Arial"/>
                <a:ea typeface="Arial"/>
                <a:cs typeface="Arial"/>
              </a:defRPr>
            </a:lvl8pPr>
            <a:lvl9pPr algn="l">
              <a:defRPr sz="1650" b="0">
                <a:solidFill>
                  <a:srgbClr val="526773"/>
                </a:solidFill>
                <a:latin typeface="Arial"/>
                <a:ea typeface="Arial"/>
                <a:cs typeface="Arial"/>
              </a:defRPr>
            </a:lvl9pPr>
          </a:lstStyle>
          <a:p xmlns:a="http://schemas.openxmlformats.org/drawingml/2006/main">
            <a:pPr algn="l">
              <a:defRPr sz="1650" b="0">
                <a:solidFill>
                  <a:srgbClr val="526773"/>
                </a:solidFill>
                <a:latin typeface="Arial"/>
                <a:ea typeface="Arial"/>
                <a:cs typeface="Arial"/>
              </a:defRPr>
            </a:pPr>
            <a:r>
              <a:rPr sz="1650" b="0">
                <a:solidFill>
                  <a:srgbClr val="526773"/>
                </a:solidFill>
                <a:latin typeface="Arial"/>
                <a:ea typeface="Arial"/>
                <a:cs typeface="Arial"/>
              </a:rPr>
              <a:t>Anh</a:t>
            </a:r>
          </a:p>
        </p:txBody>
      </p:sp>
      <p:sp>
        <p:nvSpPr>
          <p:cNvPr id="7" name="diagram-66">
            <a:extLst xmlns:a="http://schemas.openxmlformats.org/drawingml/2006/main">
              <a:ext uri="{FF2B5EF4-FFF2-40B4-BE49-F238E27FC236}">
                <a16:creationId xmlns:a16="http://schemas.microsoft.com/office/drawing/2014/main" id="{45BF9A41-F65F-4169-88C7-4CFE5F96F9C6}"/>
              </a:ext>
            </a:extLst>
          </p:cNvPr>
          <p:cNvSpPr>
            <a:spLocks xmlns:a="http://schemas.openxmlformats.org/drawingml/2006/main" noGrp="1"/>
          </p:cNvSpPr>
          <p:nvPr/>
        </p:nvSpPr>
        <p:spPr>
          <a:xfrm xmlns:a="http://schemas.openxmlformats.org/drawingml/2006/main">
            <a:off x="4572000" y="2085975"/>
            <a:ext cx="685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02A43"/>
                </a:solidFill>
                <a:latin typeface="Arial"/>
                <a:ea typeface="Arial"/>
                <a:cs typeface="Arial"/>
              </a:defRPr>
            </a:defPPr>
            <a:lvl1pPr algn="l">
              <a:defRPr sz="2100" b="0">
                <a:solidFill>
                  <a:srgbClr val="102A43"/>
                </a:solidFill>
                <a:latin typeface="Arial"/>
                <a:ea typeface="Arial"/>
                <a:cs typeface="Arial"/>
              </a:defRPr>
            </a:lvl1pPr>
            <a:lvl2pPr algn="l">
              <a:defRPr sz="2100" b="0">
                <a:solidFill>
                  <a:srgbClr val="102A43"/>
                </a:solidFill>
                <a:latin typeface="Arial"/>
                <a:ea typeface="Arial"/>
                <a:cs typeface="Arial"/>
              </a:defRPr>
            </a:lvl2pPr>
            <a:lvl3pPr algn="l">
              <a:defRPr sz="2100" b="0">
                <a:solidFill>
                  <a:srgbClr val="102A43"/>
                </a:solidFill>
                <a:latin typeface="Arial"/>
                <a:ea typeface="Arial"/>
                <a:cs typeface="Arial"/>
              </a:defRPr>
            </a:lvl3pPr>
            <a:lvl4pPr algn="l">
              <a:defRPr sz="2100" b="0">
                <a:solidFill>
                  <a:srgbClr val="102A43"/>
                </a:solidFill>
                <a:latin typeface="Arial"/>
                <a:ea typeface="Arial"/>
                <a:cs typeface="Arial"/>
              </a:defRPr>
            </a:lvl4pPr>
            <a:lvl5pPr algn="l">
              <a:defRPr sz="2100" b="0">
                <a:solidFill>
                  <a:srgbClr val="102A43"/>
                </a:solidFill>
                <a:latin typeface="Arial"/>
                <a:ea typeface="Arial"/>
                <a:cs typeface="Arial"/>
              </a:defRPr>
            </a:lvl5pPr>
            <a:lvl6pPr algn="l">
              <a:defRPr sz="2100" b="0">
                <a:solidFill>
                  <a:srgbClr val="102A43"/>
                </a:solidFill>
                <a:latin typeface="Arial"/>
                <a:ea typeface="Arial"/>
                <a:cs typeface="Arial"/>
              </a:defRPr>
            </a:lvl6pPr>
            <a:lvl7pPr algn="l">
              <a:defRPr sz="2100" b="0">
                <a:solidFill>
                  <a:srgbClr val="102A43"/>
                </a:solidFill>
                <a:latin typeface="Arial"/>
                <a:ea typeface="Arial"/>
                <a:cs typeface="Arial"/>
              </a:defRPr>
            </a:lvl7pPr>
            <a:lvl8pPr algn="l">
              <a:defRPr sz="2100" b="0">
                <a:solidFill>
                  <a:srgbClr val="102A43"/>
                </a:solidFill>
                <a:latin typeface="Arial"/>
                <a:ea typeface="Arial"/>
                <a:cs typeface="Arial"/>
              </a:defRPr>
            </a:lvl8pPr>
            <a:lvl9pPr algn="l">
              <a:defRPr sz="2100" b="0">
                <a:solidFill>
                  <a:srgbClr val="102A43"/>
                </a:solidFill>
                <a:latin typeface="Arial"/>
                <a:ea typeface="Arial"/>
                <a:cs typeface="Arial"/>
              </a:defRPr>
            </a:lvl9pPr>
          </a:lstStyle>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Chỉ dẫn theo chặng, dùng mốc dễ nhận ra</a:t>
            </a:r>
          </a:p>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và xác nhận điểm xuất phát.</a:t>
            </a:r>
          </a:p>
        </p:txBody>
      </p:sp>
      <p:sp>
        <p:nvSpPr>
          <p:cNvPr id="8" name="diagram-67">
            <a:extLst xmlns:a="http://schemas.openxmlformats.org/drawingml/2006/main">
              <a:ext uri="{FF2B5EF4-FFF2-40B4-BE49-F238E27FC236}">
                <a16:creationId xmlns:a16="http://schemas.microsoft.com/office/drawing/2014/main" id="{CE6AFF25-1683-4C09-922B-8E66B429011E}"/>
              </a:ext>
            </a:extLst>
          </p:cNvPr>
          <p:cNvSpPr>
            <a:spLocks xmlns:a="http://schemas.openxmlformats.org/drawingml/2006/main" noGrp="1"/>
          </p:cNvSpPr>
          <p:nvPr/>
        </p:nvSpPr>
        <p:spPr>
          <a:xfrm xmlns:a="http://schemas.openxmlformats.org/drawingml/2006/main">
            <a:off x="666750" y="3162300"/>
            <a:ext cx="10763250" cy="19050"/>
          </a:xfrm>
          <a:prstGeom xmlns:a="http://schemas.openxmlformats.org/drawingml/2006/main" prst="rect">
            <a:avLst/>
          </a:prstGeom>
          <a:solidFill xmlns:a="http://schemas.openxmlformats.org/drawingml/2006/main">
            <a:srgbClr val="E2E8E8"/>
          </a:solidFill>
          <a:ln xmlns:a="http://schemas.openxmlformats.org/drawingml/2006/main" w="0">
            <a:noFill/>
            <a:prstDash val="solid"/>
          </a:ln>
        </p:spPr>
      </p:sp>
      <p:pic>
        <p:nvPicPr>
          <p:cNvPr id="9" name="">
            <a:extLst xmlns:a="http://schemas.openxmlformats.org/drawingml/2006/main">
              <a:ext uri="{FF2B5EF4-FFF2-40B4-BE49-F238E27FC236}">
                <a16:creationId xmlns:a16="http://schemas.microsoft.com/office/drawing/2014/main" id="{11ECF255-8BB0-43CD-8FC2-AB8D55E994AB}"/>
              </a:ext>
            </a:extLst>
          </p:cNvPr>
          <p:cNvPicPr>
            <a:picLocks xmlns:a="http://schemas.openxmlformats.org/drawingml/2006/main" noChangeAspect="1"/>
          </p:cNvPicPr>
          <p:nvPr/>
        </p:nvPicPr>
        <p:blipFill>
          <a:blip xmlns:r="http://schemas.openxmlformats.org/officeDocument/2006/relationships" xmlns:a="http://schemas.openxmlformats.org/drawingml/2006/main" r:embed="R7d2e804eed114e3d">
            <a:extLst>
              <a:ext uri="{96DAC541-7B7A-43D3-8B79-37D633B846F1}">
                <asvg:svgBlip xmlns:asvg="http://schemas.microsoft.com/office/drawing/2016/SVG/main" r:embed="R07f95faaa5194d9b"/>
              </a:ext>
            </a:extLst>
          </a:blip>
          <a:stretch xmlns:a="http://schemas.openxmlformats.org/drawingml/2006/main"/>
        </p:blipFill>
        <p:spPr>
          <a:xfrm xmlns:a="http://schemas.openxmlformats.org/drawingml/2006/main">
            <a:off x="666750" y="3467100"/>
            <a:ext cx="438150" cy="438150"/>
          </a:xfrm>
          <a:prstGeom xmlns:a="http://schemas.openxmlformats.org/drawingml/2006/main" prst="rect">
            <a:avLst/>
          </a:prstGeom>
        </p:spPr>
      </p:pic>
      <p:sp>
        <p:nvSpPr>
          <p:cNvPr id="10" name="diagram-68">
            <a:extLst xmlns:a="http://schemas.openxmlformats.org/drawingml/2006/main">
              <a:ext uri="{FF2B5EF4-FFF2-40B4-BE49-F238E27FC236}">
                <a16:creationId xmlns:a16="http://schemas.microsoft.com/office/drawing/2014/main" id="{F4972CB5-8539-48CB-9864-427DC62105C4}"/>
              </a:ext>
            </a:extLst>
          </p:cNvPr>
          <p:cNvSpPr>
            <a:spLocks xmlns:a="http://schemas.openxmlformats.org/drawingml/2006/main" noGrp="1"/>
          </p:cNvSpPr>
          <p:nvPr/>
        </p:nvSpPr>
        <p:spPr>
          <a:xfrm xmlns:a="http://schemas.openxmlformats.org/drawingml/2006/main">
            <a:off x="1381125" y="3390900"/>
            <a:ext cx="2714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102A43"/>
                </a:solidFill>
                <a:latin typeface="Arial"/>
                <a:ea typeface="Arial"/>
                <a:cs typeface="Arial"/>
              </a:defRPr>
            </a:defPPr>
            <a:lvl1pPr algn="l">
              <a:defRPr sz="2175" b="1">
                <a:solidFill>
                  <a:srgbClr val="102A43"/>
                </a:solidFill>
                <a:latin typeface="Arial"/>
                <a:ea typeface="Arial"/>
                <a:cs typeface="Arial"/>
              </a:defRPr>
            </a:lvl1pPr>
            <a:lvl2pPr algn="l">
              <a:defRPr sz="2175" b="1">
                <a:solidFill>
                  <a:srgbClr val="102A43"/>
                </a:solidFill>
                <a:latin typeface="Arial"/>
                <a:ea typeface="Arial"/>
                <a:cs typeface="Arial"/>
              </a:defRPr>
            </a:lvl2pPr>
            <a:lvl3pPr algn="l">
              <a:defRPr sz="2175" b="1">
                <a:solidFill>
                  <a:srgbClr val="102A43"/>
                </a:solidFill>
                <a:latin typeface="Arial"/>
                <a:ea typeface="Arial"/>
                <a:cs typeface="Arial"/>
              </a:defRPr>
            </a:lvl3pPr>
            <a:lvl4pPr algn="l">
              <a:defRPr sz="2175" b="1">
                <a:solidFill>
                  <a:srgbClr val="102A43"/>
                </a:solidFill>
                <a:latin typeface="Arial"/>
                <a:ea typeface="Arial"/>
                <a:cs typeface="Arial"/>
              </a:defRPr>
            </a:lvl4pPr>
            <a:lvl5pPr algn="l">
              <a:defRPr sz="2175" b="1">
                <a:solidFill>
                  <a:srgbClr val="102A43"/>
                </a:solidFill>
                <a:latin typeface="Arial"/>
                <a:ea typeface="Arial"/>
                <a:cs typeface="Arial"/>
              </a:defRPr>
            </a:lvl5pPr>
            <a:lvl6pPr algn="l">
              <a:defRPr sz="2175" b="1">
                <a:solidFill>
                  <a:srgbClr val="102A43"/>
                </a:solidFill>
                <a:latin typeface="Arial"/>
                <a:ea typeface="Arial"/>
                <a:cs typeface="Arial"/>
              </a:defRPr>
            </a:lvl6pPr>
            <a:lvl7pPr algn="l">
              <a:defRPr sz="2175" b="1">
                <a:solidFill>
                  <a:srgbClr val="102A43"/>
                </a:solidFill>
                <a:latin typeface="Arial"/>
                <a:ea typeface="Arial"/>
                <a:cs typeface="Arial"/>
              </a:defRPr>
            </a:lvl7pPr>
            <a:lvl8pPr algn="l">
              <a:defRPr sz="2175" b="1">
                <a:solidFill>
                  <a:srgbClr val="102A43"/>
                </a:solidFill>
                <a:latin typeface="Arial"/>
                <a:ea typeface="Arial"/>
                <a:cs typeface="Arial"/>
              </a:defRPr>
            </a:lvl8pPr>
            <a:lvl9pPr algn="l">
              <a:defRPr sz="2175" b="1">
                <a:solidFill>
                  <a:srgbClr val="102A43"/>
                </a:solidFill>
                <a:latin typeface="Arial"/>
                <a:ea typeface="Arial"/>
                <a:cs typeface="Arial"/>
              </a:defRPr>
            </a:lvl9pPr>
          </a:lstStyle>
          <a:p xmlns:a="http://schemas.openxmlformats.org/drawingml/2006/main">
            <a:pPr algn="l">
              <a:defRPr sz="2175" b="1">
                <a:solidFill>
                  <a:srgbClr val="102A43"/>
                </a:solidFill>
                <a:latin typeface="Arial"/>
                <a:ea typeface="Arial"/>
                <a:cs typeface="Arial"/>
              </a:defRPr>
            </a:pPr>
            <a:r>
              <a:rPr sz="2175" b="1">
                <a:solidFill>
                  <a:srgbClr val="102A43"/>
                </a:solidFill>
                <a:latin typeface="Arial"/>
                <a:ea typeface="Arial"/>
                <a:cs typeface="Arial"/>
              </a:rPr>
              <a:t>Mayo Clinic</a:t>
            </a:r>
          </a:p>
        </p:txBody>
      </p:sp>
      <p:sp>
        <p:nvSpPr>
          <p:cNvPr id="11" name="diagram-69">
            <a:extLst xmlns:a="http://schemas.openxmlformats.org/drawingml/2006/main">
              <a:ext uri="{FF2B5EF4-FFF2-40B4-BE49-F238E27FC236}">
                <a16:creationId xmlns:a16="http://schemas.microsoft.com/office/drawing/2014/main" id="{760D5636-B6CD-4929-BF0A-FE1122B79AD1}"/>
              </a:ext>
            </a:extLst>
          </p:cNvPr>
          <p:cNvSpPr>
            <a:spLocks xmlns:a="http://schemas.openxmlformats.org/drawingml/2006/main" noGrp="1"/>
          </p:cNvSpPr>
          <p:nvPr/>
        </p:nvSpPr>
        <p:spPr>
          <a:xfrm xmlns:a="http://schemas.openxmlformats.org/drawingml/2006/main">
            <a:off x="1381125" y="3838575"/>
            <a:ext cx="2714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526773"/>
                </a:solidFill>
                <a:latin typeface="Arial"/>
                <a:ea typeface="Arial"/>
                <a:cs typeface="Arial"/>
              </a:defRPr>
            </a:defPPr>
            <a:lvl1pPr algn="l">
              <a:defRPr sz="1650" b="0">
                <a:solidFill>
                  <a:srgbClr val="526773"/>
                </a:solidFill>
                <a:latin typeface="Arial"/>
                <a:ea typeface="Arial"/>
                <a:cs typeface="Arial"/>
              </a:defRPr>
            </a:lvl1pPr>
            <a:lvl2pPr algn="l">
              <a:defRPr sz="1650" b="0">
                <a:solidFill>
                  <a:srgbClr val="526773"/>
                </a:solidFill>
                <a:latin typeface="Arial"/>
                <a:ea typeface="Arial"/>
                <a:cs typeface="Arial"/>
              </a:defRPr>
            </a:lvl2pPr>
            <a:lvl3pPr algn="l">
              <a:defRPr sz="1650" b="0">
                <a:solidFill>
                  <a:srgbClr val="526773"/>
                </a:solidFill>
                <a:latin typeface="Arial"/>
                <a:ea typeface="Arial"/>
                <a:cs typeface="Arial"/>
              </a:defRPr>
            </a:lvl3pPr>
            <a:lvl4pPr algn="l">
              <a:defRPr sz="1650" b="0">
                <a:solidFill>
                  <a:srgbClr val="526773"/>
                </a:solidFill>
                <a:latin typeface="Arial"/>
                <a:ea typeface="Arial"/>
                <a:cs typeface="Arial"/>
              </a:defRPr>
            </a:lvl4pPr>
            <a:lvl5pPr algn="l">
              <a:defRPr sz="1650" b="0">
                <a:solidFill>
                  <a:srgbClr val="526773"/>
                </a:solidFill>
                <a:latin typeface="Arial"/>
                <a:ea typeface="Arial"/>
                <a:cs typeface="Arial"/>
              </a:defRPr>
            </a:lvl5pPr>
            <a:lvl6pPr algn="l">
              <a:defRPr sz="1650" b="0">
                <a:solidFill>
                  <a:srgbClr val="526773"/>
                </a:solidFill>
                <a:latin typeface="Arial"/>
                <a:ea typeface="Arial"/>
                <a:cs typeface="Arial"/>
              </a:defRPr>
            </a:lvl6pPr>
            <a:lvl7pPr algn="l">
              <a:defRPr sz="1650" b="0">
                <a:solidFill>
                  <a:srgbClr val="526773"/>
                </a:solidFill>
                <a:latin typeface="Arial"/>
                <a:ea typeface="Arial"/>
                <a:cs typeface="Arial"/>
              </a:defRPr>
            </a:lvl7pPr>
            <a:lvl8pPr algn="l">
              <a:defRPr sz="1650" b="0">
                <a:solidFill>
                  <a:srgbClr val="526773"/>
                </a:solidFill>
                <a:latin typeface="Arial"/>
                <a:ea typeface="Arial"/>
                <a:cs typeface="Arial"/>
              </a:defRPr>
            </a:lvl8pPr>
            <a:lvl9pPr algn="l">
              <a:defRPr sz="1650" b="0">
                <a:solidFill>
                  <a:srgbClr val="526773"/>
                </a:solidFill>
                <a:latin typeface="Arial"/>
                <a:ea typeface="Arial"/>
                <a:cs typeface="Arial"/>
              </a:defRPr>
            </a:lvl9pPr>
          </a:lstStyle>
          <a:p xmlns:a="http://schemas.openxmlformats.org/drawingml/2006/main">
            <a:pPr algn="l">
              <a:defRPr sz="1650" b="0">
                <a:solidFill>
                  <a:srgbClr val="526773"/>
                </a:solidFill>
                <a:latin typeface="Arial"/>
                <a:ea typeface="Arial"/>
                <a:cs typeface="Arial"/>
              </a:defRPr>
            </a:pPr>
            <a:r>
              <a:rPr sz="1650" b="0">
                <a:solidFill>
                  <a:srgbClr val="526773"/>
                </a:solidFill>
                <a:latin typeface="Arial"/>
                <a:ea typeface="Arial"/>
                <a:cs typeface="Arial"/>
              </a:rPr>
              <a:t>Đặt lịch trực tuyến</a:t>
            </a:r>
          </a:p>
        </p:txBody>
      </p:sp>
      <p:sp>
        <p:nvSpPr>
          <p:cNvPr id="12" name="diagram-70">
            <a:extLst xmlns:a="http://schemas.openxmlformats.org/drawingml/2006/main">
              <a:ext uri="{FF2B5EF4-FFF2-40B4-BE49-F238E27FC236}">
                <a16:creationId xmlns:a16="http://schemas.microsoft.com/office/drawing/2014/main" id="{03EC533D-549A-43B5-845D-DC50604C0803}"/>
              </a:ext>
            </a:extLst>
          </p:cNvPr>
          <p:cNvSpPr>
            <a:spLocks xmlns:a="http://schemas.openxmlformats.org/drawingml/2006/main" noGrp="1"/>
          </p:cNvSpPr>
          <p:nvPr/>
        </p:nvSpPr>
        <p:spPr>
          <a:xfrm xmlns:a="http://schemas.openxmlformats.org/drawingml/2006/main">
            <a:off x="4572000" y="3390900"/>
            <a:ext cx="685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02A43"/>
                </a:solidFill>
                <a:latin typeface="Arial"/>
                <a:ea typeface="Arial"/>
                <a:cs typeface="Arial"/>
              </a:defRPr>
            </a:defPPr>
            <a:lvl1pPr algn="l">
              <a:defRPr sz="2100" b="0">
                <a:solidFill>
                  <a:srgbClr val="102A43"/>
                </a:solidFill>
                <a:latin typeface="Arial"/>
                <a:ea typeface="Arial"/>
                <a:cs typeface="Arial"/>
              </a:defRPr>
            </a:lvl1pPr>
            <a:lvl2pPr algn="l">
              <a:defRPr sz="2100" b="0">
                <a:solidFill>
                  <a:srgbClr val="102A43"/>
                </a:solidFill>
                <a:latin typeface="Arial"/>
                <a:ea typeface="Arial"/>
                <a:cs typeface="Arial"/>
              </a:defRPr>
            </a:lvl2pPr>
            <a:lvl3pPr algn="l">
              <a:defRPr sz="2100" b="0">
                <a:solidFill>
                  <a:srgbClr val="102A43"/>
                </a:solidFill>
                <a:latin typeface="Arial"/>
                <a:ea typeface="Arial"/>
                <a:cs typeface="Arial"/>
              </a:defRPr>
            </a:lvl3pPr>
            <a:lvl4pPr algn="l">
              <a:defRPr sz="2100" b="0">
                <a:solidFill>
                  <a:srgbClr val="102A43"/>
                </a:solidFill>
                <a:latin typeface="Arial"/>
                <a:ea typeface="Arial"/>
                <a:cs typeface="Arial"/>
              </a:defRPr>
            </a:lvl4pPr>
            <a:lvl5pPr algn="l">
              <a:defRPr sz="2100" b="0">
                <a:solidFill>
                  <a:srgbClr val="102A43"/>
                </a:solidFill>
                <a:latin typeface="Arial"/>
                <a:ea typeface="Arial"/>
                <a:cs typeface="Arial"/>
              </a:defRPr>
            </a:lvl5pPr>
            <a:lvl6pPr algn="l">
              <a:defRPr sz="2100" b="0">
                <a:solidFill>
                  <a:srgbClr val="102A43"/>
                </a:solidFill>
                <a:latin typeface="Arial"/>
                <a:ea typeface="Arial"/>
                <a:cs typeface="Arial"/>
              </a:defRPr>
            </a:lvl6pPr>
            <a:lvl7pPr algn="l">
              <a:defRPr sz="2100" b="0">
                <a:solidFill>
                  <a:srgbClr val="102A43"/>
                </a:solidFill>
                <a:latin typeface="Arial"/>
                <a:ea typeface="Arial"/>
                <a:cs typeface="Arial"/>
              </a:defRPr>
            </a:lvl7pPr>
            <a:lvl8pPr algn="l">
              <a:defRPr sz="2100" b="0">
                <a:solidFill>
                  <a:srgbClr val="102A43"/>
                </a:solidFill>
                <a:latin typeface="Arial"/>
                <a:ea typeface="Arial"/>
                <a:cs typeface="Arial"/>
              </a:defRPr>
            </a:lvl8pPr>
            <a:lvl9pPr algn="l">
              <a:defRPr sz="2100" b="0">
                <a:solidFill>
                  <a:srgbClr val="102A43"/>
                </a:solidFill>
                <a:latin typeface="Arial"/>
                <a:ea typeface="Arial"/>
                <a:cs typeface="Arial"/>
              </a:defRPr>
            </a:lvl9pPr>
          </a:lstStyle>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Phân biệt gửi yêu cầu với đã hoàn tất;</a:t>
            </a:r>
          </a:p>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cho người dùng tìm lại chi tiết.</a:t>
            </a:r>
          </a:p>
        </p:txBody>
      </p:sp>
      <p:sp>
        <p:nvSpPr>
          <p:cNvPr id="13" name="diagram-71">
            <a:extLst xmlns:a="http://schemas.openxmlformats.org/drawingml/2006/main">
              <a:ext uri="{FF2B5EF4-FFF2-40B4-BE49-F238E27FC236}">
                <a16:creationId xmlns:a16="http://schemas.microsoft.com/office/drawing/2014/main" id="{41F41A3D-02CD-406B-A8DB-4B4C388B680A}"/>
              </a:ext>
            </a:extLst>
          </p:cNvPr>
          <p:cNvSpPr>
            <a:spLocks xmlns:a="http://schemas.openxmlformats.org/drawingml/2006/main" noGrp="1"/>
          </p:cNvSpPr>
          <p:nvPr/>
        </p:nvSpPr>
        <p:spPr>
          <a:xfrm xmlns:a="http://schemas.openxmlformats.org/drawingml/2006/main">
            <a:off x="666750" y="4467225"/>
            <a:ext cx="10763250" cy="19050"/>
          </a:xfrm>
          <a:prstGeom xmlns:a="http://schemas.openxmlformats.org/drawingml/2006/main" prst="rect">
            <a:avLst/>
          </a:prstGeom>
          <a:solidFill xmlns:a="http://schemas.openxmlformats.org/drawingml/2006/main">
            <a:srgbClr val="E2E8E8"/>
          </a:solidFill>
          <a:ln xmlns:a="http://schemas.openxmlformats.org/drawingml/2006/main" w="0">
            <a:noFill/>
            <a:prstDash val="solid"/>
          </a:ln>
        </p:spPr>
      </p:sp>
      <p:pic>
        <p:nvPicPr>
          <p:cNvPr id="14" name="">
            <a:extLst xmlns:a="http://schemas.openxmlformats.org/drawingml/2006/main">
              <a:ext uri="{FF2B5EF4-FFF2-40B4-BE49-F238E27FC236}">
                <a16:creationId xmlns:a16="http://schemas.microsoft.com/office/drawing/2014/main" id="{6BE45D25-428C-405E-884C-0EC2809CBF80}"/>
              </a:ext>
            </a:extLst>
          </p:cNvPr>
          <p:cNvPicPr>
            <a:picLocks xmlns:a="http://schemas.openxmlformats.org/drawingml/2006/main" noChangeAspect="1"/>
          </p:cNvPicPr>
          <p:nvPr/>
        </p:nvPicPr>
        <p:blipFill>
          <a:blip xmlns:r="http://schemas.openxmlformats.org/officeDocument/2006/relationships" xmlns:a="http://schemas.openxmlformats.org/drawingml/2006/main" r:embed="R824713de9ca74229">
            <a:extLst>
              <a:ext uri="{96DAC541-7B7A-43D3-8B79-37D633B846F1}">
                <asvg:svgBlip xmlns:asvg="http://schemas.microsoft.com/office/drawing/2016/SVG/main" r:embed="R12a6fd019f7548cf"/>
              </a:ext>
            </a:extLst>
          </a:blip>
          <a:stretch xmlns:a="http://schemas.openxmlformats.org/drawingml/2006/main"/>
        </p:blipFill>
        <p:spPr>
          <a:xfrm xmlns:a="http://schemas.openxmlformats.org/drawingml/2006/main">
            <a:off x="666750" y="4772025"/>
            <a:ext cx="438150" cy="438150"/>
          </a:xfrm>
          <a:prstGeom xmlns:a="http://schemas.openxmlformats.org/drawingml/2006/main" prst="rect">
            <a:avLst/>
          </a:prstGeom>
        </p:spPr>
      </p:pic>
      <p:sp>
        <p:nvSpPr>
          <p:cNvPr id="15" name="diagram-72">
            <a:extLst xmlns:a="http://schemas.openxmlformats.org/drawingml/2006/main">
              <a:ext uri="{FF2B5EF4-FFF2-40B4-BE49-F238E27FC236}">
                <a16:creationId xmlns:a16="http://schemas.microsoft.com/office/drawing/2014/main" id="{CBFC8FE2-E82C-4ED4-BADD-3D7AB3C8E272}"/>
              </a:ext>
            </a:extLst>
          </p:cNvPr>
          <p:cNvSpPr>
            <a:spLocks xmlns:a="http://schemas.openxmlformats.org/drawingml/2006/main" noGrp="1"/>
          </p:cNvSpPr>
          <p:nvPr/>
        </p:nvSpPr>
        <p:spPr>
          <a:xfrm xmlns:a="http://schemas.openxmlformats.org/drawingml/2006/main">
            <a:off x="1381125" y="4695825"/>
            <a:ext cx="2714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102A43"/>
                </a:solidFill>
                <a:latin typeface="Arial"/>
                <a:ea typeface="Arial"/>
                <a:cs typeface="Arial"/>
              </a:defRPr>
            </a:defPPr>
            <a:lvl1pPr algn="l">
              <a:defRPr sz="2175" b="1">
                <a:solidFill>
                  <a:srgbClr val="102A43"/>
                </a:solidFill>
                <a:latin typeface="Arial"/>
                <a:ea typeface="Arial"/>
                <a:cs typeface="Arial"/>
              </a:defRPr>
            </a:lvl1pPr>
            <a:lvl2pPr algn="l">
              <a:defRPr sz="2175" b="1">
                <a:solidFill>
                  <a:srgbClr val="102A43"/>
                </a:solidFill>
                <a:latin typeface="Arial"/>
                <a:ea typeface="Arial"/>
                <a:cs typeface="Arial"/>
              </a:defRPr>
            </a:lvl2pPr>
            <a:lvl3pPr algn="l">
              <a:defRPr sz="2175" b="1">
                <a:solidFill>
                  <a:srgbClr val="102A43"/>
                </a:solidFill>
                <a:latin typeface="Arial"/>
                <a:ea typeface="Arial"/>
                <a:cs typeface="Arial"/>
              </a:defRPr>
            </a:lvl3pPr>
            <a:lvl4pPr algn="l">
              <a:defRPr sz="2175" b="1">
                <a:solidFill>
                  <a:srgbClr val="102A43"/>
                </a:solidFill>
                <a:latin typeface="Arial"/>
                <a:ea typeface="Arial"/>
                <a:cs typeface="Arial"/>
              </a:defRPr>
            </a:lvl4pPr>
            <a:lvl5pPr algn="l">
              <a:defRPr sz="2175" b="1">
                <a:solidFill>
                  <a:srgbClr val="102A43"/>
                </a:solidFill>
                <a:latin typeface="Arial"/>
                <a:ea typeface="Arial"/>
                <a:cs typeface="Arial"/>
              </a:defRPr>
            </a:lvl5pPr>
            <a:lvl6pPr algn="l">
              <a:defRPr sz="2175" b="1">
                <a:solidFill>
                  <a:srgbClr val="102A43"/>
                </a:solidFill>
                <a:latin typeface="Arial"/>
                <a:ea typeface="Arial"/>
                <a:cs typeface="Arial"/>
              </a:defRPr>
            </a:lvl6pPr>
            <a:lvl7pPr algn="l">
              <a:defRPr sz="2175" b="1">
                <a:solidFill>
                  <a:srgbClr val="102A43"/>
                </a:solidFill>
                <a:latin typeface="Arial"/>
                <a:ea typeface="Arial"/>
                <a:cs typeface="Arial"/>
              </a:defRPr>
            </a:lvl7pPr>
            <a:lvl8pPr algn="l">
              <a:defRPr sz="2175" b="1">
                <a:solidFill>
                  <a:srgbClr val="102A43"/>
                </a:solidFill>
                <a:latin typeface="Arial"/>
                <a:ea typeface="Arial"/>
                <a:cs typeface="Arial"/>
              </a:defRPr>
            </a:lvl8pPr>
            <a:lvl9pPr algn="l">
              <a:defRPr sz="2175" b="1">
                <a:solidFill>
                  <a:srgbClr val="102A43"/>
                </a:solidFill>
                <a:latin typeface="Arial"/>
                <a:ea typeface="Arial"/>
                <a:cs typeface="Arial"/>
              </a:defRPr>
            </a:lvl9pPr>
          </a:lstStyle>
          <a:p xmlns:a="http://schemas.openxmlformats.org/drawingml/2006/main">
            <a:pPr algn="l">
              <a:defRPr sz="2175" b="1">
                <a:solidFill>
                  <a:srgbClr val="102A43"/>
                </a:solidFill>
                <a:latin typeface="Arial"/>
                <a:ea typeface="Arial"/>
                <a:cs typeface="Arial"/>
              </a:defRPr>
            </a:pPr>
            <a:r>
              <a:rPr sz="2175" b="1">
                <a:solidFill>
                  <a:srgbClr val="102A43"/>
                </a:solidFill>
                <a:latin typeface="Arial"/>
                <a:ea typeface="Arial"/>
                <a:cs typeface="Arial"/>
              </a:rPr>
              <a:t>Mayo Clinic</a:t>
            </a:r>
          </a:p>
        </p:txBody>
      </p:sp>
      <p:sp>
        <p:nvSpPr>
          <p:cNvPr id="16" name="diagram-73">
            <a:extLst xmlns:a="http://schemas.openxmlformats.org/drawingml/2006/main">
              <a:ext uri="{FF2B5EF4-FFF2-40B4-BE49-F238E27FC236}">
                <a16:creationId xmlns:a16="http://schemas.microsoft.com/office/drawing/2014/main" id="{2D6FD9BF-62F1-41E7-8A92-F8BC206E4840}"/>
              </a:ext>
            </a:extLst>
          </p:cNvPr>
          <p:cNvSpPr>
            <a:spLocks xmlns:a="http://schemas.openxmlformats.org/drawingml/2006/main" noGrp="1"/>
          </p:cNvSpPr>
          <p:nvPr/>
        </p:nvSpPr>
        <p:spPr>
          <a:xfrm xmlns:a="http://schemas.openxmlformats.org/drawingml/2006/main">
            <a:off x="1381125" y="5143500"/>
            <a:ext cx="2714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526773"/>
                </a:solidFill>
                <a:latin typeface="Arial"/>
                <a:ea typeface="Arial"/>
                <a:cs typeface="Arial"/>
              </a:defRPr>
            </a:defPPr>
            <a:lvl1pPr algn="l">
              <a:defRPr sz="1650" b="0">
                <a:solidFill>
                  <a:srgbClr val="526773"/>
                </a:solidFill>
                <a:latin typeface="Arial"/>
                <a:ea typeface="Arial"/>
                <a:cs typeface="Arial"/>
              </a:defRPr>
            </a:lvl1pPr>
            <a:lvl2pPr algn="l">
              <a:defRPr sz="1650" b="0">
                <a:solidFill>
                  <a:srgbClr val="526773"/>
                </a:solidFill>
                <a:latin typeface="Arial"/>
                <a:ea typeface="Arial"/>
                <a:cs typeface="Arial"/>
              </a:defRPr>
            </a:lvl2pPr>
            <a:lvl3pPr algn="l">
              <a:defRPr sz="1650" b="0">
                <a:solidFill>
                  <a:srgbClr val="526773"/>
                </a:solidFill>
                <a:latin typeface="Arial"/>
                <a:ea typeface="Arial"/>
                <a:cs typeface="Arial"/>
              </a:defRPr>
            </a:lvl3pPr>
            <a:lvl4pPr algn="l">
              <a:defRPr sz="1650" b="0">
                <a:solidFill>
                  <a:srgbClr val="526773"/>
                </a:solidFill>
                <a:latin typeface="Arial"/>
                <a:ea typeface="Arial"/>
                <a:cs typeface="Arial"/>
              </a:defRPr>
            </a:lvl4pPr>
            <a:lvl5pPr algn="l">
              <a:defRPr sz="1650" b="0">
                <a:solidFill>
                  <a:srgbClr val="526773"/>
                </a:solidFill>
                <a:latin typeface="Arial"/>
                <a:ea typeface="Arial"/>
                <a:cs typeface="Arial"/>
              </a:defRPr>
            </a:lvl5pPr>
            <a:lvl6pPr algn="l">
              <a:defRPr sz="1650" b="0">
                <a:solidFill>
                  <a:srgbClr val="526773"/>
                </a:solidFill>
                <a:latin typeface="Arial"/>
                <a:ea typeface="Arial"/>
                <a:cs typeface="Arial"/>
              </a:defRPr>
            </a:lvl6pPr>
            <a:lvl7pPr algn="l">
              <a:defRPr sz="1650" b="0">
                <a:solidFill>
                  <a:srgbClr val="526773"/>
                </a:solidFill>
                <a:latin typeface="Arial"/>
                <a:ea typeface="Arial"/>
                <a:cs typeface="Arial"/>
              </a:defRPr>
            </a:lvl7pPr>
            <a:lvl8pPr algn="l">
              <a:defRPr sz="1650" b="0">
                <a:solidFill>
                  <a:srgbClr val="526773"/>
                </a:solidFill>
                <a:latin typeface="Arial"/>
                <a:ea typeface="Arial"/>
                <a:cs typeface="Arial"/>
              </a:defRPr>
            </a:lvl8pPr>
            <a:lvl9pPr algn="l">
              <a:defRPr sz="1650" b="0">
                <a:solidFill>
                  <a:srgbClr val="526773"/>
                </a:solidFill>
                <a:latin typeface="Arial"/>
                <a:ea typeface="Arial"/>
                <a:cs typeface="Arial"/>
              </a:defRPr>
            </a:lvl9pPr>
          </a:lstStyle>
          <a:p xmlns:a="http://schemas.openxmlformats.org/drawingml/2006/main">
            <a:pPr algn="l">
              <a:defRPr sz="1650" b="0">
                <a:solidFill>
                  <a:srgbClr val="526773"/>
                </a:solidFill>
                <a:latin typeface="Arial"/>
                <a:ea typeface="Arial"/>
                <a:cs typeface="Arial"/>
              </a:defRPr>
            </a:pPr>
            <a:r>
              <a:rPr sz="1650" b="0">
                <a:solidFill>
                  <a:srgbClr val="526773"/>
                </a:solidFill>
                <a:latin typeface="Arial"/>
                <a:ea typeface="Arial"/>
                <a:cs typeface="Arial"/>
              </a:rPr>
              <a:t>Đăng ký</a:t>
            </a:r>
          </a:p>
        </p:txBody>
      </p:sp>
      <p:sp>
        <p:nvSpPr>
          <p:cNvPr id="17" name="diagram-74">
            <a:extLst xmlns:a="http://schemas.openxmlformats.org/drawingml/2006/main">
              <a:ext uri="{FF2B5EF4-FFF2-40B4-BE49-F238E27FC236}">
                <a16:creationId xmlns:a16="http://schemas.microsoft.com/office/drawing/2014/main" id="{1BD7ACD7-76F9-43D4-A400-12A80D4C16A3}"/>
              </a:ext>
            </a:extLst>
          </p:cNvPr>
          <p:cNvSpPr>
            <a:spLocks xmlns:a="http://schemas.openxmlformats.org/drawingml/2006/main" noGrp="1"/>
          </p:cNvSpPr>
          <p:nvPr/>
        </p:nvSpPr>
        <p:spPr>
          <a:xfrm xmlns:a="http://schemas.openxmlformats.org/drawingml/2006/main">
            <a:off x="4572000" y="4695825"/>
            <a:ext cx="685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02A43"/>
                </a:solidFill>
                <a:latin typeface="Arial"/>
                <a:ea typeface="Arial"/>
                <a:cs typeface="Arial"/>
              </a:defRPr>
            </a:defPPr>
            <a:lvl1pPr algn="l">
              <a:defRPr sz="2100" b="0">
                <a:solidFill>
                  <a:srgbClr val="102A43"/>
                </a:solidFill>
                <a:latin typeface="Arial"/>
                <a:ea typeface="Arial"/>
                <a:cs typeface="Arial"/>
              </a:defRPr>
            </a:lvl1pPr>
            <a:lvl2pPr algn="l">
              <a:defRPr sz="2100" b="0">
                <a:solidFill>
                  <a:srgbClr val="102A43"/>
                </a:solidFill>
                <a:latin typeface="Arial"/>
                <a:ea typeface="Arial"/>
                <a:cs typeface="Arial"/>
              </a:defRPr>
            </a:lvl2pPr>
            <a:lvl3pPr algn="l">
              <a:defRPr sz="2100" b="0">
                <a:solidFill>
                  <a:srgbClr val="102A43"/>
                </a:solidFill>
                <a:latin typeface="Arial"/>
                <a:ea typeface="Arial"/>
                <a:cs typeface="Arial"/>
              </a:defRPr>
            </a:lvl3pPr>
            <a:lvl4pPr algn="l">
              <a:defRPr sz="2100" b="0">
                <a:solidFill>
                  <a:srgbClr val="102A43"/>
                </a:solidFill>
                <a:latin typeface="Arial"/>
                <a:ea typeface="Arial"/>
                <a:cs typeface="Arial"/>
              </a:defRPr>
            </a:lvl4pPr>
            <a:lvl5pPr algn="l">
              <a:defRPr sz="2100" b="0">
                <a:solidFill>
                  <a:srgbClr val="102A43"/>
                </a:solidFill>
                <a:latin typeface="Arial"/>
                <a:ea typeface="Arial"/>
                <a:cs typeface="Arial"/>
              </a:defRPr>
            </a:lvl5pPr>
            <a:lvl6pPr algn="l">
              <a:defRPr sz="2100" b="0">
                <a:solidFill>
                  <a:srgbClr val="102A43"/>
                </a:solidFill>
                <a:latin typeface="Arial"/>
                <a:ea typeface="Arial"/>
                <a:cs typeface="Arial"/>
              </a:defRPr>
            </a:lvl6pPr>
            <a:lvl7pPr algn="l">
              <a:defRPr sz="2100" b="0">
                <a:solidFill>
                  <a:srgbClr val="102A43"/>
                </a:solidFill>
                <a:latin typeface="Arial"/>
                <a:ea typeface="Arial"/>
                <a:cs typeface="Arial"/>
              </a:defRPr>
            </a:lvl7pPr>
            <a:lvl8pPr algn="l">
              <a:defRPr sz="2100" b="0">
                <a:solidFill>
                  <a:srgbClr val="102A43"/>
                </a:solidFill>
                <a:latin typeface="Arial"/>
                <a:ea typeface="Arial"/>
                <a:cs typeface="Arial"/>
              </a:defRPr>
            </a:lvl8pPr>
            <a:lvl9pPr algn="l">
              <a:defRPr sz="2100" b="0">
                <a:solidFill>
                  <a:srgbClr val="102A43"/>
                </a:solidFill>
                <a:latin typeface="Arial"/>
                <a:ea typeface="Arial"/>
                <a:cs typeface="Arial"/>
              </a:defRPr>
            </a:lvl9pPr>
          </a:lstStyle>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Nói rõ phần đã xong và</a:t>
            </a:r>
          </a:p>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những việc còn cần xác minh.</a:t>
            </a:r>
          </a:p>
        </p:txBody>
      </p:sp>
      <p:sp>
        <p:nvSpPr>
          <p:cNvPr id="18" name="diagram-75">
            <a:extLst xmlns:a="http://schemas.openxmlformats.org/drawingml/2006/main">
              <a:ext uri="{FF2B5EF4-FFF2-40B4-BE49-F238E27FC236}">
                <a16:creationId xmlns:a16="http://schemas.microsoft.com/office/drawing/2014/main" id="{3931E8F4-57F8-454D-A326-B9F2EF680A60}"/>
              </a:ext>
            </a:extLst>
          </p:cNvPr>
          <p:cNvSpPr>
            <a:spLocks xmlns:a="http://schemas.openxmlformats.org/drawingml/2006/main" noGrp="1"/>
          </p:cNvSpPr>
          <p:nvPr/>
        </p:nvSpPr>
        <p:spPr>
          <a:xfrm xmlns:a="http://schemas.openxmlformats.org/drawingml/2006/main">
            <a:off x="571500" y="6324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26773"/>
                </a:solidFill>
                <a:latin typeface="Arial"/>
                <a:ea typeface="Arial"/>
                <a:cs typeface="Arial"/>
              </a:defRPr>
            </a:defPPr>
            <a:lvl1pPr algn="l">
              <a:defRPr sz="1125" b="0">
                <a:solidFill>
                  <a:srgbClr val="526773"/>
                </a:solidFill>
                <a:latin typeface="Arial"/>
                <a:ea typeface="Arial"/>
                <a:cs typeface="Arial"/>
              </a:defRPr>
            </a:lvl1pPr>
            <a:lvl2pPr algn="l">
              <a:defRPr sz="1125" b="0">
                <a:solidFill>
                  <a:srgbClr val="526773"/>
                </a:solidFill>
                <a:latin typeface="Arial"/>
                <a:ea typeface="Arial"/>
                <a:cs typeface="Arial"/>
              </a:defRPr>
            </a:lvl2pPr>
            <a:lvl3pPr algn="l">
              <a:defRPr sz="1125" b="0">
                <a:solidFill>
                  <a:srgbClr val="526773"/>
                </a:solidFill>
                <a:latin typeface="Arial"/>
                <a:ea typeface="Arial"/>
                <a:cs typeface="Arial"/>
              </a:defRPr>
            </a:lvl3pPr>
            <a:lvl4pPr algn="l">
              <a:defRPr sz="1125" b="0">
                <a:solidFill>
                  <a:srgbClr val="526773"/>
                </a:solidFill>
                <a:latin typeface="Arial"/>
                <a:ea typeface="Arial"/>
                <a:cs typeface="Arial"/>
              </a:defRPr>
            </a:lvl4pPr>
            <a:lvl5pPr algn="l">
              <a:defRPr sz="1125" b="0">
                <a:solidFill>
                  <a:srgbClr val="526773"/>
                </a:solidFill>
                <a:latin typeface="Arial"/>
                <a:ea typeface="Arial"/>
                <a:cs typeface="Arial"/>
              </a:defRPr>
            </a:lvl5pPr>
            <a:lvl6pPr algn="l">
              <a:defRPr sz="1125" b="0">
                <a:solidFill>
                  <a:srgbClr val="526773"/>
                </a:solidFill>
                <a:latin typeface="Arial"/>
                <a:ea typeface="Arial"/>
                <a:cs typeface="Arial"/>
              </a:defRPr>
            </a:lvl6pPr>
            <a:lvl7pPr algn="l">
              <a:defRPr sz="1125" b="0">
                <a:solidFill>
                  <a:srgbClr val="526773"/>
                </a:solidFill>
                <a:latin typeface="Arial"/>
                <a:ea typeface="Arial"/>
                <a:cs typeface="Arial"/>
              </a:defRPr>
            </a:lvl7pPr>
            <a:lvl8pPr algn="l">
              <a:defRPr sz="1125" b="0">
                <a:solidFill>
                  <a:srgbClr val="526773"/>
                </a:solidFill>
                <a:latin typeface="Arial"/>
                <a:ea typeface="Arial"/>
                <a:cs typeface="Arial"/>
              </a:defRPr>
            </a:lvl8pPr>
            <a:lvl9pPr algn="l">
              <a:defRPr sz="1125" b="0">
                <a:solidFill>
                  <a:srgbClr val="526773"/>
                </a:solidFill>
                <a:latin typeface="Arial"/>
                <a:ea typeface="Arial"/>
                <a:cs typeface="Arial"/>
              </a:defRPr>
            </a:lvl9pPr>
          </a:lstStyle>
          <a:p xmlns:a="http://schemas.openxmlformats.org/drawingml/2006/main">
            <a:pPr algn="l">
              <a:defRPr sz="1125" b="0">
                <a:solidFill>
                  <a:srgbClr val="526773"/>
                </a:solidFill>
                <a:latin typeface="Arial"/>
                <a:ea typeface="Arial"/>
                <a:cs typeface="Arial"/>
              </a:defRPr>
            </a:pPr>
            <a:r>
              <a:rPr sz="1125" b="0">
                <a:solidFill>
                  <a:srgbClr val="526773"/>
                </a:solidFill>
                <a:latin typeface="Arial"/>
                <a:ea typeface="Arial"/>
                <a:cs typeface="Arial"/>
              </a:rPr>
              <a:t>Nguồn chính thức và giới hạn áp dụng giữ trong ghi chú và repo.</a:t>
            </a:r>
          </a:p>
        </p:txBody>
      </p:sp>
      <p:sp>
        <p:nvSpPr>
          <p:cNvPr id="19" name="diagram-76">
            <a:extLst xmlns:a="http://schemas.openxmlformats.org/drawingml/2006/main">
              <a:ext uri="{FF2B5EF4-FFF2-40B4-BE49-F238E27FC236}">
                <a16:creationId xmlns:a16="http://schemas.microsoft.com/office/drawing/2014/main" id="{B3FDC184-8C36-4E85-842F-3F35C36B7DAD}"/>
              </a:ext>
            </a:extLst>
          </p:cNvPr>
          <p:cNvSpPr>
            <a:spLocks xmlns:a="http://schemas.openxmlformats.org/drawingml/2006/main" noGrp="1"/>
          </p:cNvSpPr>
          <p:nvPr/>
        </p:nvSpPr>
        <p:spPr>
          <a:xfrm xmlns:a="http://schemas.openxmlformats.org/drawingml/2006/main">
            <a:off x="11334750" y="63246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1">
                <a:solidFill>
                  <a:srgbClr val="246BCE"/>
                </a:solidFill>
                <a:latin typeface="Arial"/>
                <a:ea typeface="Arial"/>
                <a:cs typeface="Arial"/>
              </a:defRPr>
            </a:defPPr>
            <a:lvl1pPr algn="r">
              <a:defRPr sz="1275" b="1">
                <a:solidFill>
                  <a:srgbClr val="246BCE"/>
                </a:solidFill>
                <a:latin typeface="Arial"/>
                <a:ea typeface="Arial"/>
                <a:cs typeface="Arial"/>
              </a:defRPr>
            </a:lvl1pPr>
            <a:lvl2pPr algn="r">
              <a:defRPr sz="1275" b="1">
                <a:solidFill>
                  <a:srgbClr val="246BCE"/>
                </a:solidFill>
                <a:latin typeface="Arial"/>
                <a:ea typeface="Arial"/>
                <a:cs typeface="Arial"/>
              </a:defRPr>
            </a:lvl2pPr>
            <a:lvl3pPr algn="r">
              <a:defRPr sz="1275" b="1">
                <a:solidFill>
                  <a:srgbClr val="246BCE"/>
                </a:solidFill>
                <a:latin typeface="Arial"/>
                <a:ea typeface="Arial"/>
                <a:cs typeface="Arial"/>
              </a:defRPr>
            </a:lvl3pPr>
            <a:lvl4pPr algn="r">
              <a:defRPr sz="1275" b="1">
                <a:solidFill>
                  <a:srgbClr val="246BCE"/>
                </a:solidFill>
                <a:latin typeface="Arial"/>
                <a:ea typeface="Arial"/>
                <a:cs typeface="Arial"/>
              </a:defRPr>
            </a:lvl4pPr>
            <a:lvl5pPr algn="r">
              <a:defRPr sz="1275" b="1">
                <a:solidFill>
                  <a:srgbClr val="246BCE"/>
                </a:solidFill>
                <a:latin typeface="Arial"/>
                <a:ea typeface="Arial"/>
                <a:cs typeface="Arial"/>
              </a:defRPr>
            </a:lvl5pPr>
            <a:lvl6pPr algn="r">
              <a:defRPr sz="1275" b="1">
                <a:solidFill>
                  <a:srgbClr val="246BCE"/>
                </a:solidFill>
                <a:latin typeface="Arial"/>
                <a:ea typeface="Arial"/>
                <a:cs typeface="Arial"/>
              </a:defRPr>
            </a:lvl6pPr>
            <a:lvl7pPr algn="r">
              <a:defRPr sz="1275" b="1">
                <a:solidFill>
                  <a:srgbClr val="246BCE"/>
                </a:solidFill>
                <a:latin typeface="Arial"/>
                <a:ea typeface="Arial"/>
                <a:cs typeface="Arial"/>
              </a:defRPr>
            </a:lvl7pPr>
            <a:lvl8pPr algn="r">
              <a:defRPr sz="1275" b="1">
                <a:solidFill>
                  <a:srgbClr val="246BCE"/>
                </a:solidFill>
                <a:latin typeface="Arial"/>
                <a:ea typeface="Arial"/>
                <a:cs typeface="Arial"/>
              </a:defRPr>
            </a:lvl8pPr>
            <a:lvl9pPr algn="r">
              <a:defRPr sz="1275" b="1">
                <a:solidFill>
                  <a:srgbClr val="246BCE"/>
                </a:solidFill>
                <a:latin typeface="Arial"/>
                <a:ea typeface="Arial"/>
                <a:cs typeface="Arial"/>
              </a:defRPr>
            </a:lvl9pPr>
          </a:lstStyle>
          <a:p xmlns:a="http://schemas.openxmlformats.org/drawingml/2006/main">
            <a:pPr algn="r">
              <a:defRPr sz="1275" b="1">
                <a:solidFill>
                  <a:srgbClr val="246BCE"/>
                </a:solidFill>
                <a:latin typeface="Arial"/>
                <a:ea typeface="Arial"/>
                <a:cs typeface="Arial"/>
              </a:defRPr>
            </a:pPr>
            <a:r>
              <a:rPr sz="1275" b="1">
                <a:solidFill>
                  <a:srgbClr val="246BCE"/>
                </a:solidFill>
                <a:latin typeface="Arial"/>
                <a:ea typeface="Arial"/>
                <a:cs typeface="Arial"/>
              </a:rPr>
              <a:t>05</a:t>
            </a:r>
          </a:p>
        </p:txBody>
      </p:sp>
    </p:spTree>
    <p:extLst>
      <p:ext uri="{BB962C8B-B14F-4D97-AF65-F5344CB8AC3E}">
        <p14:creationId xmlns:p14="http://schemas.microsoft.com/office/powerpoint/2010/main" val="1873989190"/>
      </p:ext>
    </p:extLst>
  </p:cSld>
</p:sld>
</file>

<file path=ppt/slides/slide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42" name="diagram-77">
            <a:extLst xmlns:a="http://schemas.openxmlformats.org/drawingml/2006/main">
              <a:ext uri="{FF2B5EF4-FFF2-40B4-BE49-F238E27FC236}">
                <a16:creationId xmlns:a16="http://schemas.microsoft.com/office/drawing/2014/main" id="{F8D60DD8-F27B-49D5-A40F-892F0A530703}"/>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02A43"/>
                </a:solidFill>
                <a:latin typeface="Arial"/>
                <a:ea typeface="Arial"/>
                <a:cs typeface="Arial"/>
              </a:defRPr>
            </a:defPPr>
            <a:lvl1pPr algn="l">
              <a:defRPr sz="3150" b="1">
                <a:solidFill>
                  <a:srgbClr val="102A43"/>
                </a:solidFill>
                <a:latin typeface="Arial"/>
                <a:ea typeface="Arial"/>
                <a:cs typeface="Arial"/>
              </a:defRPr>
            </a:lvl1pPr>
            <a:lvl2pPr algn="l">
              <a:defRPr sz="3150" b="1">
                <a:solidFill>
                  <a:srgbClr val="102A43"/>
                </a:solidFill>
                <a:latin typeface="Arial"/>
                <a:ea typeface="Arial"/>
                <a:cs typeface="Arial"/>
              </a:defRPr>
            </a:lvl2pPr>
            <a:lvl3pPr algn="l">
              <a:defRPr sz="3150" b="1">
                <a:solidFill>
                  <a:srgbClr val="102A43"/>
                </a:solidFill>
                <a:latin typeface="Arial"/>
                <a:ea typeface="Arial"/>
                <a:cs typeface="Arial"/>
              </a:defRPr>
            </a:lvl3pPr>
            <a:lvl4pPr algn="l">
              <a:defRPr sz="3150" b="1">
                <a:solidFill>
                  <a:srgbClr val="102A43"/>
                </a:solidFill>
                <a:latin typeface="Arial"/>
                <a:ea typeface="Arial"/>
                <a:cs typeface="Arial"/>
              </a:defRPr>
            </a:lvl4pPr>
            <a:lvl5pPr algn="l">
              <a:defRPr sz="3150" b="1">
                <a:solidFill>
                  <a:srgbClr val="102A43"/>
                </a:solidFill>
                <a:latin typeface="Arial"/>
                <a:ea typeface="Arial"/>
                <a:cs typeface="Arial"/>
              </a:defRPr>
            </a:lvl5pPr>
            <a:lvl6pPr algn="l">
              <a:defRPr sz="3150" b="1">
                <a:solidFill>
                  <a:srgbClr val="102A43"/>
                </a:solidFill>
                <a:latin typeface="Arial"/>
                <a:ea typeface="Arial"/>
                <a:cs typeface="Arial"/>
              </a:defRPr>
            </a:lvl6pPr>
            <a:lvl7pPr algn="l">
              <a:defRPr sz="3150" b="1">
                <a:solidFill>
                  <a:srgbClr val="102A43"/>
                </a:solidFill>
                <a:latin typeface="Arial"/>
                <a:ea typeface="Arial"/>
                <a:cs typeface="Arial"/>
              </a:defRPr>
            </a:lvl7pPr>
            <a:lvl8pPr algn="l">
              <a:defRPr sz="3150" b="1">
                <a:solidFill>
                  <a:srgbClr val="102A43"/>
                </a:solidFill>
                <a:latin typeface="Arial"/>
                <a:ea typeface="Arial"/>
                <a:cs typeface="Arial"/>
              </a:defRPr>
            </a:lvl8pPr>
            <a:lvl9pPr algn="l">
              <a:defRPr sz="3150" b="1">
                <a:solidFill>
                  <a:srgbClr val="102A43"/>
                </a:solidFill>
                <a:latin typeface="Arial"/>
                <a:ea typeface="Arial"/>
                <a:cs typeface="Arial"/>
              </a:defRPr>
            </a:lvl9pPr>
          </a:lstStyle>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Prototype: hướng dẫn theo tiến độ</a:t>
            </a:r>
          </a:p>
        </p:txBody>
      </p:sp>
      <p:sp>
        <p:nvSpPr>
          <p:cNvPr id="2" name="diagram-78">
            <a:extLst xmlns:a="http://schemas.openxmlformats.org/drawingml/2006/main">
              <a:ext uri="{FF2B5EF4-FFF2-40B4-BE49-F238E27FC236}">
                <a16:creationId xmlns:a16="http://schemas.microsoft.com/office/drawing/2014/main" id="{4081E5AF-8772-490B-8CD0-CF0958981868}"/>
              </a:ext>
            </a:extLst>
          </p:cNvPr>
          <p:cNvSpPr>
            <a:spLocks xmlns:a="http://schemas.openxmlformats.org/drawingml/2006/main" noGrp="1"/>
          </p:cNvSpPr>
          <p:nvPr/>
        </p:nvSpPr>
        <p:spPr>
          <a:xfrm xmlns:a="http://schemas.openxmlformats.org/drawingml/2006/main">
            <a:off x="571500" y="114300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defRPr sz="1725" b="0">
                <a:solidFill>
                  <a:srgbClr val="526773"/>
                </a:solidFill>
                <a:latin typeface="Arial"/>
                <a:ea typeface="Arial"/>
                <a:cs typeface="Arial"/>
              </a:defRPr>
            </a:lvl1pPr>
            <a:lvl2pPr algn="l">
              <a:defRPr sz="1725" b="0">
                <a:solidFill>
                  <a:srgbClr val="526773"/>
                </a:solidFill>
                <a:latin typeface="Arial"/>
                <a:ea typeface="Arial"/>
                <a:cs typeface="Arial"/>
              </a:defRPr>
            </a:lvl2pPr>
            <a:lvl3pPr algn="l">
              <a:defRPr sz="1725" b="0">
                <a:solidFill>
                  <a:srgbClr val="526773"/>
                </a:solidFill>
                <a:latin typeface="Arial"/>
                <a:ea typeface="Arial"/>
                <a:cs typeface="Arial"/>
              </a:defRPr>
            </a:lvl3pPr>
            <a:lvl4pPr algn="l">
              <a:defRPr sz="1725" b="0">
                <a:solidFill>
                  <a:srgbClr val="526773"/>
                </a:solidFill>
                <a:latin typeface="Arial"/>
                <a:ea typeface="Arial"/>
                <a:cs typeface="Arial"/>
              </a:defRPr>
            </a:lvl4pPr>
            <a:lvl5pPr algn="l">
              <a:defRPr sz="1725" b="0">
                <a:solidFill>
                  <a:srgbClr val="526773"/>
                </a:solidFill>
                <a:latin typeface="Arial"/>
                <a:ea typeface="Arial"/>
                <a:cs typeface="Arial"/>
              </a:defRPr>
            </a:lvl5pPr>
            <a:lvl6pPr algn="l">
              <a:defRPr sz="1725" b="0">
                <a:solidFill>
                  <a:srgbClr val="526773"/>
                </a:solidFill>
                <a:latin typeface="Arial"/>
                <a:ea typeface="Arial"/>
                <a:cs typeface="Arial"/>
              </a:defRPr>
            </a:lvl6pPr>
            <a:lvl7pPr algn="l">
              <a:defRPr sz="1725" b="0">
                <a:solidFill>
                  <a:srgbClr val="526773"/>
                </a:solidFill>
                <a:latin typeface="Arial"/>
                <a:ea typeface="Arial"/>
                <a:cs typeface="Arial"/>
              </a:defRPr>
            </a:lvl7pPr>
            <a:lvl8pPr algn="l">
              <a:defRPr sz="1725" b="0">
                <a:solidFill>
                  <a:srgbClr val="526773"/>
                </a:solidFill>
                <a:latin typeface="Arial"/>
                <a:ea typeface="Arial"/>
                <a:cs typeface="Arial"/>
              </a:defRPr>
            </a:lvl8pPr>
            <a:lvl9pPr algn="l">
              <a:defRPr sz="1725" b="0">
                <a:solidFill>
                  <a:srgbClr val="526773"/>
                </a:solidFill>
                <a:latin typeface="Arial"/>
                <a:ea typeface="Arial"/>
                <a:cs typeface="Arial"/>
              </a:defRPr>
            </a:lvl9pPr>
          </a:lstStyle>
          <a:p xmlns:a="http://schemas.openxmlformats.org/drawingml/2006/main">
            <a:pPr algn="l">
              <a:defRPr sz="1725" b="0">
                <a:solidFill>
                  <a:srgbClr val="526773"/>
                </a:solidFill>
                <a:latin typeface="Arial"/>
                <a:ea typeface="Arial"/>
                <a:cs typeface="Arial"/>
              </a:defRPr>
            </a:pPr>
            <a:r>
              <a:rPr sz="1725" b="0">
                <a:solidFill>
                  <a:srgbClr val="526773"/>
                </a:solidFill>
                <a:latin typeface="Arial"/>
                <a:ea typeface="Arial"/>
                <a:cs typeface="Arial"/>
              </a:rPr>
              <a:t>Dữ kiện xác nhận quyết định điều kiện chuyển bước; AI diễn đạt thông tin hành chính</a:t>
            </a:r>
          </a:p>
        </p:txBody>
      </p:sp>
      <p:pic>
        <p:nvPicPr>
          <p:cNvPr id="3" name="">
            <a:extLst xmlns:a="http://schemas.openxmlformats.org/drawingml/2006/main">
              <a:ext uri="{FF2B5EF4-FFF2-40B4-BE49-F238E27FC236}">
                <a16:creationId xmlns:a16="http://schemas.microsoft.com/office/drawing/2014/main" id="{5B594329-C842-4186-9C02-4F9AEF734447}"/>
              </a:ext>
            </a:extLst>
          </p:cNvPr>
          <p:cNvPicPr>
            <a:picLocks xmlns:a="http://schemas.openxmlformats.org/drawingml/2006/main" noChangeAspect="1"/>
          </p:cNvPicPr>
          <p:nvPr/>
        </p:nvPicPr>
        <p:blipFill>
          <a:blip xmlns:r="http://schemas.openxmlformats.org/officeDocument/2006/relationships" xmlns:a="http://schemas.openxmlformats.org/drawingml/2006/main" r:embed="Rf6b154eff1554c29">
            <a:extLst>
              <a:ext uri="{96DAC541-7B7A-43D3-8B79-37D633B846F1}">
                <asvg:svgBlip xmlns:asvg="http://schemas.microsoft.com/office/drawing/2016/SVG/main" r:embed="Rb6c02563c93140c2"/>
              </a:ext>
            </a:extLst>
          </a:blip>
          <a:stretch xmlns:a="http://schemas.openxmlformats.org/drawingml/2006/main"/>
        </p:blipFill>
        <p:spPr>
          <a:xfrm xmlns:a="http://schemas.openxmlformats.org/drawingml/2006/main">
            <a:off x="1171575" y="1676400"/>
            <a:ext cx="323850" cy="3238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5BF1606B-6FD6-45CC-892B-E174C57390C6}"/>
              </a:ext>
            </a:extLst>
          </p:cNvPr>
          <p:cNvPicPr>
            <a:picLocks xmlns:a="http://schemas.openxmlformats.org/drawingml/2006/main" noChangeAspect="1"/>
          </p:cNvPicPr>
          <p:nvPr/>
        </p:nvPicPr>
        <p:blipFill>
          <a:blip xmlns:r="http://schemas.openxmlformats.org/officeDocument/2006/relationships" xmlns:a="http://schemas.openxmlformats.org/drawingml/2006/main" r:embed="Rca42132289f74555">
            <a:extLst>
              <a:ext uri="{96DAC541-7B7A-43D3-8B79-37D633B846F1}">
                <asvg:svgBlip xmlns:asvg="http://schemas.microsoft.com/office/drawing/2016/SVG/main" r:embed="Rf5e1b862caba4b2c"/>
              </a:ext>
            </a:extLst>
          </a:blip>
          <a:stretch xmlns:a="http://schemas.openxmlformats.org/drawingml/2006/main"/>
        </p:blipFill>
        <p:spPr>
          <a:xfrm xmlns:a="http://schemas.openxmlformats.org/drawingml/2006/main">
            <a:off x="3076575" y="1676400"/>
            <a:ext cx="323850" cy="3238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BA02BE48-B41C-4602-A9A1-DB4D68D25E32}"/>
              </a:ext>
            </a:extLst>
          </p:cNvPr>
          <p:cNvPicPr>
            <a:picLocks xmlns:a="http://schemas.openxmlformats.org/drawingml/2006/main" noChangeAspect="1"/>
          </p:cNvPicPr>
          <p:nvPr/>
        </p:nvPicPr>
        <p:blipFill>
          <a:blip xmlns:r="http://schemas.openxmlformats.org/officeDocument/2006/relationships" xmlns:a="http://schemas.openxmlformats.org/drawingml/2006/main" r:embed="Reb2ed91e22cc44d5">
            <a:extLst>
              <a:ext uri="{96DAC541-7B7A-43D3-8B79-37D633B846F1}">
                <asvg:svgBlip xmlns:asvg="http://schemas.microsoft.com/office/drawing/2016/SVG/main" r:embed="Recee0337dfa64804"/>
              </a:ext>
            </a:extLst>
          </a:blip>
          <a:stretch xmlns:a="http://schemas.openxmlformats.org/drawingml/2006/main"/>
        </p:blipFill>
        <p:spPr>
          <a:xfrm xmlns:a="http://schemas.openxmlformats.org/drawingml/2006/main">
            <a:off x="4981575" y="1676400"/>
            <a:ext cx="323850" cy="3238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0EEA5856-B37F-47C5-ACEE-6E9642DE9C66}"/>
              </a:ext>
            </a:extLst>
          </p:cNvPr>
          <p:cNvPicPr>
            <a:picLocks xmlns:a="http://schemas.openxmlformats.org/drawingml/2006/main" noChangeAspect="1"/>
          </p:cNvPicPr>
          <p:nvPr/>
        </p:nvPicPr>
        <p:blipFill>
          <a:blip xmlns:r="http://schemas.openxmlformats.org/officeDocument/2006/relationships" xmlns:a="http://schemas.openxmlformats.org/drawingml/2006/main" r:embed="Rff56020339134359">
            <a:extLst>
              <a:ext uri="{96DAC541-7B7A-43D3-8B79-37D633B846F1}">
                <asvg:svgBlip xmlns:asvg="http://schemas.microsoft.com/office/drawing/2016/SVG/main" r:embed="Rbfe86dc1c2f1404a"/>
              </a:ext>
            </a:extLst>
          </a:blip>
          <a:stretch xmlns:a="http://schemas.openxmlformats.org/drawingml/2006/main"/>
        </p:blipFill>
        <p:spPr>
          <a:xfrm xmlns:a="http://schemas.openxmlformats.org/drawingml/2006/main">
            <a:off x="6886575" y="1676400"/>
            <a:ext cx="323850" cy="3238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02A93937-32AA-43BA-A6E3-7EFDA1F6414C}"/>
              </a:ext>
            </a:extLst>
          </p:cNvPr>
          <p:cNvPicPr>
            <a:picLocks xmlns:a="http://schemas.openxmlformats.org/drawingml/2006/main" noChangeAspect="1"/>
          </p:cNvPicPr>
          <p:nvPr/>
        </p:nvPicPr>
        <p:blipFill>
          <a:blip xmlns:r="http://schemas.openxmlformats.org/officeDocument/2006/relationships" xmlns:a="http://schemas.openxmlformats.org/drawingml/2006/main" r:embed="Rdbdec251f1034164">
            <a:extLst>
              <a:ext uri="{96DAC541-7B7A-43D3-8B79-37D633B846F1}">
                <asvg:svgBlip xmlns:asvg="http://schemas.microsoft.com/office/drawing/2016/SVG/main" r:embed="R4524ce3c84c74898"/>
              </a:ext>
            </a:extLst>
          </a:blip>
          <a:stretch xmlns:a="http://schemas.openxmlformats.org/drawingml/2006/main"/>
        </p:blipFill>
        <p:spPr>
          <a:xfrm xmlns:a="http://schemas.openxmlformats.org/drawingml/2006/main">
            <a:off x="8791575" y="1676400"/>
            <a:ext cx="323850" cy="3238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AA66AF9D-9B02-428D-8A09-5E3957A31074}"/>
              </a:ext>
            </a:extLst>
          </p:cNvPr>
          <p:cNvPicPr>
            <a:picLocks xmlns:a="http://schemas.openxmlformats.org/drawingml/2006/main" noChangeAspect="1"/>
          </p:cNvPicPr>
          <p:nvPr/>
        </p:nvPicPr>
        <p:blipFill>
          <a:blip xmlns:r="http://schemas.openxmlformats.org/officeDocument/2006/relationships" xmlns:a="http://schemas.openxmlformats.org/drawingml/2006/main" r:embed="R3cf4c20b50af49e0">
            <a:extLst>
              <a:ext uri="{96DAC541-7B7A-43D3-8B79-37D633B846F1}">
                <asvg:svgBlip xmlns:asvg="http://schemas.microsoft.com/office/drawing/2016/SVG/main" r:embed="Rf7beb5db28004e25"/>
              </a:ext>
            </a:extLst>
          </a:blip>
          <a:stretch xmlns:a="http://schemas.openxmlformats.org/drawingml/2006/main"/>
        </p:blipFill>
        <p:spPr>
          <a:xfrm xmlns:a="http://schemas.openxmlformats.org/drawingml/2006/main">
            <a:off x="10696575" y="1676400"/>
            <a:ext cx="323850" cy="323850"/>
          </a:xfrm>
          <a:prstGeom xmlns:a="http://schemas.openxmlformats.org/drawingml/2006/main" prst="rect">
            <a:avLst/>
          </a:prstGeom>
        </p:spPr>
      </p:pic>
      <p:sp>
        <p:nvSpPr>
          <p:cNvPr id="9" name="diagram-79">
            <a:extLst xmlns:a="http://schemas.openxmlformats.org/drawingml/2006/main">
              <a:ext uri="{FF2B5EF4-FFF2-40B4-BE49-F238E27FC236}">
                <a16:creationId xmlns:a16="http://schemas.microsoft.com/office/drawing/2014/main" id="{BC9A91D6-0850-4B8C-81C9-A64EE34B866A}"/>
              </a:ext>
            </a:extLst>
          </p:cNvPr>
          <p:cNvSpPr>
            <a:spLocks xmlns:a="http://schemas.openxmlformats.org/drawingml/2006/main" noGrp="1"/>
          </p:cNvSpPr>
          <p:nvPr/>
        </p:nvSpPr>
        <p:spPr>
          <a:xfrm xmlns:a="http://schemas.openxmlformats.org/drawingml/2006/main">
            <a:off x="571500" y="2095500"/>
            <a:ext cx="1524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9050">
            <a:solidFill>
              <a:srgbClr val="246BCE"/>
            </a:solidFill>
            <a:prstDash val="solid"/>
          </a:ln>
        </p:spPr>
      </p:sp>
      <p:sp>
        <p:nvSpPr>
          <p:cNvPr id="10" name="diagram-80">
            <a:extLst xmlns:a="http://schemas.openxmlformats.org/drawingml/2006/main">
              <a:ext uri="{FF2B5EF4-FFF2-40B4-BE49-F238E27FC236}">
                <a16:creationId xmlns:a16="http://schemas.microsoft.com/office/drawing/2014/main" id="{CFC9731D-4E77-452E-9F3E-820CD182EDA8}"/>
              </a:ext>
            </a:extLst>
          </p:cNvPr>
          <p:cNvSpPr>
            <a:spLocks xmlns:a="http://schemas.openxmlformats.org/drawingml/2006/main" noGrp="1"/>
          </p:cNvSpPr>
          <p:nvPr/>
        </p:nvSpPr>
        <p:spPr>
          <a:xfrm xmlns:a="http://schemas.openxmlformats.org/drawingml/2006/main">
            <a:off x="666750" y="2143125"/>
            <a:ext cx="133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02A43"/>
                </a:solidFill>
                <a:latin typeface="Arial"/>
                <a:ea typeface="Arial"/>
                <a:cs typeface="Arial"/>
              </a:defRPr>
            </a:defPPr>
            <a:lvl1pPr algn="ctr">
              <a:defRPr sz="1725" b="1">
                <a:solidFill>
                  <a:srgbClr val="102A43"/>
                </a:solidFill>
                <a:latin typeface="Arial"/>
                <a:ea typeface="Arial"/>
                <a:cs typeface="Arial"/>
              </a:defRPr>
            </a:lvl1pPr>
            <a:lvl2pPr algn="ctr">
              <a:defRPr sz="1725" b="1">
                <a:solidFill>
                  <a:srgbClr val="102A43"/>
                </a:solidFill>
                <a:latin typeface="Arial"/>
                <a:ea typeface="Arial"/>
                <a:cs typeface="Arial"/>
              </a:defRPr>
            </a:lvl2pPr>
            <a:lvl3pPr algn="ctr">
              <a:defRPr sz="1725" b="1">
                <a:solidFill>
                  <a:srgbClr val="102A43"/>
                </a:solidFill>
                <a:latin typeface="Arial"/>
                <a:ea typeface="Arial"/>
                <a:cs typeface="Arial"/>
              </a:defRPr>
            </a:lvl3pPr>
            <a:lvl4pPr algn="ctr">
              <a:defRPr sz="1725" b="1">
                <a:solidFill>
                  <a:srgbClr val="102A43"/>
                </a:solidFill>
                <a:latin typeface="Arial"/>
                <a:ea typeface="Arial"/>
                <a:cs typeface="Arial"/>
              </a:defRPr>
            </a:lvl4pPr>
            <a:lvl5pPr algn="ctr">
              <a:defRPr sz="1725" b="1">
                <a:solidFill>
                  <a:srgbClr val="102A43"/>
                </a:solidFill>
                <a:latin typeface="Arial"/>
                <a:ea typeface="Arial"/>
                <a:cs typeface="Arial"/>
              </a:defRPr>
            </a:lvl5pPr>
            <a:lvl6pPr algn="ctr">
              <a:defRPr sz="1725" b="1">
                <a:solidFill>
                  <a:srgbClr val="102A43"/>
                </a:solidFill>
                <a:latin typeface="Arial"/>
                <a:ea typeface="Arial"/>
                <a:cs typeface="Arial"/>
              </a:defRPr>
            </a:lvl6pPr>
            <a:lvl7pPr algn="ctr">
              <a:defRPr sz="1725" b="1">
                <a:solidFill>
                  <a:srgbClr val="102A43"/>
                </a:solidFill>
                <a:latin typeface="Arial"/>
                <a:ea typeface="Arial"/>
                <a:cs typeface="Arial"/>
              </a:defRPr>
            </a:lvl7pPr>
            <a:lvl8pPr algn="ctr">
              <a:defRPr sz="1725" b="1">
                <a:solidFill>
                  <a:srgbClr val="102A43"/>
                </a:solidFill>
                <a:latin typeface="Arial"/>
                <a:ea typeface="Arial"/>
                <a:cs typeface="Arial"/>
              </a:defRPr>
            </a:lvl8pPr>
            <a:lvl9pPr algn="ctr">
              <a:defRPr sz="1725" b="1">
                <a:solidFill>
                  <a:srgbClr val="102A43"/>
                </a:solidFill>
                <a:latin typeface="Arial"/>
                <a:ea typeface="Arial"/>
                <a:cs typeface="Arial"/>
              </a:defRPr>
            </a:lvl9pPr>
          </a:lstStyle>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Khám đầu</a:t>
            </a:r>
          </a:p>
        </p:txBody>
      </p:sp>
      <p:sp>
        <p:nvSpPr>
          <p:cNvPr id="11" name="diagram-81">
            <a:extLst xmlns:a="http://schemas.openxmlformats.org/drawingml/2006/main">
              <a:ext uri="{FF2B5EF4-FFF2-40B4-BE49-F238E27FC236}">
                <a16:creationId xmlns:a16="http://schemas.microsoft.com/office/drawing/2014/main" id="{4F931218-BFB5-40AA-8957-C850C235A63C}"/>
              </a:ext>
            </a:extLst>
          </p:cNvPr>
          <p:cNvSpPr>
            <a:spLocks xmlns:a="http://schemas.openxmlformats.org/drawingml/2006/main" noGrp="1"/>
          </p:cNvSpPr>
          <p:nvPr/>
        </p:nvSpPr>
        <p:spPr>
          <a:xfrm xmlns:a="http://schemas.openxmlformats.org/drawingml/2006/main">
            <a:off x="2143125" y="2409825"/>
            <a:ext cx="285750" cy="152400"/>
          </a:xfrm>
          <a:prstGeom xmlns:a="http://schemas.openxmlformats.org/drawingml/2006/main" prst="rightArrow">
            <a:avLst/>
          </a:prstGeom>
          <a:solidFill xmlns:a="http://schemas.openxmlformats.org/drawingml/2006/main">
            <a:srgbClr val="246BCE"/>
          </a:solidFill>
          <a:ln xmlns:a="http://schemas.openxmlformats.org/drawingml/2006/main" w="0">
            <a:noFill/>
            <a:prstDash val="solid"/>
          </a:ln>
        </p:spPr>
      </p:sp>
      <p:sp>
        <p:nvSpPr>
          <p:cNvPr id="12" name="diagram-82">
            <a:extLst xmlns:a="http://schemas.openxmlformats.org/drawingml/2006/main">
              <a:ext uri="{FF2B5EF4-FFF2-40B4-BE49-F238E27FC236}">
                <a16:creationId xmlns:a16="http://schemas.microsoft.com/office/drawing/2014/main" id="{491A50A0-D860-448F-849F-1440929FA716}"/>
              </a:ext>
            </a:extLst>
          </p:cNvPr>
          <p:cNvSpPr>
            <a:spLocks xmlns:a="http://schemas.openxmlformats.org/drawingml/2006/main" noGrp="1"/>
          </p:cNvSpPr>
          <p:nvPr/>
        </p:nvSpPr>
        <p:spPr>
          <a:xfrm xmlns:a="http://schemas.openxmlformats.org/drawingml/2006/main">
            <a:off x="2476500" y="2095500"/>
            <a:ext cx="1524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9050">
            <a:solidFill>
              <a:srgbClr val="246BCE"/>
            </a:solidFill>
            <a:prstDash val="solid"/>
          </a:ln>
        </p:spPr>
      </p:sp>
      <p:sp>
        <p:nvSpPr>
          <p:cNvPr id="13" name="diagram-83">
            <a:extLst xmlns:a="http://schemas.openxmlformats.org/drawingml/2006/main">
              <a:ext uri="{FF2B5EF4-FFF2-40B4-BE49-F238E27FC236}">
                <a16:creationId xmlns:a16="http://schemas.microsoft.com/office/drawing/2014/main" id="{54094D72-504E-4E40-949E-1932BCA6FE1E}"/>
              </a:ext>
            </a:extLst>
          </p:cNvPr>
          <p:cNvSpPr>
            <a:spLocks xmlns:a="http://schemas.openxmlformats.org/drawingml/2006/main" noGrp="1"/>
          </p:cNvSpPr>
          <p:nvPr/>
        </p:nvSpPr>
        <p:spPr>
          <a:xfrm xmlns:a="http://schemas.openxmlformats.org/drawingml/2006/main">
            <a:off x="2571750" y="2143125"/>
            <a:ext cx="133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02A43"/>
                </a:solidFill>
                <a:latin typeface="Arial"/>
                <a:ea typeface="Arial"/>
                <a:cs typeface="Arial"/>
              </a:defRPr>
            </a:defPPr>
            <a:lvl1pPr algn="ctr">
              <a:defRPr sz="1725" b="1">
                <a:solidFill>
                  <a:srgbClr val="102A43"/>
                </a:solidFill>
                <a:latin typeface="Arial"/>
                <a:ea typeface="Arial"/>
                <a:cs typeface="Arial"/>
              </a:defRPr>
            </a:lvl1pPr>
            <a:lvl2pPr algn="ctr">
              <a:defRPr sz="1725" b="1">
                <a:solidFill>
                  <a:srgbClr val="102A43"/>
                </a:solidFill>
                <a:latin typeface="Arial"/>
                <a:ea typeface="Arial"/>
                <a:cs typeface="Arial"/>
              </a:defRPr>
            </a:lvl2pPr>
            <a:lvl3pPr algn="ctr">
              <a:defRPr sz="1725" b="1">
                <a:solidFill>
                  <a:srgbClr val="102A43"/>
                </a:solidFill>
                <a:latin typeface="Arial"/>
                <a:ea typeface="Arial"/>
                <a:cs typeface="Arial"/>
              </a:defRPr>
            </a:lvl3pPr>
            <a:lvl4pPr algn="ctr">
              <a:defRPr sz="1725" b="1">
                <a:solidFill>
                  <a:srgbClr val="102A43"/>
                </a:solidFill>
                <a:latin typeface="Arial"/>
                <a:ea typeface="Arial"/>
                <a:cs typeface="Arial"/>
              </a:defRPr>
            </a:lvl4pPr>
            <a:lvl5pPr algn="ctr">
              <a:defRPr sz="1725" b="1">
                <a:solidFill>
                  <a:srgbClr val="102A43"/>
                </a:solidFill>
                <a:latin typeface="Arial"/>
                <a:ea typeface="Arial"/>
                <a:cs typeface="Arial"/>
              </a:defRPr>
            </a:lvl5pPr>
            <a:lvl6pPr algn="ctr">
              <a:defRPr sz="1725" b="1">
                <a:solidFill>
                  <a:srgbClr val="102A43"/>
                </a:solidFill>
                <a:latin typeface="Arial"/>
                <a:ea typeface="Arial"/>
                <a:cs typeface="Arial"/>
              </a:defRPr>
            </a:lvl6pPr>
            <a:lvl7pPr algn="ctr">
              <a:defRPr sz="1725" b="1">
                <a:solidFill>
                  <a:srgbClr val="102A43"/>
                </a:solidFill>
                <a:latin typeface="Arial"/>
                <a:ea typeface="Arial"/>
                <a:cs typeface="Arial"/>
              </a:defRPr>
            </a:lvl7pPr>
            <a:lvl8pPr algn="ctr">
              <a:defRPr sz="1725" b="1">
                <a:solidFill>
                  <a:srgbClr val="102A43"/>
                </a:solidFill>
                <a:latin typeface="Arial"/>
                <a:ea typeface="Arial"/>
                <a:cs typeface="Arial"/>
              </a:defRPr>
            </a:lvl8pPr>
            <a:lvl9pPr algn="ctr">
              <a:defRPr sz="1725" b="1">
                <a:solidFill>
                  <a:srgbClr val="102A43"/>
                </a:solidFill>
                <a:latin typeface="Arial"/>
                <a:ea typeface="Arial"/>
                <a:cs typeface="Arial"/>
              </a:defRPr>
            </a:lvl9pPr>
          </a:lstStyle>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Làm</a:t>
            </a:r>
          </a:p>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dịch vụ</a:t>
            </a:r>
          </a:p>
        </p:txBody>
      </p:sp>
      <p:sp>
        <p:nvSpPr>
          <p:cNvPr id="14" name="diagram-84">
            <a:extLst xmlns:a="http://schemas.openxmlformats.org/drawingml/2006/main">
              <a:ext uri="{FF2B5EF4-FFF2-40B4-BE49-F238E27FC236}">
                <a16:creationId xmlns:a16="http://schemas.microsoft.com/office/drawing/2014/main" id="{3DFAFAFC-BA8D-48D7-99C8-168EE6819D12}"/>
              </a:ext>
            </a:extLst>
          </p:cNvPr>
          <p:cNvSpPr>
            <a:spLocks xmlns:a="http://schemas.openxmlformats.org/drawingml/2006/main" noGrp="1"/>
          </p:cNvSpPr>
          <p:nvPr/>
        </p:nvSpPr>
        <p:spPr>
          <a:xfrm xmlns:a="http://schemas.openxmlformats.org/drawingml/2006/main">
            <a:off x="4048125" y="2409825"/>
            <a:ext cx="285750" cy="152400"/>
          </a:xfrm>
          <a:prstGeom xmlns:a="http://schemas.openxmlformats.org/drawingml/2006/main" prst="rightArrow">
            <a:avLst/>
          </a:prstGeom>
          <a:solidFill xmlns:a="http://schemas.openxmlformats.org/drawingml/2006/main">
            <a:srgbClr val="246BCE"/>
          </a:solidFill>
          <a:ln xmlns:a="http://schemas.openxmlformats.org/drawingml/2006/main" w="0">
            <a:noFill/>
            <a:prstDash val="solid"/>
          </a:ln>
        </p:spPr>
      </p:sp>
      <p:sp>
        <p:nvSpPr>
          <p:cNvPr id="15" name="diagram-85">
            <a:extLst xmlns:a="http://schemas.openxmlformats.org/drawingml/2006/main">
              <a:ext uri="{FF2B5EF4-FFF2-40B4-BE49-F238E27FC236}">
                <a16:creationId xmlns:a16="http://schemas.microsoft.com/office/drawing/2014/main" id="{D76D2CC0-D6E4-4FC1-B705-AF2E1B0F2ABD}"/>
              </a:ext>
            </a:extLst>
          </p:cNvPr>
          <p:cNvSpPr>
            <a:spLocks xmlns:a="http://schemas.openxmlformats.org/drawingml/2006/main" noGrp="1"/>
          </p:cNvSpPr>
          <p:nvPr/>
        </p:nvSpPr>
        <p:spPr>
          <a:xfrm xmlns:a="http://schemas.openxmlformats.org/drawingml/2006/main">
            <a:off x="4381500" y="2095500"/>
            <a:ext cx="1524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9050">
            <a:solidFill>
              <a:srgbClr val="246BCE"/>
            </a:solidFill>
            <a:prstDash val="solid"/>
          </a:ln>
        </p:spPr>
      </p:sp>
      <p:sp>
        <p:nvSpPr>
          <p:cNvPr id="16" name="diagram-86">
            <a:extLst xmlns:a="http://schemas.openxmlformats.org/drawingml/2006/main">
              <a:ext uri="{FF2B5EF4-FFF2-40B4-BE49-F238E27FC236}">
                <a16:creationId xmlns:a16="http://schemas.microsoft.com/office/drawing/2014/main" id="{6CDBEBB1-C7A1-41BE-BDDA-6D3E2CE97238}"/>
              </a:ext>
            </a:extLst>
          </p:cNvPr>
          <p:cNvSpPr>
            <a:spLocks xmlns:a="http://schemas.openxmlformats.org/drawingml/2006/main" noGrp="1"/>
          </p:cNvSpPr>
          <p:nvPr/>
        </p:nvSpPr>
        <p:spPr>
          <a:xfrm xmlns:a="http://schemas.openxmlformats.org/drawingml/2006/main">
            <a:off x="4476750" y="2143125"/>
            <a:ext cx="133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02A43"/>
                </a:solidFill>
                <a:latin typeface="Arial"/>
                <a:ea typeface="Arial"/>
                <a:cs typeface="Arial"/>
              </a:defRPr>
            </a:defPPr>
            <a:lvl1pPr algn="ctr">
              <a:defRPr sz="1725" b="1">
                <a:solidFill>
                  <a:srgbClr val="102A43"/>
                </a:solidFill>
                <a:latin typeface="Arial"/>
                <a:ea typeface="Arial"/>
                <a:cs typeface="Arial"/>
              </a:defRPr>
            </a:lvl1pPr>
            <a:lvl2pPr algn="ctr">
              <a:defRPr sz="1725" b="1">
                <a:solidFill>
                  <a:srgbClr val="102A43"/>
                </a:solidFill>
                <a:latin typeface="Arial"/>
                <a:ea typeface="Arial"/>
                <a:cs typeface="Arial"/>
              </a:defRPr>
            </a:lvl2pPr>
            <a:lvl3pPr algn="ctr">
              <a:defRPr sz="1725" b="1">
                <a:solidFill>
                  <a:srgbClr val="102A43"/>
                </a:solidFill>
                <a:latin typeface="Arial"/>
                <a:ea typeface="Arial"/>
                <a:cs typeface="Arial"/>
              </a:defRPr>
            </a:lvl3pPr>
            <a:lvl4pPr algn="ctr">
              <a:defRPr sz="1725" b="1">
                <a:solidFill>
                  <a:srgbClr val="102A43"/>
                </a:solidFill>
                <a:latin typeface="Arial"/>
                <a:ea typeface="Arial"/>
                <a:cs typeface="Arial"/>
              </a:defRPr>
            </a:lvl4pPr>
            <a:lvl5pPr algn="ctr">
              <a:defRPr sz="1725" b="1">
                <a:solidFill>
                  <a:srgbClr val="102A43"/>
                </a:solidFill>
                <a:latin typeface="Arial"/>
                <a:ea typeface="Arial"/>
                <a:cs typeface="Arial"/>
              </a:defRPr>
            </a:lvl5pPr>
            <a:lvl6pPr algn="ctr">
              <a:defRPr sz="1725" b="1">
                <a:solidFill>
                  <a:srgbClr val="102A43"/>
                </a:solidFill>
                <a:latin typeface="Arial"/>
                <a:ea typeface="Arial"/>
                <a:cs typeface="Arial"/>
              </a:defRPr>
            </a:lvl6pPr>
            <a:lvl7pPr algn="ctr">
              <a:defRPr sz="1725" b="1">
                <a:solidFill>
                  <a:srgbClr val="102A43"/>
                </a:solidFill>
                <a:latin typeface="Arial"/>
                <a:ea typeface="Arial"/>
                <a:cs typeface="Arial"/>
              </a:defRPr>
            </a:lvl7pPr>
            <a:lvl8pPr algn="ctr">
              <a:defRPr sz="1725" b="1">
                <a:solidFill>
                  <a:srgbClr val="102A43"/>
                </a:solidFill>
                <a:latin typeface="Arial"/>
                <a:ea typeface="Arial"/>
                <a:cs typeface="Arial"/>
              </a:defRPr>
            </a:lvl8pPr>
            <a:lvl9pPr algn="ctr">
              <a:defRPr sz="1725" b="1">
                <a:solidFill>
                  <a:srgbClr val="102A43"/>
                </a:solidFill>
                <a:latin typeface="Arial"/>
                <a:ea typeface="Arial"/>
                <a:cs typeface="Arial"/>
              </a:defRPr>
            </a:lvl9pPr>
          </a:lstStyle>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Chờ</a:t>
            </a:r>
          </a:p>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kết quả</a:t>
            </a:r>
          </a:p>
        </p:txBody>
      </p:sp>
      <p:sp>
        <p:nvSpPr>
          <p:cNvPr id="17" name="diagram-87">
            <a:extLst xmlns:a="http://schemas.openxmlformats.org/drawingml/2006/main">
              <a:ext uri="{FF2B5EF4-FFF2-40B4-BE49-F238E27FC236}">
                <a16:creationId xmlns:a16="http://schemas.microsoft.com/office/drawing/2014/main" id="{7EC06D24-D487-437F-815D-CD064BA8DCD1}"/>
              </a:ext>
            </a:extLst>
          </p:cNvPr>
          <p:cNvSpPr>
            <a:spLocks xmlns:a="http://schemas.openxmlformats.org/drawingml/2006/main" noGrp="1"/>
          </p:cNvSpPr>
          <p:nvPr/>
        </p:nvSpPr>
        <p:spPr>
          <a:xfrm xmlns:a="http://schemas.openxmlformats.org/drawingml/2006/main">
            <a:off x="5953125" y="2409825"/>
            <a:ext cx="285750" cy="152400"/>
          </a:xfrm>
          <a:prstGeom xmlns:a="http://schemas.openxmlformats.org/drawingml/2006/main" prst="rightArrow">
            <a:avLst/>
          </a:prstGeom>
          <a:solidFill xmlns:a="http://schemas.openxmlformats.org/drawingml/2006/main">
            <a:srgbClr val="246BCE"/>
          </a:solidFill>
          <a:ln xmlns:a="http://schemas.openxmlformats.org/drawingml/2006/main" w="0">
            <a:noFill/>
            <a:prstDash val="solid"/>
          </a:ln>
        </p:spPr>
      </p:sp>
      <p:sp>
        <p:nvSpPr>
          <p:cNvPr id="18" name="diagram-88">
            <a:extLst xmlns:a="http://schemas.openxmlformats.org/drawingml/2006/main">
              <a:ext uri="{FF2B5EF4-FFF2-40B4-BE49-F238E27FC236}">
                <a16:creationId xmlns:a16="http://schemas.microsoft.com/office/drawing/2014/main" id="{0B0AF2FE-46E0-4AFE-8CAB-53E84616A81B}"/>
              </a:ext>
            </a:extLst>
          </p:cNvPr>
          <p:cNvSpPr>
            <a:spLocks xmlns:a="http://schemas.openxmlformats.org/drawingml/2006/main" noGrp="1"/>
          </p:cNvSpPr>
          <p:nvPr/>
        </p:nvSpPr>
        <p:spPr>
          <a:xfrm xmlns:a="http://schemas.openxmlformats.org/drawingml/2006/main">
            <a:off x="6286500" y="2095500"/>
            <a:ext cx="1524000" cy="781050"/>
          </a:xfrm>
          <a:prstGeom xmlns:a="http://schemas.openxmlformats.org/drawingml/2006/main" prst="roundRect">
            <a:avLst>
              <a:gd name="adj" fmla="val 9756"/>
            </a:avLst>
          </a:prstGeom>
          <a:solidFill xmlns:a="http://schemas.openxmlformats.org/drawingml/2006/main">
            <a:srgbClr val="E5EFFC"/>
          </a:solidFill>
          <a:ln xmlns:a="http://schemas.openxmlformats.org/drawingml/2006/main" w="19050">
            <a:solidFill>
              <a:srgbClr val="246BCE"/>
            </a:solidFill>
            <a:prstDash val="solid"/>
          </a:ln>
        </p:spPr>
      </p:sp>
      <p:sp>
        <p:nvSpPr>
          <p:cNvPr id="19" name="diagram-89">
            <a:extLst xmlns:a="http://schemas.openxmlformats.org/drawingml/2006/main">
              <a:ext uri="{FF2B5EF4-FFF2-40B4-BE49-F238E27FC236}">
                <a16:creationId xmlns:a16="http://schemas.microsoft.com/office/drawing/2014/main" id="{F12445BA-F57B-404B-BB5E-83ABD7B17819}"/>
              </a:ext>
            </a:extLst>
          </p:cNvPr>
          <p:cNvSpPr>
            <a:spLocks xmlns:a="http://schemas.openxmlformats.org/drawingml/2006/main" noGrp="1"/>
          </p:cNvSpPr>
          <p:nvPr/>
        </p:nvSpPr>
        <p:spPr>
          <a:xfrm xmlns:a="http://schemas.openxmlformats.org/drawingml/2006/main">
            <a:off x="6381750" y="2143125"/>
            <a:ext cx="133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02A43"/>
                </a:solidFill>
                <a:latin typeface="Arial"/>
                <a:ea typeface="Arial"/>
                <a:cs typeface="Arial"/>
              </a:defRPr>
            </a:defPPr>
            <a:lvl1pPr algn="ctr">
              <a:defRPr sz="1725" b="1">
                <a:solidFill>
                  <a:srgbClr val="102A43"/>
                </a:solidFill>
                <a:latin typeface="Arial"/>
                <a:ea typeface="Arial"/>
                <a:cs typeface="Arial"/>
              </a:defRPr>
            </a:lvl1pPr>
            <a:lvl2pPr algn="ctr">
              <a:defRPr sz="1725" b="1">
                <a:solidFill>
                  <a:srgbClr val="102A43"/>
                </a:solidFill>
                <a:latin typeface="Arial"/>
                <a:ea typeface="Arial"/>
                <a:cs typeface="Arial"/>
              </a:defRPr>
            </a:lvl2pPr>
            <a:lvl3pPr algn="ctr">
              <a:defRPr sz="1725" b="1">
                <a:solidFill>
                  <a:srgbClr val="102A43"/>
                </a:solidFill>
                <a:latin typeface="Arial"/>
                <a:ea typeface="Arial"/>
                <a:cs typeface="Arial"/>
              </a:defRPr>
            </a:lvl3pPr>
            <a:lvl4pPr algn="ctr">
              <a:defRPr sz="1725" b="1">
                <a:solidFill>
                  <a:srgbClr val="102A43"/>
                </a:solidFill>
                <a:latin typeface="Arial"/>
                <a:ea typeface="Arial"/>
                <a:cs typeface="Arial"/>
              </a:defRPr>
            </a:lvl4pPr>
            <a:lvl5pPr algn="ctr">
              <a:defRPr sz="1725" b="1">
                <a:solidFill>
                  <a:srgbClr val="102A43"/>
                </a:solidFill>
                <a:latin typeface="Arial"/>
                <a:ea typeface="Arial"/>
                <a:cs typeface="Arial"/>
              </a:defRPr>
            </a:lvl5pPr>
            <a:lvl6pPr algn="ctr">
              <a:defRPr sz="1725" b="1">
                <a:solidFill>
                  <a:srgbClr val="102A43"/>
                </a:solidFill>
                <a:latin typeface="Arial"/>
                <a:ea typeface="Arial"/>
                <a:cs typeface="Arial"/>
              </a:defRPr>
            </a:lvl6pPr>
            <a:lvl7pPr algn="ctr">
              <a:defRPr sz="1725" b="1">
                <a:solidFill>
                  <a:srgbClr val="102A43"/>
                </a:solidFill>
                <a:latin typeface="Arial"/>
                <a:ea typeface="Arial"/>
                <a:cs typeface="Arial"/>
              </a:defRPr>
            </a:lvl7pPr>
            <a:lvl8pPr algn="ctr">
              <a:defRPr sz="1725" b="1">
                <a:solidFill>
                  <a:srgbClr val="102A43"/>
                </a:solidFill>
                <a:latin typeface="Arial"/>
                <a:ea typeface="Arial"/>
                <a:cs typeface="Arial"/>
              </a:defRPr>
            </a:lvl8pPr>
            <a:lvl9pPr algn="ctr">
              <a:defRPr sz="1725" b="1">
                <a:solidFill>
                  <a:srgbClr val="102A43"/>
                </a:solidFill>
                <a:latin typeface="Arial"/>
                <a:ea typeface="Arial"/>
                <a:cs typeface="Arial"/>
              </a:defRPr>
            </a:lvl9pPr>
          </a:lstStyle>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Đủ</a:t>
            </a:r>
          </a:p>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điều kiện</a:t>
            </a:r>
          </a:p>
        </p:txBody>
      </p:sp>
      <p:sp>
        <p:nvSpPr>
          <p:cNvPr id="20" name="diagram-90">
            <a:extLst xmlns:a="http://schemas.openxmlformats.org/drawingml/2006/main">
              <a:ext uri="{FF2B5EF4-FFF2-40B4-BE49-F238E27FC236}">
                <a16:creationId xmlns:a16="http://schemas.microsoft.com/office/drawing/2014/main" id="{E267A532-1EFD-4490-85A3-848314F4DC5A}"/>
              </a:ext>
            </a:extLst>
          </p:cNvPr>
          <p:cNvSpPr>
            <a:spLocks xmlns:a="http://schemas.openxmlformats.org/drawingml/2006/main" noGrp="1"/>
          </p:cNvSpPr>
          <p:nvPr/>
        </p:nvSpPr>
        <p:spPr>
          <a:xfrm xmlns:a="http://schemas.openxmlformats.org/drawingml/2006/main">
            <a:off x="7858125" y="2409825"/>
            <a:ext cx="285750" cy="152400"/>
          </a:xfrm>
          <a:prstGeom xmlns:a="http://schemas.openxmlformats.org/drawingml/2006/main" prst="rightArrow">
            <a:avLst/>
          </a:prstGeom>
          <a:solidFill xmlns:a="http://schemas.openxmlformats.org/drawingml/2006/main">
            <a:srgbClr val="246BCE"/>
          </a:solidFill>
          <a:ln xmlns:a="http://schemas.openxmlformats.org/drawingml/2006/main" w="0">
            <a:noFill/>
            <a:prstDash val="solid"/>
          </a:ln>
        </p:spPr>
      </p:sp>
      <p:sp>
        <p:nvSpPr>
          <p:cNvPr id="21" name="diagram-91">
            <a:extLst xmlns:a="http://schemas.openxmlformats.org/drawingml/2006/main">
              <a:ext uri="{FF2B5EF4-FFF2-40B4-BE49-F238E27FC236}">
                <a16:creationId xmlns:a16="http://schemas.microsoft.com/office/drawing/2014/main" id="{8FC3B91D-3597-4430-AFE7-BDC14869C642}"/>
              </a:ext>
            </a:extLst>
          </p:cNvPr>
          <p:cNvSpPr>
            <a:spLocks xmlns:a="http://schemas.openxmlformats.org/drawingml/2006/main" noGrp="1"/>
          </p:cNvSpPr>
          <p:nvPr/>
        </p:nvSpPr>
        <p:spPr>
          <a:xfrm xmlns:a="http://schemas.openxmlformats.org/drawingml/2006/main">
            <a:off x="8191500" y="2095500"/>
            <a:ext cx="1524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9050">
            <a:solidFill>
              <a:srgbClr val="246BCE"/>
            </a:solidFill>
            <a:prstDash val="solid"/>
          </a:ln>
        </p:spPr>
      </p:sp>
      <p:sp>
        <p:nvSpPr>
          <p:cNvPr id="22" name="diagram-92">
            <a:extLst xmlns:a="http://schemas.openxmlformats.org/drawingml/2006/main">
              <a:ext uri="{FF2B5EF4-FFF2-40B4-BE49-F238E27FC236}">
                <a16:creationId xmlns:a16="http://schemas.microsoft.com/office/drawing/2014/main" id="{74D14A99-C9B5-45C7-B9F2-6413B8882CB5}"/>
              </a:ext>
            </a:extLst>
          </p:cNvPr>
          <p:cNvSpPr>
            <a:spLocks xmlns:a="http://schemas.openxmlformats.org/drawingml/2006/main" noGrp="1"/>
          </p:cNvSpPr>
          <p:nvPr/>
        </p:nvSpPr>
        <p:spPr>
          <a:xfrm xmlns:a="http://schemas.openxmlformats.org/drawingml/2006/main">
            <a:off x="8286750" y="2143125"/>
            <a:ext cx="133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02A43"/>
                </a:solidFill>
                <a:latin typeface="Arial"/>
                <a:ea typeface="Arial"/>
                <a:cs typeface="Arial"/>
              </a:defRPr>
            </a:defPPr>
            <a:lvl1pPr algn="ctr">
              <a:defRPr sz="1725" b="1">
                <a:solidFill>
                  <a:srgbClr val="102A43"/>
                </a:solidFill>
                <a:latin typeface="Arial"/>
                <a:ea typeface="Arial"/>
                <a:cs typeface="Arial"/>
              </a:defRPr>
            </a:lvl1pPr>
            <a:lvl2pPr algn="ctr">
              <a:defRPr sz="1725" b="1">
                <a:solidFill>
                  <a:srgbClr val="102A43"/>
                </a:solidFill>
                <a:latin typeface="Arial"/>
                <a:ea typeface="Arial"/>
                <a:cs typeface="Arial"/>
              </a:defRPr>
            </a:lvl2pPr>
            <a:lvl3pPr algn="ctr">
              <a:defRPr sz="1725" b="1">
                <a:solidFill>
                  <a:srgbClr val="102A43"/>
                </a:solidFill>
                <a:latin typeface="Arial"/>
                <a:ea typeface="Arial"/>
                <a:cs typeface="Arial"/>
              </a:defRPr>
            </a:lvl3pPr>
            <a:lvl4pPr algn="ctr">
              <a:defRPr sz="1725" b="1">
                <a:solidFill>
                  <a:srgbClr val="102A43"/>
                </a:solidFill>
                <a:latin typeface="Arial"/>
                <a:ea typeface="Arial"/>
                <a:cs typeface="Arial"/>
              </a:defRPr>
            </a:lvl4pPr>
            <a:lvl5pPr algn="ctr">
              <a:defRPr sz="1725" b="1">
                <a:solidFill>
                  <a:srgbClr val="102A43"/>
                </a:solidFill>
                <a:latin typeface="Arial"/>
                <a:ea typeface="Arial"/>
                <a:cs typeface="Arial"/>
              </a:defRPr>
            </a:lvl5pPr>
            <a:lvl6pPr algn="ctr">
              <a:defRPr sz="1725" b="1">
                <a:solidFill>
                  <a:srgbClr val="102A43"/>
                </a:solidFill>
                <a:latin typeface="Arial"/>
                <a:ea typeface="Arial"/>
                <a:cs typeface="Arial"/>
              </a:defRPr>
            </a:lvl6pPr>
            <a:lvl7pPr algn="ctr">
              <a:defRPr sz="1725" b="1">
                <a:solidFill>
                  <a:srgbClr val="102A43"/>
                </a:solidFill>
                <a:latin typeface="Arial"/>
                <a:ea typeface="Arial"/>
                <a:cs typeface="Arial"/>
              </a:defRPr>
            </a:lvl7pPr>
            <a:lvl8pPr algn="ctr">
              <a:defRPr sz="1725" b="1">
                <a:solidFill>
                  <a:srgbClr val="102A43"/>
                </a:solidFill>
                <a:latin typeface="Arial"/>
                <a:ea typeface="Arial"/>
                <a:cs typeface="Arial"/>
              </a:defRPr>
            </a:lvl8pPr>
            <a:lvl9pPr algn="ctr">
              <a:defRPr sz="1725" b="1">
                <a:solidFill>
                  <a:srgbClr val="102A43"/>
                </a:solidFill>
                <a:latin typeface="Arial"/>
                <a:ea typeface="Arial"/>
                <a:cs typeface="Arial"/>
              </a:defRPr>
            </a:lvl9pPr>
          </a:lstStyle>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Có mặt</a:t>
            </a:r>
          </a:p>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ngoài phòng</a:t>
            </a:r>
          </a:p>
        </p:txBody>
      </p:sp>
      <p:sp>
        <p:nvSpPr>
          <p:cNvPr id="23" name="diagram-93">
            <a:extLst xmlns:a="http://schemas.openxmlformats.org/drawingml/2006/main">
              <a:ext uri="{FF2B5EF4-FFF2-40B4-BE49-F238E27FC236}">
                <a16:creationId xmlns:a16="http://schemas.microsoft.com/office/drawing/2014/main" id="{75707240-5014-4249-9591-4925AB7E3737}"/>
              </a:ext>
            </a:extLst>
          </p:cNvPr>
          <p:cNvSpPr>
            <a:spLocks xmlns:a="http://schemas.openxmlformats.org/drawingml/2006/main" noGrp="1"/>
          </p:cNvSpPr>
          <p:nvPr/>
        </p:nvSpPr>
        <p:spPr>
          <a:xfrm xmlns:a="http://schemas.openxmlformats.org/drawingml/2006/main">
            <a:off x="9763125" y="2409825"/>
            <a:ext cx="285750" cy="152400"/>
          </a:xfrm>
          <a:prstGeom xmlns:a="http://schemas.openxmlformats.org/drawingml/2006/main" prst="rightArrow">
            <a:avLst/>
          </a:prstGeom>
          <a:solidFill xmlns:a="http://schemas.openxmlformats.org/drawingml/2006/main">
            <a:srgbClr val="246BCE"/>
          </a:solidFill>
          <a:ln xmlns:a="http://schemas.openxmlformats.org/drawingml/2006/main" w="0">
            <a:noFill/>
            <a:prstDash val="solid"/>
          </a:ln>
        </p:spPr>
      </p:sp>
      <p:sp>
        <p:nvSpPr>
          <p:cNvPr id="24" name="diagram-94">
            <a:extLst xmlns:a="http://schemas.openxmlformats.org/drawingml/2006/main">
              <a:ext uri="{FF2B5EF4-FFF2-40B4-BE49-F238E27FC236}">
                <a16:creationId xmlns:a16="http://schemas.microsoft.com/office/drawing/2014/main" id="{CF890A3E-E8EB-4D39-A26E-CE465011ECC9}"/>
              </a:ext>
            </a:extLst>
          </p:cNvPr>
          <p:cNvSpPr>
            <a:spLocks xmlns:a="http://schemas.openxmlformats.org/drawingml/2006/main" noGrp="1"/>
          </p:cNvSpPr>
          <p:nvPr/>
        </p:nvSpPr>
        <p:spPr>
          <a:xfrm xmlns:a="http://schemas.openxmlformats.org/drawingml/2006/main">
            <a:off x="10096500" y="2095500"/>
            <a:ext cx="1524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9050">
            <a:solidFill>
              <a:srgbClr val="246BCE"/>
            </a:solidFill>
            <a:prstDash val="solid"/>
          </a:ln>
        </p:spPr>
      </p:sp>
      <p:sp>
        <p:nvSpPr>
          <p:cNvPr id="25" name="diagram-95">
            <a:extLst xmlns:a="http://schemas.openxmlformats.org/drawingml/2006/main">
              <a:ext uri="{FF2B5EF4-FFF2-40B4-BE49-F238E27FC236}">
                <a16:creationId xmlns:a16="http://schemas.microsoft.com/office/drawing/2014/main" id="{1A54F7ED-6374-4FF9-9F2A-D75869F725E2}"/>
              </a:ext>
            </a:extLst>
          </p:cNvPr>
          <p:cNvSpPr>
            <a:spLocks xmlns:a="http://schemas.openxmlformats.org/drawingml/2006/main" noGrp="1"/>
          </p:cNvSpPr>
          <p:nvPr/>
        </p:nvSpPr>
        <p:spPr>
          <a:xfrm xmlns:a="http://schemas.openxmlformats.org/drawingml/2006/main">
            <a:off x="10191750" y="2143125"/>
            <a:ext cx="133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02A43"/>
                </a:solidFill>
                <a:latin typeface="Arial"/>
                <a:ea typeface="Arial"/>
                <a:cs typeface="Arial"/>
              </a:defRPr>
            </a:defPPr>
            <a:lvl1pPr algn="ctr">
              <a:defRPr sz="1725" b="1">
                <a:solidFill>
                  <a:srgbClr val="102A43"/>
                </a:solidFill>
                <a:latin typeface="Arial"/>
                <a:ea typeface="Arial"/>
                <a:cs typeface="Arial"/>
              </a:defRPr>
            </a:lvl1pPr>
            <a:lvl2pPr algn="ctr">
              <a:defRPr sz="1725" b="1">
                <a:solidFill>
                  <a:srgbClr val="102A43"/>
                </a:solidFill>
                <a:latin typeface="Arial"/>
                <a:ea typeface="Arial"/>
                <a:cs typeface="Arial"/>
              </a:defRPr>
            </a:lvl2pPr>
            <a:lvl3pPr algn="ctr">
              <a:defRPr sz="1725" b="1">
                <a:solidFill>
                  <a:srgbClr val="102A43"/>
                </a:solidFill>
                <a:latin typeface="Arial"/>
                <a:ea typeface="Arial"/>
                <a:cs typeface="Arial"/>
              </a:defRPr>
            </a:lvl3pPr>
            <a:lvl4pPr algn="ctr">
              <a:defRPr sz="1725" b="1">
                <a:solidFill>
                  <a:srgbClr val="102A43"/>
                </a:solidFill>
                <a:latin typeface="Arial"/>
                <a:ea typeface="Arial"/>
                <a:cs typeface="Arial"/>
              </a:defRPr>
            </a:lvl4pPr>
            <a:lvl5pPr algn="ctr">
              <a:defRPr sz="1725" b="1">
                <a:solidFill>
                  <a:srgbClr val="102A43"/>
                </a:solidFill>
                <a:latin typeface="Arial"/>
                <a:ea typeface="Arial"/>
                <a:cs typeface="Arial"/>
              </a:defRPr>
            </a:lvl5pPr>
            <a:lvl6pPr algn="ctr">
              <a:defRPr sz="1725" b="1">
                <a:solidFill>
                  <a:srgbClr val="102A43"/>
                </a:solidFill>
                <a:latin typeface="Arial"/>
                <a:ea typeface="Arial"/>
                <a:cs typeface="Arial"/>
              </a:defRPr>
            </a:lvl6pPr>
            <a:lvl7pPr algn="ctr">
              <a:defRPr sz="1725" b="1">
                <a:solidFill>
                  <a:srgbClr val="102A43"/>
                </a:solidFill>
                <a:latin typeface="Arial"/>
                <a:ea typeface="Arial"/>
                <a:cs typeface="Arial"/>
              </a:defRPr>
            </a:lvl7pPr>
            <a:lvl8pPr algn="ctr">
              <a:defRPr sz="1725" b="1">
                <a:solidFill>
                  <a:srgbClr val="102A43"/>
                </a:solidFill>
                <a:latin typeface="Arial"/>
                <a:ea typeface="Arial"/>
                <a:cs typeface="Arial"/>
              </a:defRPr>
            </a:lvl8pPr>
            <a:lvl9pPr algn="ctr">
              <a:defRPr sz="1725" b="1">
                <a:solidFill>
                  <a:srgbClr val="102A43"/>
                </a:solidFill>
                <a:latin typeface="Arial"/>
                <a:ea typeface="Arial"/>
                <a:cs typeface="Arial"/>
              </a:defRPr>
            </a:lvl9pPr>
          </a:lstStyle>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Bác sĩ</a:t>
            </a:r>
          </a:p>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gọi</a:t>
            </a:r>
          </a:p>
        </p:txBody>
      </p:sp>
      <p:sp>
        <p:nvSpPr>
          <p:cNvPr id="26" name="diagram-96">
            <a:extLst xmlns:a="http://schemas.openxmlformats.org/drawingml/2006/main">
              <a:ext uri="{FF2B5EF4-FFF2-40B4-BE49-F238E27FC236}">
                <a16:creationId xmlns:a16="http://schemas.microsoft.com/office/drawing/2014/main" id="{D1D86AE8-B20B-4135-B55D-F624913D302E}"/>
              </a:ext>
            </a:extLst>
          </p:cNvPr>
          <p:cNvSpPr>
            <a:spLocks xmlns:a="http://schemas.openxmlformats.org/drawingml/2006/main" noGrp="1"/>
          </p:cNvSpPr>
          <p:nvPr/>
        </p:nvSpPr>
        <p:spPr>
          <a:xfrm xmlns:a="http://schemas.openxmlformats.org/drawingml/2006/main">
            <a:off x="666750" y="3314700"/>
            <a:ext cx="3810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46BCE"/>
                </a:solidFill>
                <a:latin typeface="Arial"/>
                <a:ea typeface="Arial"/>
                <a:cs typeface="Arial"/>
              </a:defRPr>
            </a:defPPr>
            <a:lvl1pPr algn="l">
              <a:defRPr sz="1875" b="1">
                <a:solidFill>
                  <a:srgbClr val="246BCE"/>
                </a:solidFill>
                <a:latin typeface="Arial"/>
                <a:ea typeface="Arial"/>
                <a:cs typeface="Arial"/>
              </a:defRPr>
            </a:lvl1pPr>
            <a:lvl2pPr algn="l">
              <a:defRPr sz="1875" b="1">
                <a:solidFill>
                  <a:srgbClr val="246BCE"/>
                </a:solidFill>
                <a:latin typeface="Arial"/>
                <a:ea typeface="Arial"/>
                <a:cs typeface="Arial"/>
              </a:defRPr>
            </a:lvl2pPr>
            <a:lvl3pPr algn="l">
              <a:defRPr sz="1875" b="1">
                <a:solidFill>
                  <a:srgbClr val="246BCE"/>
                </a:solidFill>
                <a:latin typeface="Arial"/>
                <a:ea typeface="Arial"/>
                <a:cs typeface="Arial"/>
              </a:defRPr>
            </a:lvl3pPr>
            <a:lvl4pPr algn="l">
              <a:defRPr sz="1875" b="1">
                <a:solidFill>
                  <a:srgbClr val="246BCE"/>
                </a:solidFill>
                <a:latin typeface="Arial"/>
                <a:ea typeface="Arial"/>
                <a:cs typeface="Arial"/>
              </a:defRPr>
            </a:lvl4pPr>
            <a:lvl5pPr algn="l">
              <a:defRPr sz="1875" b="1">
                <a:solidFill>
                  <a:srgbClr val="246BCE"/>
                </a:solidFill>
                <a:latin typeface="Arial"/>
                <a:ea typeface="Arial"/>
                <a:cs typeface="Arial"/>
              </a:defRPr>
            </a:lvl5pPr>
            <a:lvl6pPr algn="l">
              <a:defRPr sz="1875" b="1">
                <a:solidFill>
                  <a:srgbClr val="246BCE"/>
                </a:solidFill>
                <a:latin typeface="Arial"/>
                <a:ea typeface="Arial"/>
                <a:cs typeface="Arial"/>
              </a:defRPr>
            </a:lvl6pPr>
            <a:lvl7pPr algn="l">
              <a:defRPr sz="1875" b="1">
                <a:solidFill>
                  <a:srgbClr val="246BCE"/>
                </a:solidFill>
                <a:latin typeface="Arial"/>
                <a:ea typeface="Arial"/>
                <a:cs typeface="Arial"/>
              </a:defRPr>
            </a:lvl7pPr>
            <a:lvl8pPr algn="l">
              <a:defRPr sz="1875" b="1">
                <a:solidFill>
                  <a:srgbClr val="246BCE"/>
                </a:solidFill>
                <a:latin typeface="Arial"/>
                <a:ea typeface="Arial"/>
                <a:cs typeface="Arial"/>
              </a:defRPr>
            </a:lvl8pPr>
            <a:lvl9pPr algn="l">
              <a:defRPr sz="1875" b="1">
                <a:solidFill>
                  <a:srgbClr val="246BCE"/>
                </a:solidFill>
                <a:latin typeface="Arial"/>
                <a:ea typeface="Arial"/>
                <a:cs typeface="Arial"/>
              </a:defRPr>
            </a:lvl9pPr>
          </a:lstStyle>
          <a:p xmlns:a="http://schemas.openxmlformats.org/drawingml/2006/main">
            <a:pPr algn="l">
              <a:defRPr sz="1875" b="1">
                <a:solidFill>
                  <a:srgbClr val="246BCE"/>
                </a:solidFill>
                <a:latin typeface="Arial"/>
                <a:ea typeface="Arial"/>
                <a:cs typeface="Arial"/>
              </a:defRPr>
            </a:pPr>
            <a:r>
              <a:rPr sz="1875" b="1">
                <a:solidFill>
                  <a:srgbClr val="246BCE"/>
                </a:solidFill>
                <a:latin typeface="Arial"/>
                <a:ea typeface="Arial"/>
                <a:cs typeface="Arial"/>
              </a:rPr>
              <a:t>Hai chế độ trả kết quả</a:t>
            </a:r>
          </a:p>
        </p:txBody>
      </p:sp>
      <p:sp>
        <p:nvSpPr>
          <p:cNvPr id="27" name="diagram-97">
            <a:extLst xmlns:a="http://schemas.openxmlformats.org/drawingml/2006/main">
              <a:ext uri="{FF2B5EF4-FFF2-40B4-BE49-F238E27FC236}">
                <a16:creationId xmlns:a16="http://schemas.microsoft.com/office/drawing/2014/main" id="{A09C6161-C34A-41CD-884E-3D8B20C08516}"/>
              </a:ext>
            </a:extLst>
          </p:cNvPr>
          <p:cNvSpPr>
            <a:spLocks xmlns:a="http://schemas.openxmlformats.org/drawingml/2006/main" noGrp="1"/>
          </p:cNvSpPr>
          <p:nvPr/>
        </p:nvSpPr>
        <p:spPr>
          <a:xfrm xmlns:a="http://schemas.openxmlformats.org/drawingml/2006/main">
            <a:off x="666750" y="4000500"/>
            <a:ext cx="2190750" cy="9525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9050">
            <a:solidFill>
              <a:srgbClr val="246BCE"/>
            </a:solidFill>
            <a:prstDash val="solid"/>
          </a:ln>
        </p:spPr>
      </p:sp>
      <p:sp>
        <p:nvSpPr>
          <p:cNvPr id="28" name="diagram-98">
            <a:extLst xmlns:a="http://schemas.openxmlformats.org/drawingml/2006/main">
              <a:ext uri="{FF2B5EF4-FFF2-40B4-BE49-F238E27FC236}">
                <a16:creationId xmlns:a16="http://schemas.microsoft.com/office/drawing/2014/main" id="{5AAED85F-9221-46AF-9395-EBBD4576FE3D}"/>
              </a:ext>
            </a:extLst>
          </p:cNvPr>
          <p:cNvSpPr>
            <a:spLocks xmlns:a="http://schemas.openxmlformats.org/drawingml/2006/main" noGrp="1"/>
          </p:cNvSpPr>
          <p:nvPr/>
        </p:nvSpPr>
        <p:spPr>
          <a:xfrm xmlns:a="http://schemas.openxmlformats.org/drawingml/2006/main">
            <a:off x="762000" y="4048125"/>
            <a:ext cx="2000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950" b="1">
                <a:solidFill>
                  <a:srgbClr val="102A43"/>
                </a:solidFill>
                <a:latin typeface="Arial"/>
                <a:ea typeface="Arial"/>
                <a:cs typeface="Arial"/>
              </a:defRPr>
            </a:defPPr>
            <a:lvl1pPr algn="ctr">
              <a:defRPr sz="1950" b="1">
                <a:solidFill>
                  <a:srgbClr val="102A43"/>
                </a:solidFill>
                <a:latin typeface="Arial"/>
                <a:ea typeface="Arial"/>
                <a:cs typeface="Arial"/>
              </a:defRPr>
            </a:lvl1pPr>
            <a:lvl2pPr algn="ctr">
              <a:defRPr sz="1950" b="1">
                <a:solidFill>
                  <a:srgbClr val="102A43"/>
                </a:solidFill>
                <a:latin typeface="Arial"/>
                <a:ea typeface="Arial"/>
                <a:cs typeface="Arial"/>
              </a:defRPr>
            </a:lvl2pPr>
            <a:lvl3pPr algn="ctr">
              <a:defRPr sz="1950" b="1">
                <a:solidFill>
                  <a:srgbClr val="102A43"/>
                </a:solidFill>
                <a:latin typeface="Arial"/>
                <a:ea typeface="Arial"/>
                <a:cs typeface="Arial"/>
              </a:defRPr>
            </a:lvl3pPr>
            <a:lvl4pPr algn="ctr">
              <a:defRPr sz="1950" b="1">
                <a:solidFill>
                  <a:srgbClr val="102A43"/>
                </a:solidFill>
                <a:latin typeface="Arial"/>
                <a:ea typeface="Arial"/>
                <a:cs typeface="Arial"/>
              </a:defRPr>
            </a:lvl4pPr>
            <a:lvl5pPr algn="ctr">
              <a:defRPr sz="1950" b="1">
                <a:solidFill>
                  <a:srgbClr val="102A43"/>
                </a:solidFill>
                <a:latin typeface="Arial"/>
                <a:ea typeface="Arial"/>
                <a:cs typeface="Arial"/>
              </a:defRPr>
            </a:lvl5pPr>
            <a:lvl6pPr algn="ctr">
              <a:defRPr sz="1950" b="1">
                <a:solidFill>
                  <a:srgbClr val="102A43"/>
                </a:solidFill>
                <a:latin typeface="Arial"/>
                <a:ea typeface="Arial"/>
                <a:cs typeface="Arial"/>
              </a:defRPr>
            </a:lvl6pPr>
            <a:lvl7pPr algn="ctr">
              <a:defRPr sz="1950" b="1">
                <a:solidFill>
                  <a:srgbClr val="102A43"/>
                </a:solidFill>
                <a:latin typeface="Arial"/>
                <a:ea typeface="Arial"/>
                <a:cs typeface="Arial"/>
              </a:defRPr>
            </a:lvl7pPr>
            <a:lvl8pPr algn="ctr">
              <a:defRPr sz="1950" b="1">
                <a:solidFill>
                  <a:srgbClr val="102A43"/>
                </a:solidFill>
                <a:latin typeface="Arial"/>
                <a:ea typeface="Arial"/>
                <a:cs typeface="Arial"/>
              </a:defRPr>
            </a:lvl8pPr>
            <a:lvl9pPr algn="ctr">
              <a:defRPr sz="1950" b="1">
                <a:solidFill>
                  <a:srgbClr val="102A43"/>
                </a:solidFill>
                <a:latin typeface="Arial"/>
                <a:ea typeface="Arial"/>
                <a:cs typeface="Arial"/>
              </a:defRPr>
            </a:lvl9pPr>
          </a:lstStyle>
          <a:p xmlns:a="http://schemas.openxmlformats.org/drawingml/2006/main">
            <a:pPr algn="ctr">
              <a:defRPr sz="1950" b="1">
                <a:solidFill>
                  <a:srgbClr val="102A43"/>
                </a:solidFill>
                <a:latin typeface="Arial"/>
                <a:ea typeface="Arial"/>
                <a:cs typeface="Arial"/>
              </a:defRPr>
            </a:pPr>
            <a:r>
              <a:rPr sz="1950" b="1">
                <a:solidFill>
                  <a:srgbClr val="102A43"/>
                </a:solidFill>
                <a:latin typeface="Arial"/>
                <a:ea typeface="Arial"/>
                <a:cs typeface="Arial"/>
              </a:rPr>
              <a:t>Điện tử</a:t>
            </a:r>
          </a:p>
          <a:p xmlns:a="http://schemas.openxmlformats.org/drawingml/2006/main">
            <a:pPr algn="ctr">
              <a:defRPr sz="1950" b="1">
                <a:solidFill>
                  <a:srgbClr val="102A43"/>
                </a:solidFill>
                <a:latin typeface="Arial"/>
                <a:ea typeface="Arial"/>
                <a:cs typeface="Arial"/>
              </a:defRPr>
            </a:pPr>
            <a:r>
              <a:rPr sz="1950" b="1">
                <a:solidFill>
                  <a:srgbClr val="102A43"/>
                </a:solidFill>
                <a:latin typeface="Arial"/>
                <a:ea typeface="Arial"/>
                <a:cs typeface="Arial"/>
              </a:rPr>
              <a:t>Đủ kết quả</a:t>
            </a:r>
          </a:p>
        </p:txBody>
      </p:sp>
      <p:sp>
        <p:nvSpPr>
          <p:cNvPr id="29" name="diagram-99">
            <a:extLst xmlns:a="http://schemas.openxmlformats.org/drawingml/2006/main">
              <a:ext uri="{FF2B5EF4-FFF2-40B4-BE49-F238E27FC236}">
                <a16:creationId xmlns:a16="http://schemas.microsoft.com/office/drawing/2014/main" id="{63021A31-9BC0-4AE6-A8E8-6006538C4FF1}"/>
              </a:ext>
            </a:extLst>
          </p:cNvPr>
          <p:cNvSpPr>
            <a:spLocks xmlns:a="http://schemas.openxmlformats.org/drawingml/2006/main" noGrp="1"/>
          </p:cNvSpPr>
          <p:nvPr/>
        </p:nvSpPr>
        <p:spPr>
          <a:xfrm xmlns:a="http://schemas.openxmlformats.org/drawingml/2006/main">
            <a:off x="3238500" y="4000500"/>
            <a:ext cx="2667000" cy="9525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9050">
            <a:solidFill>
              <a:srgbClr val="246BCE"/>
            </a:solidFill>
            <a:prstDash val="solid"/>
          </a:ln>
        </p:spPr>
      </p:sp>
      <p:sp>
        <p:nvSpPr>
          <p:cNvPr id="30" name="diagram-100">
            <a:extLst xmlns:a="http://schemas.openxmlformats.org/drawingml/2006/main">
              <a:ext uri="{FF2B5EF4-FFF2-40B4-BE49-F238E27FC236}">
                <a16:creationId xmlns:a16="http://schemas.microsoft.com/office/drawing/2014/main" id="{AB9B5F11-4672-4B2A-818B-966669D1E05A}"/>
              </a:ext>
            </a:extLst>
          </p:cNvPr>
          <p:cNvSpPr>
            <a:spLocks xmlns:a="http://schemas.openxmlformats.org/drawingml/2006/main" noGrp="1"/>
          </p:cNvSpPr>
          <p:nvPr/>
        </p:nvSpPr>
        <p:spPr>
          <a:xfrm xmlns:a="http://schemas.openxmlformats.org/drawingml/2006/main">
            <a:off x="3333750" y="4048125"/>
            <a:ext cx="247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102A43"/>
                </a:solidFill>
                <a:latin typeface="Arial"/>
                <a:ea typeface="Arial"/>
                <a:cs typeface="Arial"/>
              </a:defRPr>
            </a:defPPr>
            <a:lvl1pPr algn="ctr">
              <a:defRPr sz="1875" b="1">
                <a:solidFill>
                  <a:srgbClr val="102A43"/>
                </a:solidFill>
                <a:latin typeface="Arial"/>
                <a:ea typeface="Arial"/>
                <a:cs typeface="Arial"/>
              </a:defRPr>
            </a:lvl1pPr>
            <a:lvl2pPr algn="ctr">
              <a:defRPr sz="1875" b="1">
                <a:solidFill>
                  <a:srgbClr val="102A43"/>
                </a:solidFill>
                <a:latin typeface="Arial"/>
                <a:ea typeface="Arial"/>
                <a:cs typeface="Arial"/>
              </a:defRPr>
            </a:lvl2pPr>
            <a:lvl3pPr algn="ctr">
              <a:defRPr sz="1875" b="1">
                <a:solidFill>
                  <a:srgbClr val="102A43"/>
                </a:solidFill>
                <a:latin typeface="Arial"/>
                <a:ea typeface="Arial"/>
                <a:cs typeface="Arial"/>
              </a:defRPr>
            </a:lvl3pPr>
            <a:lvl4pPr algn="ctr">
              <a:defRPr sz="1875" b="1">
                <a:solidFill>
                  <a:srgbClr val="102A43"/>
                </a:solidFill>
                <a:latin typeface="Arial"/>
                <a:ea typeface="Arial"/>
                <a:cs typeface="Arial"/>
              </a:defRPr>
            </a:lvl4pPr>
            <a:lvl5pPr algn="ctr">
              <a:defRPr sz="1875" b="1">
                <a:solidFill>
                  <a:srgbClr val="102A43"/>
                </a:solidFill>
                <a:latin typeface="Arial"/>
                <a:ea typeface="Arial"/>
                <a:cs typeface="Arial"/>
              </a:defRPr>
            </a:lvl5pPr>
            <a:lvl6pPr algn="ctr">
              <a:defRPr sz="1875" b="1">
                <a:solidFill>
                  <a:srgbClr val="102A43"/>
                </a:solidFill>
                <a:latin typeface="Arial"/>
                <a:ea typeface="Arial"/>
                <a:cs typeface="Arial"/>
              </a:defRPr>
            </a:lvl6pPr>
            <a:lvl7pPr algn="ctr">
              <a:defRPr sz="1875" b="1">
                <a:solidFill>
                  <a:srgbClr val="102A43"/>
                </a:solidFill>
                <a:latin typeface="Arial"/>
                <a:ea typeface="Arial"/>
                <a:cs typeface="Arial"/>
              </a:defRPr>
            </a:lvl7pPr>
            <a:lvl8pPr algn="ctr">
              <a:defRPr sz="1875" b="1">
                <a:solidFill>
                  <a:srgbClr val="102A43"/>
                </a:solidFill>
                <a:latin typeface="Arial"/>
                <a:ea typeface="Arial"/>
                <a:cs typeface="Arial"/>
              </a:defRPr>
            </a:lvl8pPr>
            <a:lvl9pPr algn="ctr">
              <a:defRPr sz="1875" b="1">
                <a:solidFill>
                  <a:srgbClr val="102A43"/>
                </a:solidFill>
                <a:latin typeface="Arial"/>
                <a:ea typeface="Arial"/>
                <a:cs typeface="Arial"/>
              </a:defRPr>
            </a:lvl9pPr>
          </a:lstStyle>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Nhận giấy</a:t>
            </a:r>
          </a:p>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Đủ kết quả và giấy</a:t>
            </a:r>
          </a:p>
        </p:txBody>
      </p:sp>
      <p:sp>
        <p:nvSpPr>
          <p:cNvPr id="31" name="diagram-101">
            <a:extLst xmlns:a="http://schemas.openxmlformats.org/drawingml/2006/main">
              <a:ext uri="{FF2B5EF4-FFF2-40B4-BE49-F238E27FC236}">
                <a16:creationId xmlns:a16="http://schemas.microsoft.com/office/drawing/2014/main" id="{B142DF82-DBFE-4E54-940E-D440587292EE}"/>
              </a:ext>
            </a:extLst>
          </p:cNvPr>
          <p:cNvSpPr>
            <a:spLocks xmlns:a="http://schemas.openxmlformats.org/drawingml/2006/main" noGrp="1"/>
          </p:cNvSpPr>
          <p:nvPr/>
        </p:nvSpPr>
        <p:spPr>
          <a:xfrm xmlns:a="http://schemas.openxmlformats.org/drawingml/2006/main">
            <a:off x="6096000" y="4371975"/>
            <a:ext cx="666750" cy="171450"/>
          </a:xfrm>
          <a:prstGeom xmlns:a="http://schemas.openxmlformats.org/drawingml/2006/main" prst="rightArrow">
            <a:avLst/>
          </a:prstGeom>
          <a:solidFill xmlns:a="http://schemas.openxmlformats.org/drawingml/2006/main">
            <a:srgbClr val="246BCE"/>
          </a:solidFill>
          <a:ln xmlns:a="http://schemas.openxmlformats.org/drawingml/2006/main" w="0">
            <a:noFill/>
            <a:prstDash val="solid"/>
          </a:ln>
        </p:spPr>
      </p:sp>
      <p:sp>
        <p:nvSpPr>
          <p:cNvPr id="32" name="diagram-102">
            <a:extLst xmlns:a="http://schemas.openxmlformats.org/drawingml/2006/main">
              <a:ext uri="{FF2B5EF4-FFF2-40B4-BE49-F238E27FC236}">
                <a16:creationId xmlns:a16="http://schemas.microsoft.com/office/drawing/2014/main" id="{6D92DFBD-78FB-4E6A-8F8A-714C0814D27C}"/>
              </a:ext>
            </a:extLst>
          </p:cNvPr>
          <p:cNvSpPr>
            <a:spLocks xmlns:a="http://schemas.openxmlformats.org/drawingml/2006/main" noGrp="1"/>
          </p:cNvSpPr>
          <p:nvPr/>
        </p:nvSpPr>
        <p:spPr>
          <a:xfrm xmlns:a="http://schemas.openxmlformats.org/drawingml/2006/main">
            <a:off x="7000875" y="4000500"/>
            <a:ext cx="1952625" cy="952500"/>
          </a:xfrm>
          <a:prstGeom xmlns:a="http://schemas.openxmlformats.org/drawingml/2006/main" prst="roundRect">
            <a:avLst>
              <a:gd name="adj" fmla="val 8000"/>
            </a:avLst>
          </a:prstGeom>
          <a:solidFill xmlns:a="http://schemas.openxmlformats.org/drawingml/2006/main">
            <a:srgbClr val="E5EFFC"/>
          </a:solidFill>
          <a:ln xmlns:a="http://schemas.openxmlformats.org/drawingml/2006/main" w="19050">
            <a:solidFill>
              <a:srgbClr val="246BCE"/>
            </a:solidFill>
            <a:prstDash val="solid"/>
          </a:ln>
        </p:spPr>
      </p:sp>
      <p:sp>
        <p:nvSpPr>
          <p:cNvPr id="33" name="diagram-103">
            <a:extLst xmlns:a="http://schemas.openxmlformats.org/drawingml/2006/main">
              <a:ext uri="{FF2B5EF4-FFF2-40B4-BE49-F238E27FC236}">
                <a16:creationId xmlns:a16="http://schemas.microsoft.com/office/drawing/2014/main" id="{88A60FE3-091B-429F-91D5-24586D02DBCA}"/>
              </a:ext>
            </a:extLst>
          </p:cNvPr>
          <p:cNvSpPr>
            <a:spLocks xmlns:a="http://schemas.openxmlformats.org/drawingml/2006/main" noGrp="1"/>
          </p:cNvSpPr>
          <p:nvPr/>
        </p:nvSpPr>
        <p:spPr>
          <a:xfrm xmlns:a="http://schemas.openxmlformats.org/drawingml/2006/main">
            <a:off x="7096125" y="4048125"/>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025" b="1">
                <a:solidFill>
                  <a:srgbClr val="102A43"/>
                </a:solidFill>
                <a:latin typeface="Arial"/>
                <a:ea typeface="Arial"/>
                <a:cs typeface="Arial"/>
              </a:defRPr>
            </a:defPPr>
            <a:lvl1pPr algn="ctr">
              <a:defRPr sz="2025" b="1">
                <a:solidFill>
                  <a:srgbClr val="102A43"/>
                </a:solidFill>
                <a:latin typeface="Arial"/>
                <a:ea typeface="Arial"/>
                <a:cs typeface="Arial"/>
              </a:defRPr>
            </a:lvl1pPr>
            <a:lvl2pPr algn="ctr">
              <a:defRPr sz="2025" b="1">
                <a:solidFill>
                  <a:srgbClr val="102A43"/>
                </a:solidFill>
                <a:latin typeface="Arial"/>
                <a:ea typeface="Arial"/>
                <a:cs typeface="Arial"/>
              </a:defRPr>
            </a:lvl2pPr>
            <a:lvl3pPr algn="ctr">
              <a:defRPr sz="2025" b="1">
                <a:solidFill>
                  <a:srgbClr val="102A43"/>
                </a:solidFill>
                <a:latin typeface="Arial"/>
                <a:ea typeface="Arial"/>
                <a:cs typeface="Arial"/>
              </a:defRPr>
            </a:lvl3pPr>
            <a:lvl4pPr algn="ctr">
              <a:defRPr sz="2025" b="1">
                <a:solidFill>
                  <a:srgbClr val="102A43"/>
                </a:solidFill>
                <a:latin typeface="Arial"/>
                <a:ea typeface="Arial"/>
                <a:cs typeface="Arial"/>
              </a:defRPr>
            </a:lvl4pPr>
            <a:lvl5pPr algn="ctr">
              <a:defRPr sz="2025" b="1">
                <a:solidFill>
                  <a:srgbClr val="102A43"/>
                </a:solidFill>
                <a:latin typeface="Arial"/>
                <a:ea typeface="Arial"/>
                <a:cs typeface="Arial"/>
              </a:defRPr>
            </a:lvl5pPr>
            <a:lvl6pPr algn="ctr">
              <a:defRPr sz="2025" b="1">
                <a:solidFill>
                  <a:srgbClr val="102A43"/>
                </a:solidFill>
                <a:latin typeface="Arial"/>
                <a:ea typeface="Arial"/>
                <a:cs typeface="Arial"/>
              </a:defRPr>
            </a:lvl6pPr>
            <a:lvl7pPr algn="ctr">
              <a:defRPr sz="2025" b="1">
                <a:solidFill>
                  <a:srgbClr val="102A43"/>
                </a:solidFill>
                <a:latin typeface="Arial"/>
                <a:ea typeface="Arial"/>
                <a:cs typeface="Arial"/>
              </a:defRPr>
            </a:lvl7pPr>
            <a:lvl8pPr algn="ctr">
              <a:defRPr sz="2025" b="1">
                <a:solidFill>
                  <a:srgbClr val="102A43"/>
                </a:solidFill>
                <a:latin typeface="Arial"/>
                <a:ea typeface="Arial"/>
                <a:cs typeface="Arial"/>
              </a:defRPr>
            </a:lvl8pPr>
            <a:lvl9pPr algn="ctr">
              <a:defRPr sz="2025" b="1">
                <a:solidFill>
                  <a:srgbClr val="102A43"/>
                </a:solidFill>
                <a:latin typeface="Arial"/>
                <a:ea typeface="Arial"/>
                <a:cs typeface="Arial"/>
              </a:defRPr>
            </a:lvl9pPr>
          </a:lstStyle>
          <a:p xmlns:a="http://schemas.openxmlformats.org/drawingml/2006/main">
            <a:pPr algn="ctr">
              <a:defRPr sz="2025" b="1">
                <a:solidFill>
                  <a:srgbClr val="102A43"/>
                </a:solidFill>
                <a:latin typeface="Arial"/>
                <a:ea typeface="Arial"/>
                <a:cs typeface="Arial"/>
              </a:defRPr>
            </a:pPr>
            <a:r>
              <a:rPr sz="2025" b="1">
                <a:solidFill>
                  <a:srgbClr val="102A43"/>
                </a:solidFill>
                <a:latin typeface="Arial"/>
                <a:ea typeface="Arial"/>
                <a:cs typeface="Arial"/>
              </a:rPr>
              <a:t>Hướng dẫn</a:t>
            </a:r>
          </a:p>
          <a:p xmlns:a="http://schemas.openxmlformats.org/drawingml/2006/main">
            <a:pPr algn="ctr">
              <a:defRPr sz="2025" b="1">
                <a:solidFill>
                  <a:srgbClr val="102A43"/>
                </a:solidFill>
                <a:latin typeface="Arial"/>
                <a:ea typeface="Arial"/>
                <a:cs typeface="Arial"/>
              </a:defRPr>
            </a:pPr>
            <a:r>
              <a:rPr sz="2025" b="1">
                <a:solidFill>
                  <a:srgbClr val="102A43"/>
                </a:solidFill>
                <a:latin typeface="Arial"/>
                <a:ea typeface="Arial"/>
                <a:cs typeface="Arial"/>
              </a:rPr>
              <a:t>quay lại</a:t>
            </a:r>
          </a:p>
        </p:txBody>
      </p:sp>
      <p:sp>
        <p:nvSpPr>
          <p:cNvPr id="34" name="diagram-104">
            <a:extLst xmlns:a="http://schemas.openxmlformats.org/drawingml/2006/main">
              <a:ext uri="{FF2B5EF4-FFF2-40B4-BE49-F238E27FC236}">
                <a16:creationId xmlns:a16="http://schemas.microsoft.com/office/drawing/2014/main" id="{A96CF229-5862-4078-803B-89C2B041D35D}"/>
              </a:ext>
            </a:extLst>
          </p:cNvPr>
          <p:cNvSpPr>
            <a:spLocks xmlns:a="http://schemas.openxmlformats.org/drawingml/2006/main" noGrp="1"/>
          </p:cNvSpPr>
          <p:nvPr/>
        </p:nvSpPr>
        <p:spPr>
          <a:xfrm xmlns:a="http://schemas.openxmlformats.org/drawingml/2006/main">
            <a:off x="9096375" y="4371975"/>
            <a:ext cx="619125" cy="171450"/>
          </a:xfrm>
          <a:prstGeom xmlns:a="http://schemas.openxmlformats.org/drawingml/2006/main" prst="rightArrow">
            <a:avLst/>
          </a:prstGeom>
          <a:solidFill xmlns:a="http://schemas.openxmlformats.org/drawingml/2006/main">
            <a:srgbClr val="246BCE"/>
          </a:solidFill>
          <a:ln xmlns:a="http://schemas.openxmlformats.org/drawingml/2006/main" w="0">
            <a:noFill/>
            <a:prstDash val="solid"/>
          </a:ln>
        </p:spPr>
      </p:sp>
      <p:sp>
        <p:nvSpPr>
          <p:cNvPr id="35" name="diagram-105">
            <a:extLst xmlns:a="http://schemas.openxmlformats.org/drawingml/2006/main">
              <a:ext uri="{FF2B5EF4-FFF2-40B4-BE49-F238E27FC236}">
                <a16:creationId xmlns:a16="http://schemas.microsoft.com/office/drawing/2014/main" id="{AB6CD13F-05F5-420B-A43F-23F031D2CA73}"/>
              </a:ext>
            </a:extLst>
          </p:cNvPr>
          <p:cNvSpPr>
            <a:spLocks xmlns:a="http://schemas.openxmlformats.org/drawingml/2006/main" noGrp="1"/>
          </p:cNvSpPr>
          <p:nvPr/>
        </p:nvSpPr>
        <p:spPr>
          <a:xfrm xmlns:a="http://schemas.openxmlformats.org/drawingml/2006/main">
            <a:off x="9906000" y="4000500"/>
            <a:ext cx="1714500" cy="9525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9050">
            <a:solidFill>
              <a:srgbClr val="246BCE"/>
            </a:solidFill>
            <a:prstDash val="solid"/>
          </a:ln>
        </p:spPr>
      </p:sp>
      <p:sp>
        <p:nvSpPr>
          <p:cNvPr id="36" name="diagram-106">
            <a:extLst xmlns:a="http://schemas.openxmlformats.org/drawingml/2006/main">
              <a:ext uri="{FF2B5EF4-FFF2-40B4-BE49-F238E27FC236}">
                <a16:creationId xmlns:a16="http://schemas.microsoft.com/office/drawing/2014/main" id="{0BFCF669-E22E-4D03-9610-8E466A036516}"/>
              </a:ext>
            </a:extLst>
          </p:cNvPr>
          <p:cNvSpPr>
            <a:spLocks xmlns:a="http://schemas.openxmlformats.org/drawingml/2006/main" noGrp="1"/>
          </p:cNvSpPr>
          <p:nvPr/>
        </p:nvSpPr>
        <p:spPr>
          <a:xfrm xmlns:a="http://schemas.openxmlformats.org/drawingml/2006/main">
            <a:off x="10001250" y="4048125"/>
            <a:ext cx="1524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02A43"/>
                </a:solidFill>
                <a:latin typeface="Arial"/>
                <a:ea typeface="Arial"/>
                <a:cs typeface="Arial"/>
              </a:defRPr>
            </a:defPPr>
            <a:lvl1pPr algn="ctr">
              <a:defRPr sz="1800" b="1">
                <a:solidFill>
                  <a:srgbClr val="102A43"/>
                </a:solidFill>
                <a:latin typeface="Arial"/>
                <a:ea typeface="Arial"/>
                <a:cs typeface="Arial"/>
              </a:defRPr>
            </a:lvl1pPr>
            <a:lvl2pPr algn="ctr">
              <a:defRPr sz="1800" b="1">
                <a:solidFill>
                  <a:srgbClr val="102A43"/>
                </a:solidFill>
                <a:latin typeface="Arial"/>
                <a:ea typeface="Arial"/>
                <a:cs typeface="Arial"/>
              </a:defRPr>
            </a:lvl2pPr>
            <a:lvl3pPr algn="ctr">
              <a:defRPr sz="1800" b="1">
                <a:solidFill>
                  <a:srgbClr val="102A43"/>
                </a:solidFill>
                <a:latin typeface="Arial"/>
                <a:ea typeface="Arial"/>
                <a:cs typeface="Arial"/>
              </a:defRPr>
            </a:lvl3pPr>
            <a:lvl4pPr algn="ctr">
              <a:defRPr sz="1800" b="1">
                <a:solidFill>
                  <a:srgbClr val="102A43"/>
                </a:solidFill>
                <a:latin typeface="Arial"/>
                <a:ea typeface="Arial"/>
                <a:cs typeface="Arial"/>
              </a:defRPr>
            </a:lvl4pPr>
            <a:lvl5pPr algn="ctr">
              <a:defRPr sz="1800" b="1">
                <a:solidFill>
                  <a:srgbClr val="102A43"/>
                </a:solidFill>
                <a:latin typeface="Arial"/>
                <a:ea typeface="Arial"/>
                <a:cs typeface="Arial"/>
              </a:defRPr>
            </a:lvl5pPr>
            <a:lvl6pPr algn="ctr">
              <a:defRPr sz="1800" b="1">
                <a:solidFill>
                  <a:srgbClr val="102A43"/>
                </a:solidFill>
                <a:latin typeface="Arial"/>
                <a:ea typeface="Arial"/>
                <a:cs typeface="Arial"/>
              </a:defRPr>
            </a:lvl6pPr>
            <a:lvl7pPr algn="ctr">
              <a:defRPr sz="1800" b="1">
                <a:solidFill>
                  <a:srgbClr val="102A43"/>
                </a:solidFill>
                <a:latin typeface="Arial"/>
                <a:ea typeface="Arial"/>
                <a:cs typeface="Arial"/>
              </a:defRPr>
            </a:lvl7pPr>
            <a:lvl8pPr algn="ctr">
              <a:defRPr sz="1800" b="1">
                <a:solidFill>
                  <a:srgbClr val="102A43"/>
                </a:solidFill>
                <a:latin typeface="Arial"/>
                <a:ea typeface="Arial"/>
                <a:cs typeface="Arial"/>
              </a:defRPr>
            </a:lvl8pPr>
            <a:lvl9pPr algn="ctr">
              <a:defRPr sz="1800" b="1">
                <a:solidFill>
                  <a:srgbClr val="102A43"/>
                </a:solidFill>
                <a:latin typeface="Arial"/>
                <a:ea typeface="Arial"/>
                <a:cs typeface="Arial"/>
              </a:defRPr>
            </a:lvl9pPr>
          </a:lstStyle>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Chờ bác sĩ</a:t>
            </a:r>
          </a:p>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chủ động gọi</a:t>
            </a:r>
          </a:p>
        </p:txBody>
      </p:sp>
      <p:sp>
        <p:nvSpPr>
          <p:cNvPr id="37" name="diagram-107">
            <a:extLst xmlns:a="http://schemas.openxmlformats.org/drawingml/2006/main">
              <a:ext uri="{FF2B5EF4-FFF2-40B4-BE49-F238E27FC236}">
                <a16:creationId xmlns:a16="http://schemas.microsoft.com/office/drawing/2014/main" id="{CE1B7905-170E-4F45-A283-4F7ED2DD84A1}"/>
              </a:ext>
            </a:extLst>
          </p:cNvPr>
          <p:cNvSpPr>
            <a:spLocks xmlns:a="http://schemas.openxmlformats.org/drawingml/2006/main" noGrp="1"/>
          </p:cNvSpPr>
          <p:nvPr/>
        </p:nvSpPr>
        <p:spPr>
          <a:xfrm xmlns:a="http://schemas.openxmlformats.org/drawingml/2006/main">
            <a:off x="666750" y="54292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defRPr sz="1725" b="0">
                <a:solidFill>
                  <a:srgbClr val="526773"/>
                </a:solidFill>
                <a:latin typeface="Arial"/>
                <a:ea typeface="Arial"/>
                <a:cs typeface="Arial"/>
              </a:defRPr>
            </a:lvl1pPr>
            <a:lvl2pPr algn="l">
              <a:defRPr sz="1725" b="0">
                <a:solidFill>
                  <a:srgbClr val="526773"/>
                </a:solidFill>
                <a:latin typeface="Arial"/>
                <a:ea typeface="Arial"/>
                <a:cs typeface="Arial"/>
              </a:defRPr>
            </a:lvl2pPr>
            <a:lvl3pPr algn="l">
              <a:defRPr sz="1725" b="0">
                <a:solidFill>
                  <a:srgbClr val="526773"/>
                </a:solidFill>
                <a:latin typeface="Arial"/>
                <a:ea typeface="Arial"/>
                <a:cs typeface="Arial"/>
              </a:defRPr>
            </a:lvl3pPr>
            <a:lvl4pPr algn="l">
              <a:defRPr sz="1725" b="0">
                <a:solidFill>
                  <a:srgbClr val="526773"/>
                </a:solidFill>
                <a:latin typeface="Arial"/>
                <a:ea typeface="Arial"/>
                <a:cs typeface="Arial"/>
              </a:defRPr>
            </a:lvl4pPr>
            <a:lvl5pPr algn="l">
              <a:defRPr sz="1725" b="0">
                <a:solidFill>
                  <a:srgbClr val="526773"/>
                </a:solidFill>
                <a:latin typeface="Arial"/>
                <a:ea typeface="Arial"/>
                <a:cs typeface="Arial"/>
              </a:defRPr>
            </a:lvl5pPr>
            <a:lvl6pPr algn="l">
              <a:defRPr sz="1725" b="0">
                <a:solidFill>
                  <a:srgbClr val="526773"/>
                </a:solidFill>
                <a:latin typeface="Arial"/>
                <a:ea typeface="Arial"/>
                <a:cs typeface="Arial"/>
              </a:defRPr>
            </a:lvl6pPr>
            <a:lvl7pPr algn="l">
              <a:defRPr sz="1725" b="0">
                <a:solidFill>
                  <a:srgbClr val="526773"/>
                </a:solidFill>
                <a:latin typeface="Arial"/>
                <a:ea typeface="Arial"/>
                <a:cs typeface="Arial"/>
              </a:defRPr>
            </a:lvl7pPr>
            <a:lvl8pPr algn="l">
              <a:defRPr sz="1725" b="0">
                <a:solidFill>
                  <a:srgbClr val="526773"/>
                </a:solidFill>
                <a:latin typeface="Arial"/>
                <a:ea typeface="Arial"/>
                <a:cs typeface="Arial"/>
              </a:defRPr>
            </a:lvl8pPr>
            <a:lvl9pPr algn="l">
              <a:defRPr sz="1725" b="0">
                <a:solidFill>
                  <a:srgbClr val="526773"/>
                </a:solidFill>
                <a:latin typeface="Arial"/>
                <a:ea typeface="Arial"/>
                <a:cs typeface="Arial"/>
              </a:defRPr>
            </a:lvl9pPr>
          </a:lstStyle>
          <a:p xmlns:a="http://schemas.openxmlformats.org/drawingml/2006/main">
            <a:pPr algn="l">
              <a:defRPr sz="1725" b="0">
                <a:solidFill>
                  <a:srgbClr val="526773"/>
                </a:solidFill>
                <a:latin typeface="Arial"/>
                <a:ea typeface="Arial"/>
                <a:cs typeface="Arial"/>
              </a:defRPr>
            </a:pPr>
            <a:r>
              <a:rPr sz="1725" b="0">
                <a:solidFill>
                  <a:srgbClr val="526773"/>
                </a:solidFill>
                <a:latin typeface="Arial"/>
                <a:ea typeface="Arial"/>
                <a:cs typeface="Arial"/>
              </a:rPr>
              <a:t>Phòng dịch vụ xác nhận</a:t>
            </a:r>
          </a:p>
        </p:txBody>
      </p:sp>
      <p:sp>
        <p:nvSpPr>
          <p:cNvPr id="38" name="diagram-108">
            <a:extLst xmlns:a="http://schemas.openxmlformats.org/drawingml/2006/main">
              <a:ext uri="{FF2B5EF4-FFF2-40B4-BE49-F238E27FC236}">
                <a16:creationId xmlns:a16="http://schemas.microsoft.com/office/drawing/2014/main" id="{1811AFB8-EDAC-4582-8492-41680FDFBB16}"/>
              </a:ext>
            </a:extLst>
          </p:cNvPr>
          <p:cNvSpPr>
            <a:spLocks xmlns:a="http://schemas.openxmlformats.org/drawingml/2006/main" noGrp="1"/>
          </p:cNvSpPr>
          <p:nvPr/>
        </p:nvSpPr>
        <p:spPr>
          <a:xfrm xmlns:a="http://schemas.openxmlformats.org/drawingml/2006/main">
            <a:off x="4381500" y="5429250"/>
            <a:ext cx="3524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defRPr sz="1725" b="0">
                <a:solidFill>
                  <a:srgbClr val="526773"/>
                </a:solidFill>
                <a:latin typeface="Arial"/>
                <a:ea typeface="Arial"/>
                <a:cs typeface="Arial"/>
              </a:defRPr>
            </a:lvl1pPr>
            <a:lvl2pPr algn="l">
              <a:defRPr sz="1725" b="0">
                <a:solidFill>
                  <a:srgbClr val="526773"/>
                </a:solidFill>
                <a:latin typeface="Arial"/>
                <a:ea typeface="Arial"/>
                <a:cs typeface="Arial"/>
              </a:defRPr>
            </a:lvl2pPr>
            <a:lvl3pPr algn="l">
              <a:defRPr sz="1725" b="0">
                <a:solidFill>
                  <a:srgbClr val="526773"/>
                </a:solidFill>
                <a:latin typeface="Arial"/>
                <a:ea typeface="Arial"/>
                <a:cs typeface="Arial"/>
              </a:defRPr>
            </a:lvl3pPr>
            <a:lvl4pPr algn="l">
              <a:defRPr sz="1725" b="0">
                <a:solidFill>
                  <a:srgbClr val="526773"/>
                </a:solidFill>
                <a:latin typeface="Arial"/>
                <a:ea typeface="Arial"/>
                <a:cs typeface="Arial"/>
              </a:defRPr>
            </a:lvl4pPr>
            <a:lvl5pPr algn="l">
              <a:defRPr sz="1725" b="0">
                <a:solidFill>
                  <a:srgbClr val="526773"/>
                </a:solidFill>
                <a:latin typeface="Arial"/>
                <a:ea typeface="Arial"/>
                <a:cs typeface="Arial"/>
              </a:defRPr>
            </a:lvl5pPr>
            <a:lvl6pPr algn="l">
              <a:defRPr sz="1725" b="0">
                <a:solidFill>
                  <a:srgbClr val="526773"/>
                </a:solidFill>
                <a:latin typeface="Arial"/>
                <a:ea typeface="Arial"/>
                <a:cs typeface="Arial"/>
              </a:defRPr>
            </a:lvl6pPr>
            <a:lvl7pPr algn="l">
              <a:defRPr sz="1725" b="0">
                <a:solidFill>
                  <a:srgbClr val="526773"/>
                </a:solidFill>
                <a:latin typeface="Arial"/>
                <a:ea typeface="Arial"/>
                <a:cs typeface="Arial"/>
              </a:defRPr>
            </a:lvl7pPr>
            <a:lvl8pPr algn="l">
              <a:defRPr sz="1725" b="0">
                <a:solidFill>
                  <a:srgbClr val="526773"/>
                </a:solidFill>
                <a:latin typeface="Arial"/>
                <a:ea typeface="Arial"/>
                <a:cs typeface="Arial"/>
              </a:defRPr>
            </a:lvl8pPr>
            <a:lvl9pPr algn="l">
              <a:defRPr sz="1725" b="0">
                <a:solidFill>
                  <a:srgbClr val="526773"/>
                </a:solidFill>
                <a:latin typeface="Arial"/>
                <a:ea typeface="Arial"/>
                <a:cs typeface="Arial"/>
              </a:defRPr>
            </a:lvl9pPr>
          </a:lstStyle>
          <a:p xmlns:a="http://schemas.openxmlformats.org/drawingml/2006/main">
            <a:pPr algn="l">
              <a:defRPr sz="1725" b="0">
                <a:solidFill>
                  <a:srgbClr val="526773"/>
                </a:solidFill>
                <a:latin typeface="Arial"/>
                <a:ea typeface="Arial"/>
                <a:cs typeface="Arial"/>
              </a:defRPr>
            </a:pPr>
            <a:r>
              <a:rPr sz="1725" b="0">
                <a:solidFill>
                  <a:srgbClr val="526773"/>
                </a:solidFill>
                <a:latin typeface="Arial"/>
                <a:ea typeface="Arial"/>
                <a:cs typeface="Arial"/>
              </a:rPr>
              <a:t>Bệnh nhân nhận hướng dẫn</a:t>
            </a:r>
          </a:p>
        </p:txBody>
      </p:sp>
      <p:sp>
        <p:nvSpPr>
          <p:cNvPr id="39" name="diagram-109">
            <a:extLst xmlns:a="http://schemas.openxmlformats.org/drawingml/2006/main">
              <a:ext uri="{FF2B5EF4-FFF2-40B4-BE49-F238E27FC236}">
                <a16:creationId xmlns:a16="http://schemas.microsoft.com/office/drawing/2014/main" id="{55535E29-F382-4717-96A0-7817D97F600C}"/>
              </a:ext>
            </a:extLst>
          </p:cNvPr>
          <p:cNvSpPr>
            <a:spLocks xmlns:a="http://schemas.openxmlformats.org/drawingml/2006/main" noGrp="1"/>
          </p:cNvSpPr>
          <p:nvPr/>
        </p:nvSpPr>
        <p:spPr>
          <a:xfrm xmlns:a="http://schemas.openxmlformats.org/drawingml/2006/main">
            <a:off x="8382000" y="5429250"/>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defRPr sz="1725" b="0">
                <a:solidFill>
                  <a:srgbClr val="526773"/>
                </a:solidFill>
                <a:latin typeface="Arial"/>
                <a:ea typeface="Arial"/>
                <a:cs typeface="Arial"/>
              </a:defRPr>
            </a:lvl1pPr>
            <a:lvl2pPr algn="l">
              <a:defRPr sz="1725" b="0">
                <a:solidFill>
                  <a:srgbClr val="526773"/>
                </a:solidFill>
                <a:latin typeface="Arial"/>
                <a:ea typeface="Arial"/>
                <a:cs typeface="Arial"/>
              </a:defRPr>
            </a:lvl2pPr>
            <a:lvl3pPr algn="l">
              <a:defRPr sz="1725" b="0">
                <a:solidFill>
                  <a:srgbClr val="526773"/>
                </a:solidFill>
                <a:latin typeface="Arial"/>
                <a:ea typeface="Arial"/>
                <a:cs typeface="Arial"/>
              </a:defRPr>
            </a:lvl3pPr>
            <a:lvl4pPr algn="l">
              <a:defRPr sz="1725" b="0">
                <a:solidFill>
                  <a:srgbClr val="526773"/>
                </a:solidFill>
                <a:latin typeface="Arial"/>
                <a:ea typeface="Arial"/>
                <a:cs typeface="Arial"/>
              </a:defRPr>
            </a:lvl4pPr>
            <a:lvl5pPr algn="l">
              <a:defRPr sz="1725" b="0">
                <a:solidFill>
                  <a:srgbClr val="526773"/>
                </a:solidFill>
                <a:latin typeface="Arial"/>
                <a:ea typeface="Arial"/>
                <a:cs typeface="Arial"/>
              </a:defRPr>
            </a:lvl5pPr>
            <a:lvl6pPr algn="l">
              <a:defRPr sz="1725" b="0">
                <a:solidFill>
                  <a:srgbClr val="526773"/>
                </a:solidFill>
                <a:latin typeface="Arial"/>
                <a:ea typeface="Arial"/>
                <a:cs typeface="Arial"/>
              </a:defRPr>
            </a:lvl6pPr>
            <a:lvl7pPr algn="l">
              <a:defRPr sz="1725" b="0">
                <a:solidFill>
                  <a:srgbClr val="526773"/>
                </a:solidFill>
                <a:latin typeface="Arial"/>
                <a:ea typeface="Arial"/>
                <a:cs typeface="Arial"/>
              </a:defRPr>
            </a:lvl7pPr>
            <a:lvl8pPr algn="l">
              <a:defRPr sz="1725" b="0">
                <a:solidFill>
                  <a:srgbClr val="526773"/>
                </a:solidFill>
                <a:latin typeface="Arial"/>
                <a:ea typeface="Arial"/>
                <a:cs typeface="Arial"/>
              </a:defRPr>
            </a:lvl8pPr>
            <a:lvl9pPr algn="l">
              <a:defRPr sz="1725" b="0">
                <a:solidFill>
                  <a:srgbClr val="526773"/>
                </a:solidFill>
                <a:latin typeface="Arial"/>
                <a:ea typeface="Arial"/>
                <a:cs typeface="Arial"/>
              </a:defRPr>
            </a:lvl9pPr>
          </a:lstStyle>
          <a:p xmlns:a="http://schemas.openxmlformats.org/drawingml/2006/main">
            <a:pPr algn="l">
              <a:defRPr sz="1725" b="0">
                <a:solidFill>
                  <a:srgbClr val="526773"/>
                </a:solidFill>
                <a:latin typeface="Arial"/>
                <a:ea typeface="Arial"/>
                <a:cs typeface="Arial"/>
              </a:defRPr>
            </a:pPr>
            <a:r>
              <a:rPr sz="1725" b="0">
                <a:solidFill>
                  <a:srgbClr val="526773"/>
                </a:solidFill>
                <a:latin typeface="Arial"/>
                <a:ea typeface="Arial"/>
                <a:cs typeface="Arial"/>
              </a:rPr>
              <a:t>Bác sĩ cập nhật nền</a:t>
            </a:r>
          </a:p>
        </p:txBody>
      </p:sp>
      <p:sp>
        <p:nvSpPr>
          <p:cNvPr id="40" name="diagram-110">
            <a:extLst xmlns:a="http://schemas.openxmlformats.org/drawingml/2006/main">
              <a:ext uri="{FF2B5EF4-FFF2-40B4-BE49-F238E27FC236}">
                <a16:creationId xmlns:a16="http://schemas.microsoft.com/office/drawing/2014/main" id="{269A443D-108F-4F25-AC69-C5536DD6C153}"/>
              </a:ext>
            </a:extLst>
          </p:cNvPr>
          <p:cNvSpPr>
            <a:spLocks xmlns:a="http://schemas.openxmlformats.org/drawingml/2006/main" noGrp="1"/>
          </p:cNvSpPr>
          <p:nvPr/>
        </p:nvSpPr>
        <p:spPr>
          <a:xfrm xmlns:a="http://schemas.openxmlformats.org/drawingml/2006/main">
            <a:off x="571500" y="6324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26773"/>
                </a:solidFill>
                <a:latin typeface="Arial"/>
                <a:ea typeface="Arial"/>
                <a:cs typeface="Arial"/>
              </a:defRPr>
            </a:defPPr>
            <a:lvl1pPr algn="l">
              <a:defRPr sz="1125" b="0">
                <a:solidFill>
                  <a:srgbClr val="526773"/>
                </a:solidFill>
                <a:latin typeface="Arial"/>
                <a:ea typeface="Arial"/>
                <a:cs typeface="Arial"/>
              </a:defRPr>
            </a:lvl1pPr>
            <a:lvl2pPr algn="l">
              <a:defRPr sz="1125" b="0">
                <a:solidFill>
                  <a:srgbClr val="526773"/>
                </a:solidFill>
                <a:latin typeface="Arial"/>
                <a:ea typeface="Arial"/>
                <a:cs typeface="Arial"/>
              </a:defRPr>
            </a:lvl2pPr>
            <a:lvl3pPr algn="l">
              <a:defRPr sz="1125" b="0">
                <a:solidFill>
                  <a:srgbClr val="526773"/>
                </a:solidFill>
                <a:latin typeface="Arial"/>
                <a:ea typeface="Arial"/>
                <a:cs typeface="Arial"/>
              </a:defRPr>
            </a:lvl3pPr>
            <a:lvl4pPr algn="l">
              <a:defRPr sz="1125" b="0">
                <a:solidFill>
                  <a:srgbClr val="526773"/>
                </a:solidFill>
                <a:latin typeface="Arial"/>
                <a:ea typeface="Arial"/>
                <a:cs typeface="Arial"/>
              </a:defRPr>
            </a:lvl4pPr>
            <a:lvl5pPr algn="l">
              <a:defRPr sz="1125" b="0">
                <a:solidFill>
                  <a:srgbClr val="526773"/>
                </a:solidFill>
                <a:latin typeface="Arial"/>
                <a:ea typeface="Arial"/>
                <a:cs typeface="Arial"/>
              </a:defRPr>
            </a:lvl5pPr>
            <a:lvl6pPr algn="l">
              <a:defRPr sz="1125" b="0">
                <a:solidFill>
                  <a:srgbClr val="526773"/>
                </a:solidFill>
                <a:latin typeface="Arial"/>
                <a:ea typeface="Arial"/>
                <a:cs typeface="Arial"/>
              </a:defRPr>
            </a:lvl6pPr>
            <a:lvl7pPr algn="l">
              <a:defRPr sz="1125" b="0">
                <a:solidFill>
                  <a:srgbClr val="526773"/>
                </a:solidFill>
                <a:latin typeface="Arial"/>
                <a:ea typeface="Arial"/>
                <a:cs typeface="Arial"/>
              </a:defRPr>
            </a:lvl7pPr>
            <a:lvl8pPr algn="l">
              <a:defRPr sz="1125" b="0">
                <a:solidFill>
                  <a:srgbClr val="526773"/>
                </a:solidFill>
                <a:latin typeface="Arial"/>
                <a:ea typeface="Arial"/>
                <a:cs typeface="Arial"/>
              </a:defRPr>
            </a:lvl8pPr>
            <a:lvl9pPr algn="l">
              <a:defRPr sz="1125" b="0">
                <a:solidFill>
                  <a:srgbClr val="526773"/>
                </a:solidFill>
                <a:latin typeface="Arial"/>
                <a:ea typeface="Arial"/>
                <a:cs typeface="Arial"/>
              </a:defRPr>
            </a:lvl9pPr>
          </a:lstStyle>
          <a:p xmlns:a="http://schemas.openxmlformats.org/drawingml/2006/main">
            <a:pPr algn="l">
              <a:defRPr sz="1125" b="0">
                <a:solidFill>
                  <a:srgbClr val="526773"/>
                </a:solidFill>
                <a:latin typeface="Arial"/>
                <a:ea typeface="Arial"/>
                <a:cs typeface="Arial"/>
              </a:defRPr>
            </a:pPr>
            <a:r>
              <a:rPr sz="1125" b="0">
                <a:solidFill>
                  <a:srgbClr val="526773"/>
                </a:solidFill>
                <a:latin typeface="Arial"/>
                <a:ea typeface="Arial"/>
                <a:cs typeface="Arial"/>
              </a:rPr>
              <a:t>Mô phỏng. AI thật chưa kết nối thành công; chưa có kết quả thử người dùng.</a:t>
            </a:r>
          </a:p>
        </p:txBody>
      </p:sp>
      <p:sp>
        <p:nvSpPr>
          <p:cNvPr id="41" name="diagram-111">
            <a:extLst xmlns:a="http://schemas.openxmlformats.org/drawingml/2006/main">
              <a:ext uri="{FF2B5EF4-FFF2-40B4-BE49-F238E27FC236}">
                <a16:creationId xmlns:a16="http://schemas.microsoft.com/office/drawing/2014/main" id="{D0556E90-67D7-4490-9576-74281565312C}"/>
              </a:ext>
            </a:extLst>
          </p:cNvPr>
          <p:cNvSpPr>
            <a:spLocks xmlns:a="http://schemas.openxmlformats.org/drawingml/2006/main" noGrp="1"/>
          </p:cNvSpPr>
          <p:nvPr/>
        </p:nvSpPr>
        <p:spPr>
          <a:xfrm xmlns:a="http://schemas.openxmlformats.org/drawingml/2006/main">
            <a:off x="11334750" y="63246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1">
                <a:solidFill>
                  <a:srgbClr val="246BCE"/>
                </a:solidFill>
                <a:latin typeface="Arial"/>
                <a:ea typeface="Arial"/>
                <a:cs typeface="Arial"/>
              </a:defRPr>
            </a:defPPr>
            <a:lvl1pPr algn="r">
              <a:defRPr sz="1275" b="1">
                <a:solidFill>
                  <a:srgbClr val="246BCE"/>
                </a:solidFill>
                <a:latin typeface="Arial"/>
                <a:ea typeface="Arial"/>
                <a:cs typeface="Arial"/>
              </a:defRPr>
            </a:lvl1pPr>
            <a:lvl2pPr algn="r">
              <a:defRPr sz="1275" b="1">
                <a:solidFill>
                  <a:srgbClr val="246BCE"/>
                </a:solidFill>
                <a:latin typeface="Arial"/>
                <a:ea typeface="Arial"/>
                <a:cs typeface="Arial"/>
              </a:defRPr>
            </a:lvl2pPr>
            <a:lvl3pPr algn="r">
              <a:defRPr sz="1275" b="1">
                <a:solidFill>
                  <a:srgbClr val="246BCE"/>
                </a:solidFill>
                <a:latin typeface="Arial"/>
                <a:ea typeface="Arial"/>
                <a:cs typeface="Arial"/>
              </a:defRPr>
            </a:lvl3pPr>
            <a:lvl4pPr algn="r">
              <a:defRPr sz="1275" b="1">
                <a:solidFill>
                  <a:srgbClr val="246BCE"/>
                </a:solidFill>
                <a:latin typeface="Arial"/>
                <a:ea typeface="Arial"/>
                <a:cs typeface="Arial"/>
              </a:defRPr>
            </a:lvl4pPr>
            <a:lvl5pPr algn="r">
              <a:defRPr sz="1275" b="1">
                <a:solidFill>
                  <a:srgbClr val="246BCE"/>
                </a:solidFill>
                <a:latin typeface="Arial"/>
                <a:ea typeface="Arial"/>
                <a:cs typeface="Arial"/>
              </a:defRPr>
            </a:lvl5pPr>
            <a:lvl6pPr algn="r">
              <a:defRPr sz="1275" b="1">
                <a:solidFill>
                  <a:srgbClr val="246BCE"/>
                </a:solidFill>
                <a:latin typeface="Arial"/>
                <a:ea typeface="Arial"/>
                <a:cs typeface="Arial"/>
              </a:defRPr>
            </a:lvl6pPr>
            <a:lvl7pPr algn="r">
              <a:defRPr sz="1275" b="1">
                <a:solidFill>
                  <a:srgbClr val="246BCE"/>
                </a:solidFill>
                <a:latin typeface="Arial"/>
                <a:ea typeface="Arial"/>
                <a:cs typeface="Arial"/>
              </a:defRPr>
            </a:lvl7pPr>
            <a:lvl8pPr algn="r">
              <a:defRPr sz="1275" b="1">
                <a:solidFill>
                  <a:srgbClr val="246BCE"/>
                </a:solidFill>
                <a:latin typeface="Arial"/>
                <a:ea typeface="Arial"/>
                <a:cs typeface="Arial"/>
              </a:defRPr>
            </a:lvl8pPr>
            <a:lvl9pPr algn="r">
              <a:defRPr sz="1275" b="1">
                <a:solidFill>
                  <a:srgbClr val="246BCE"/>
                </a:solidFill>
                <a:latin typeface="Arial"/>
                <a:ea typeface="Arial"/>
                <a:cs typeface="Arial"/>
              </a:defRPr>
            </a:lvl9pPr>
          </a:lstStyle>
          <a:p xmlns:a="http://schemas.openxmlformats.org/drawingml/2006/main">
            <a:pPr algn="r">
              <a:defRPr sz="1275" b="1">
                <a:solidFill>
                  <a:srgbClr val="246BCE"/>
                </a:solidFill>
                <a:latin typeface="Arial"/>
                <a:ea typeface="Arial"/>
                <a:cs typeface="Arial"/>
              </a:defRPr>
            </a:pPr>
            <a:r>
              <a:rPr sz="1275" b="1">
                <a:solidFill>
                  <a:srgbClr val="246BCE"/>
                </a:solidFill>
                <a:latin typeface="Arial"/>
                <a:ea typeface="Arial"/>
                <a:cs typeface="Arial"/>
              </a:rPr>
              <a:t>06</a:t>
            </a:r>
          </a:p>
        </p:txBody>
      </p:sp>
    </p:spTree>
    <p:extLst>
      <p:ext uri="{BB962C8B-B14F-4D97-AF65-F5344CB8AC3E}">
        <p14:creationId xmlns:p14="http://schemas.microsoft.com/office/powerpoint/2010/main" val="740593195"/>
      </p:ext>
    </p:extLst>
  </p:cSld>
</p:sld>
</file>

<file path=ppt/slides/slide7.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0" name="diagram-112">
            <a:extLst xmlns:a="http://schemas.openxmlformats.org/drawingml/2006/main">
              <a:ext uri="{FF2B5EF4-FFF2-40B4-BE49-F238E27FC236}">
                <a16:creationId xmlns:a16="http://schemas.microsoft.com/office/drawing/2014/main" id="{D31D9456-AB0F-4CE4-B5AF-EF65797A5EC2}"/>
              </a:ext>
            </a:extLst>
          </p:cNvPr>
          <p:cNvSpPr>
            <a:spLocks xmlns:a="http://schemas.openxmlformats.org/drawingml/2006/main" noGrp="1"/>
          </p:cNvSpPr>
          <p:nvPr/>
        </p:nvSpPr>
        <p:spPr>
          <a:xfrm xmlns:a="http://schemas.openxmlformats.org/drawingml/2006/main">
            <a:off x="619125" y="952500"/>
            <a:ext cx="72390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4875" b="1">
                <a:solidFill>
                  <a:srgbClr val="FFFFFF"/>
                </a:solidFill>
                <a:latin typeface="Arial"/>
                <a:ea typeface="Arial"/>
                <a:cs typeface="Arial"/>
              </a:defRPr>
            </a:defPPr>
            <a:lvl1pPr algn="l">
              <a:defRPr sz="4875" b="1">
                <a:solidFill>
                  <a:srgbClr val="FFFFFF"/>
                </a:solidFill>
                <a:latin typeface="Arial"/>
                <a:ea typeface="Arial"/>
                <a:cs typeface="Arial"/>
              </a:defRPr>
            </a:lvl1pPr>
            <a:lvl2pPr algn="l">
              <a:defRPr sz="4875" b="1">
                <a:solidFill>
                  <a:srgbClr val="FFFFFF"/>
                </a:solidFill>
                <a:latin typeface="Arial"/>
                <a:ea typeface="Arial"/>
                <a:cs typeface="Arial"/>
              </a:defRPr>
            </a:lvl2pPr>
            <a:lvl3pPr algn="l">
              <a:defRPr sz="4875" b="1">
                <a:solidFill>
                  <a:srgbClr val="FFFFFF"/>
                </a:solidFill>
                <a:latin typeface="Arial"/>
                <a:ea typeface="Arial"/>
                <a:cs typeface="Arial"/>
              </a:defRPr>
            </a:lvl3pPr>
            <a:lvl4pPr algn="l">
              <a:defRPr sz="4875" b="1">
                <a:solidFill>
                  <a:srgbClr val="FFFFFF"/>
                </a:solidFill>
                <a:latin typeface="Arial"/>
                <a:ea typeface="Arial"/>
                <a:cs typeface="Arial"/>
              </a:defRPr>
            </a:lvl4pPr>
            <a:lvl5pPr algn="l">
              <a:defRPr sz="4875" b="1">
                <a:solidFill>
                  <a:srgbClr val="FFFFFF"/>
                </a:solidFill>
                <a:latin typeface="Arial"/>
                <a:ea typeface="Arial"/>
                <a:cs typeface="Arial"/>
              </a:defRPr>
            </a:lvl5pPr>
            <a:lvl6pPr algn="l">
              <a:defRPr sz="4875" b="1">
                <a:solidFill>
                  <a:srgbClr val="FFFFFF"/>
                </a:solidFill>
                <a:latin typeface="Arial"/>
                <a:ea typeface="Arial"/>
                <a:cs typeface="Arial"/>
              </a:defRPr>
            </a:lvl6pPr>
            <a:lvl7pPr algn="l">
              <a:defRPr sz="4875" b="1">
                <a:solidFill>
                  <a:srgbClr val="FFFFFF"/>
                </a:solidFill>
                <a:latin typeface="Arial"/>
                <a:ea typeface="Arial"/>
                <a:cs typeface="Arial"/>
              </a:defRPr>
            </a:lvl7pPr>
            <a:lvl8pPr algn="l">
              <a:defRPr sz="4875" b="1">
                <a:solidFill>
                  <a:srgbClr val="FFFFFF"/>
                </a:solidFill>
                <a:latin typeface="Arial"/>
                <a:ea typeface="Arial"/>
                <a:cs typeface="Arial"/>
              </a:defRPr>
            </a:lvl8pPr>
            <a:lvl9pPr algn="l">
              <a:defRPr sz="4875" b="1">
                <a:solidFill>
                  <a:srgbClr val="FFFFFF"/>
                </a:solidFill>
                <a:latin typeface="Arial"/>
                <a:ea typeface="Arial"/>
                <a:cs typeface="Arial"/>
              </a:defRPr>
            </a:lvl9pPr>
          </a:lstStyle>
          <a:p xmlns:a="http://schemas.openxmlformats.org/drawingml/2006/main">
            <a:pPr algn="l">
              <a:defRPr sz="4875" b="1">
                <a:solidFill>
                  <a:srgbClr val="FFFFFF"/>
                </a:solidFill>
                <a:latin typeface="Arial"/>
                <a:ea typeface="Arial"/>
                <a:cs typeface="Arial"/>
              </a:defRPr>
            </a:pPr>
            <a:r>
              <a:rPr sz="4875" b="1">
                <a:solidFill>
                  <a:srgbClr val="FFFFFF"/>
                </a:solidFill>
                <a:latin typeface="Arial"/>
                <a:ea typeface="Arial"/>
                <a:cs typeface="Arial"/>
              </a:rPr>
              <a:t>Thử với</a:t>
            </a:r>
          </a:p>
          <a:p xmlns:a="http://schemas.openxmlformats.org/drawingml/2006/main">
            <a:pPr algn="l">
              <a:defRPr sz="4875" b="1">
                <a:solidFill>
                  <a:srgbClr val="FFFFFF"/>
                </a:solidFill>
                <a:latin typeface="Arial"/>
                <a:ea typeface="Arial"/>
                <a:cs typeface="Arial"/>
              </a:defRPr>
            </a:pPr>
            <a:r>
              <a:rPr sz="4875" b="1">
                <a:solidFill>
                  <a:srgbClr val="FFFFFF"/>
                </a:solidFill>
                <a:latin typeface="Arial"/>
                <a:ea typeface="Arial"/>
                <a:cs typeface="Arial"/>
              </a:rPr>
              <a:t>người dùng</a:t>
            </a:r>
          </a:p>
        </p:txBody>
      </p:sp>
      <p:sp>
        <p:nvSpPr>
          <p:cNvPr id="2" name="diagram-113">
            <a:extLst xmlns:a="http://schemas.openxmlformats.org/drawingml/2006/main">
              <a:ext uri="{FF2B5EF4-FFF2-40B4-BE49-F238E27FC236}">
                <a16:creationId xmlns:a16="http://schemas.microsoft.com/office/drawing/2014/main" id="{256DB1D8-AE3C-4923-82BF-11362B950476}"/>
              </a:ext>
            </a:extLst>
          </p:cNvPr>
          <p:cNvSpPr>
            <a:spLocks xmlns:a="http://schemas.openxmlformats.org/drawingml/2006/main" noGrp="1"/>
          </p:cNvSpPr>
          <p:nvPr/>
        </p:nvSpPr>
        <p:spPr>
          <a:xfrm xmlns:a="http://schemas.openxmlformats.org/drawingml/2006/main">
            <a:off x="619125" y="3095625"/>
            <a:ext cx="723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0">
                <a:solidFill>
                  <a:srgbClr val="C1D2E0"/>
                </a:solidFill>
                <a:latin typeface="Arial"/>
                <a:ea typeface="Arial"/>
                <a:cs typeface="Arial"/>
              </a:defRPr>
            </a:defPPr>
            <a:lvl1pPr algn="l">
              <a:defRPr sz="2175" b="0">
                <a:solidFill>
                  <a:srgbClr val="C1D2E0"/>
                </a:solidFill>
                <a:latin typeface="Arial"/>
                <a:ea typeface="Arial"/>
                <a:cs typeface="Arial"/>
              </a:defRPr>
            </a:lvl1pPr>
            <a:lvl2pPr algn="l">
              <a:defRPr sz="2175" b="0">
                <a:solidFill>
                  <a:srgbClr val="C1D2E0"/>
                </a:solidFill>
                <a:latin typeface="Arial"/>
                <a:ea typeface="Arial"/>
                <a:cs typeface="Arial"/>
              </a:defRPr>
            </a:lvl2pPr>
            <a:lvl3pPr algn="l">
              <a:defRPr sz="2175" b="0">
                <a:solidFill>
                  <a:srgbClr val="C1D2E0"/>
                </a:solidFill>
                <a:latin typeface="Arial"/>
                <a:ea typeface="Arial"/>
                <a:cs typeface="Arial"/>
              </a:defRPr>
            </a:lvl3pPr>
            <a:lvl4pPr algn="l">
              <a:defRPr sz="2175" b="0">
                <a:solidFill>
                  <a:srgbClr val="C1D2E0"/>
                </a:solidFill>
                <a:latin typeface="Arial"/>
                <a:ea typeface="Arial"/>
                <a:cs typeface="Arial"/>
              </a:defRPr>
            </a:lvl4pPr>
            <a:lvl5pPr algn="l">
              <a:defRPr sz="2175" b="0">
                <a:solidFill>
                  <a:srgbClr val="C1D2E0"/>
                </a:solidFill>
                <a:latin typeface="Arial"/>
                <a:ea typeface="Arial"/>
                <a:cs typeface="Arial"/>
              </a:defRPr>
            </a:lvl5pPr>
            <a:lvl6pPr algn="l">
              <a:defRPr sz="2175" b="0">
                <a:solidFill>
                  <a:srgbClr val="C1D2E0"/>
                </a:solidFill>
                <a:latin typeface="Arial"/>
                <a:ea typeface="Arial"/>
                <a:cs typeface="Arial"/>
              </a:defRPr>
            </a:lvl6pPr>
            <a:lvl7pPr algn="l">
              <a:defRPr sz="2175" b="0">
                <a:solidFill>
                  <a:srgbClr val="C1D2E0"/>
                </a:solidFill>
                <a:latin typeface="Arial"/>
                <a:ea typeface="Arial"/>
                <a:cs typeface="Arial"/>
              </a:defRPr>
            </a:lvl7pPr>
            <a:lvl8pPr algn="l">
              <a:defRPr sz="2175" b="0">
                <a:solidFill>
                  <a:srgbClr val="C1D2E0"/>
                </a:solidFill>
                <a:latin typeface="Arial"/>
                <a:ea typeface="Arial"/>
                <a:cs typeface="Arial"/>
              </a:defRPr>
            </a:lvl8pPr>
            <a:lvl9pPr algn="l">
              <a:defRPr sz="2175" b="0">
                <a:solidFill>
                  <a:srgbClr val="C1D2E0"/>
                </a:solidFill>
                <a:latin typeface="Arial"/>
                <a:ea typeface="Arial"/>
                <a:cs typeface="Arial"/>
              </a:defRPr>
            </a:lvl9pPr>
          </a:lstStyle>
          <a:p xmlns:a="http://schemas.openxmlformats.org/drawingml/2006/main">
            <a:pPr algn="l">
              <a:defRPr sz="2175" b="0">
                <a:solidFill>
                  <a:srgbClr val="C1D2E0"/>
                </a:solidFill>
                <a:latin typeface="Arial"/>
                <a:ea typeface="Arial"/>
                <a:cs typeface="Arial"/>
              </a:defRPr>
            </a:pPr>
            <a:r>
              <a:rPr sz="2175" b="0">
                <a:solidFill>
                  <a:srgbClr val="C1D2E0"/>
                </a:solidFill>
                <a:latin typeface="Arial"/>
                <a:ea typeface="Arial"/>
                <a:cs typeface="Arial"/>
              </a:rPr>
              <a:t>Chờ thực hiện buổi thử</a:t>
            </a:r>
          </a:p>
        </p:txBody>
      </p:sp>
      <p:sp>
        <p:nvSpPr>
          <p:cNvPr id="3" name="diagram-114">
            <a:extLst xmlns:a="http://schemas.openxmlformats.org/drawingml/2006/main">
              <a:ext uri="{FF2B5EF4-FFF2-40B4-BE49-F238E27FC236}">
                <a16:creationId xmlns:a16="http://schemas.microsoft.com/office/drawing/2014/main" id="{EB8BE1C9-E131-49A5-8560-669BF27D66B9}"/>
              </a:ext>
            </a:extLst>
          </p:cNvPr>
          <p:cNvSpPr>
            <a:spLocks xmlns:a="http://schemas.openxmlformats.org/drawingml/2006/main" noGrp="1"/>
          </p:cNvSpPr>
          <p:nvPr/>
        </p:nvSpPr>
        <p:spPr>
          <a:xfrm xmlns:a="http://schemas.openxmlformats.org/drawingml/2006/main">
            <a:off x="8572500" y="1104900"/>
            <a:ext cx="2952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7950" b="1">
                <a:solidFill>
                  <a:srgbClr val="79B8FF"/>
                </a:solidFill>
                <a:latin typeface="Arial"/>
                <a:ea typeface="Arial"/>
                <a:cs typeface="Arial"/>
              </a:defRPr>
            </a:defPPr>
            <a:lvl1pPr algn="l">
              <a:defRPr sz="7950" b="1">
                <a:solidFill>
                  <a:srgbClr val="79B8FF"/>
                </a:solidFill>
                <a:latin typeface="Arial"/>
                <a:ea typeface="Arial"/>
                <a:cs typeface="Arial"/>
              </a:defRPr>
            </a:lvl1pPr>
            <a:lvl2pPr algn="l">
              <a:defRPr sz="7950" b="1">
                <a:solidFill>
                  <a:srgbClr val="79B8FF"/>
                </a:solidFill>
                <a:latin typeface="Arial"/>
                <a:ea typeface="Arial"/>
                <a:cs typeface="Arial"/>
              </a:defRPr>
            </a:lvl2pPr>
            <a:lvl3pPr algn="l">
              <a:defRPr sz="7950" b="1">
                <a:solidFill>
                  <a:srgbClr val="79B8FF"/>
                </a:solidFill>
                <a:latin typeface="Arial"/>
                <a:ea typeface="Arial"/>
                <a:cs typeface="Arial"/>
              </a:defRPr>
            </a:lvl3pPr>
            <a:lvl4pPr algn="l">
              <a:defRPr sz="7950" b="1">
                <a:solidFill>
                  <a:srgbClr val="79B8FF"/>
                </a:solidFill>
                <a:latin typeface="Arial"/>
                <a:ea typeface="Arial"/>
                <a:cs typeface="Arial"/>
              </a:defRPr>
            </a:lvl4pPr>
            <a:lvl5pPr algn="l">
              <a:defRPr sz="7950" b="1">
                <a:solidFill>
                  <a:srgbClr val="79B8FF"/>
                </a:solidFill>
                <a:latin typeface="Arial"/>
                <a:ea typeface="Arial"/>
                <a:cs typeface="Arial"/>
              </a:defRPr>
            </a:lvl5pPr>
            <a:lvl6pPr algn="l">
              <a:defRPr sz="7950" b="1">
                <a:solidFill>
                  <a:srgbClr val="79B8FF"/>
                </a:solidFill>
                <a:latin typeface="Arial"/>
                <a:ea typeface="Arial"/>
                <a:cs typeface="Arial"/>
              </a:defRPr>
            </a:lvl6pPr>
            <a:lvl7pPr algn="l">
              <a:defRPr sz="7950" b="1">
                <a:solidFill>
                  <a:srgbClr val="79B8FF"/>
                </a:solidFill>
                <a:latin typeface="Arial"/>
                <a:ea typeface="Arial"/>
                <a:cs typeface="Arial"/>
              </a:defRPr>
            </a:lvl7pPr>
            <a:lvl8pPr algn="l">
              <a:defRPr sz="7950" b="1">
                <a:solidFill>
                  <a:srgbClr val="79B8FF"/>
                </a:solidFill>
                <a:latin typeface="Arial"/>
                <a:ea typeface="Arial"/>
                <a:cs typeface="Arial"/>
              </a:defRPr>
            </a:lvl8pPr>
            <a:lvl9pPr algn="l">
              <a:defRPr sz="7950" b="1">
                <a:solidFill>
                  <a:srgbClr val="79B8FF"/>
                </a:solidFill>
                <a:latin typeface="Arial"/>
                <a:ea typeface="Arial"/>
                <a:cs typeface="Arial"/>
              </a:defRPr>
            </a:lvl9pPr>
          </a:lstStyle>
          <a:p xmlns:a="http://schemas.openxmlformats.org/drawingml/2006/main">
            <a:pPr algn="l">
              <a:defRPr sz="7950" b="1">
                <a:solidFill>
                  <a:srgbClr val="79B8FF"/>
                </a:solidFill>
                <a:latin typeface="Arial"/>
                <a:ea typeface="Arial"/>
                <a:cs typeface="Arial"/>
              </a:defRPr>
            </a:pPr>
            <a:r>
              <a:rPr sz="7950" b="1">
                <a:solidFill>
                  <a:srgbClr val="79B8FF"/>
                </a:solidFill>
                <a:latin typeface="Arial"/>
                <a:ea typeface="Arial"/>
                <a:cs typeface="Arial"/>
              </a:rPr>
              <a:t>2–3</a:t>
            </a:r>
          </a:p>
        </p:txBody>
      </p:sp>
      <p:sp>
        <p:nvSpPr>
          <p:cNvPr id="4" name="diagram-115">
            <a:extLst xmlns:a="http://schemas.openxmlformats.org/drawingml/2006/main">
              <a:ext uri="{FF2B5EF4-FFF2-40B4-BE49-F238E27FC236}">
                <a16:creationId xmlns:a16="http://schemas.microsoft.com/office/drawing/2014/main" id="{587E7459-2C99-46D0-B4D8-61E2475834D7}"/>
              </a:ext>
            </a:extLst>
          </p:cNvPr>
          <p:cNvSpPr>
            <a:spLocks xmlns:a="http://schemas.openxmlformats.org/drawingml/2006/main" noGrp="1"/>
          </p:cNvSpPr>
          <p:nvPr/>
        </p:nvSpPr>
        <p:spPr>
          <a:xfrm xmlns:a="http://schemas.openxmlformats.org/drawingml/2006/main">
            <a:off x="8572500" y="261937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D5E4F0"/>
                </a:solidFill>
                <a:latin typeface="Arial"/>
                <a:ea typeface="Arial"/>
                <a:cs typeface="Arial"/>
              </a:defRPr>
            </a:defPPr>
            <a:lvl1pPr algn="l">
              <a:defRPr sz="2025" b="0">
                <a:solidFill>
                  <a:srgbClr val="D5E4F0"/>
                </a:solidFill>
                <a:latin typeface="Arial"/>
                <a:ea typeface="Arial"/>
                <a:cs typeface="Arial"/>
              </a:defRPr>
            </a:lvl1pPr>
            <a:lvl2pPr algn="l">
              <a:defRPr sz="2025" b="0">
                <a:solidFill>
                  <a:srgbClr val="D5E4F0"/>
                </a:solidFill>
                <a:latin typeface="Arial"/>
                <a:ea typeface="Arial"/>
                <a:cs typeface="Arial"/>
              </a:defRPr>
            </a:lvl2pPr>
            <a:lvl3pPr algn="l">
              <a:defRPr sz="2025" b="0">
                <a:solidFill>
                  <a:srgbClr val="D5E4F0"/>
                </a:solidFill>
                <a:latin typeface="Arial"/>
                <a:ea typeface="Arial"/>
                <a:cs typeface="Arial"/>
              </a:defRPr>
            </a:lvl3pPr>
            <a:lvl4pPr algn="l">
              <a:defRPr sz="2025" b="0">
                <a:solidFill>
                  <a:srgbClr val="D5E4F0"/>
                </a:solidFill>
                <a:latin typeface="Arial"/>
                <a:ea typeface="Arial"/>
                <a:cs typeface="Arial"/>
              </a:defRPr>
            </a:lvl4pPr>
            <a:lvl5pPr algn="l">
              <a:defRPr sz="2025" b="0">
                <a:solidFill>
                  <a:srgbClr val="D5E4F0"/>
                </a:solidFill>
                <a:latin typeface="Arial"/>
                <a:ea typeface="Arial"/>
                <a:cs typeface="Arial"/>
              </a:defRPr>
            </a:lvl5pPr>
            <a:lvl6pPr algn="l">
              <a:defRPr sz="2025" b="0">
                <a:solidFill>
                  <a:srgbClr val="D5E4F0"/>
                </a:solidFill>
                <a:latin typeface="Arial"/>
                <a:ea typeface="Arial"/>
                <a:cs typeface="Arial"/>
              </a:defRPr>
            </a:lvl6pPr>
            <a:lvl7pPr algn="l">
              <a:defRPr sz="2025" b="0">
                <a:solidFill>
                  <a:srgbClr val="D5E4F0"/>
                </a:solidFill>
                <a:latin typeface="Arial"/>
                <a:ea typeface="Arial"/>
                <a:cs typeface="Arial"/>
              </a:defRPr>
            </a:lvl7pPr>
            <a:lvl8pPr algn="l">
              <a:defRPr sz="2025" b="0">
                <a:solidFill>
                  <a:srgbClr val="D5E4F0"/>
                </a:solidFill>
                <a:latin typeface="Arial"/>
                <a:ea typeface="Arial"/>
                <a:cs typeface="Arial"/>
              </a:defRPr>
            </a:lvl8pPr>
            <a:lvl9pPr algn="l">
              <a:defRPr sz="2025" b="0">
                <a:solidFill>
                  <a:srgbClr val="D5E4F0"/>
                </a:solidFill>
                <a:latin typeface="Arial"/>
                <a:ea typeface="Arial"/>
                <a:cs typeface="Arial"/>
              </a:defRPr>
            </a:lvl9pPr>
          </a:lstStyle>
          <a:p xmlns:a="http://schemas.openxmlformats.org/drawingml/2006/main">
            <a:pPr algn="l">
              <a:defRPr sz="2025" b="0">
                <a:solidFill>
                  <a:srgbClr val="D5E4F0"/>
                </a:solidFill>
                <a:latin typeface="Arial"/>
                <a:ea typeface="Arial"/>
                <a:cs typeface="Arial"/>
              </a:defRPr>
            </a:pPr>
            <a:r>
              <a:rPr sz="2025" b="0">
                <a:solidFill>
                  <a:srgbClr val="D5E4F0"/>
                </a:solidFill>
                <a:latin typeface="Arial"/>
                <a:ea typeface="Arial"/>
                <a:cs typeface="Arial"/>
              </a:rPr>
              <a:t>người thử dự kiến</a:t>
            </a:r>
          </a:p>
        </p:txBody>
      </p:sp>
      <p:pic>
        <p:nvPicPr>
          <p:cNvPr id="5" name="">
            <a:extLst xmlns:a="http://schemas.openxmlformats.org/drawingml/2006/main">
              <a:ext uri="{FF2B5EF4-FFF2-40B4-BE49-F238E27FC236}">
                <a16:creationId xmlns:a16="http://schemas.microsoft.com/office/drawing/2014/main" id="{A0448AAA-DEE3-4DA3-AA47-37C751AA953B}"/>
              </a:ext>
            </a:extLst>
          </p:cNvPr>
          <p:cNvPicPr>
            <a:picLocks xmlns:a="http://schemas.openxmlformats.org/drawingml/2006/main" noChangeAspect="1"/>
          </p:cNvPicPr>
          <p:nvPr/>
        </p:nvPicPr>
        <p:blipFill>
          <a:blip xmlns:r="http://schemas.openxmlformats.org/officeDocument/2006/relationships" xmlns:a="http://schemas.openxmlformats.org/drawingml/2006/main" r:embed="R5405d995221f4fef"/>
          <a:stretch xmlns:a="http://schemas.openxmlformats.org/drawingml/2006/main"/>
        </p:blipFill>
        <p:spPr>
          <a:xfrm xmlns:a="http://schemas.openxmlformats.org/drawingml/2006/main">
            <a:off x="7429500" y="3429000"/>
            <a:ext cx="4000500" cy="2667000"/>
          </a:xfrm>
          <a:prstGeom xmlns:a="http://schemas.openxmlformats.org/drawingml/2006/main" prst="rect">
            <a:avLst/>
          </a:prstGeom>
        </p:spPr>
      </p:pic>
      <p:sp>
        <p:nvSpPr>
          <p:cNvPr id="6" name="diagram-116">
            <a:extLst xmlns:a="http://schemas.openxmlformats.org/drawingml/2006/main">
              <a:ext uri="{FF2B5EF4-FFF2-40B4-BE49-F238E27FC236}">
                <a16:creationId xmlns:a16="http://schemas.microsoft.com/office/drawing/2014/main" id="{33FF6D56-EF9A-4830-99D7-82C7A3413ACF}"/>
              </a:ext>
            </a:extLst>
          </p:cNvPr>
          <p:cNvSpPr>
            <a:spLocks xmlns:a="http://schemas.openxmlformats.org/drawingml/2006/main" noGrp="1"/>
          </p:cNvSpPr>
          <p:nvPr/>
        </p:nvSpPr>
        <p:spPr>
          <a:xfrm xmlns:a="http://schemas.openxmlformats.org/drawingml/2006/main">
            <a:off x="619125" y="4238625"/>
            <a:ext cx="590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FFFFFF"/>
                </a:solidFill>
                <a:latin typeface="Arial"/>
                <a:ea typeface="Arial"/>
                <a:cs typeface="Arial"/>
              </a:defRPr>
            </a:defPPr>
            <a:lvl1pPr algn="l">
              <a:defRPr sz="2250" b="1">
                <a:solidFill>
                  <a:srgbClr val="FFFFFF"/>
                </a:solidFill>
                <a:latin typeface="Arial"/>
                <a:ea typeface="Arial"/>
                <a:cs typeface="Arial"/>
              </a:defRPr>
            </a:lvl1pPr>
            <a:lvl2pPr algn="l">
              <a:defRPr sz="2250" b="1">
                <a:solidFill>
                  <a:srgbClr val="FFFFFF"/>
                </a:solidFill>
                <a:latin typeface="Arial"/>
                <a:ea typeface="Arial"/>
                <a:cs typeface="Arial"/>
              </a:defRPr>
            </a:lvl2pPr>
            <a:lvl3pPr algn="l">
              <a:defRPr sz="2250" b="1">
                <a:solidFill>
                  <a:srgbClr val="FFFFFF"/>
                </a:solidFill>
                <a:latin typeface="Arial"/>
                <a:ea typeface="Arial"/>
                <a:cs typeface="Arial"/>
              </a:defRPr>
            </a:lvl3pPr>
            <a:lvl4pPr algn="l">
              <a:defRPr sz="2250" b="1">
                <a:solidFill>
                  <a:srgbClr val="FFFFFF"/>
                </a:solidFill>
                <a:latin typeface="Arial"/>
                <a:ea typeface="Arial"/>
                <a:cs typeface="Arial"/>
              </a:defRPr>
            </a:lvl4pPr>
            <a:lvl5pPr algn="l">
              <a:defRPr sz="2250" b="1">
                <a:solidFill>
                  <a:srgbClr val="FFFFFF"/>
                </a:solidFill>
                <a:latin typeface="Arial"/>
                <a:ea typeface="Arial"/>
                <a:cs typeface="Arial"/>
              </a:defRPr>
            </a:lvl5pPr>
            <a:lvl6pPr algn="l">
              <a:defRPr sz="2250" b="1">
                <a:solidFill>
                  <a:srgbClr val="FFFFFF"/>
                </a:solidFill>
                <a:latin typeface="Arial"/>
                <a:ea typeface="Arial"/>
                <a:cs typeface="Arial"/>
              </a:defRPr>
            </a:lvl6pPr>
            <a:lvl7pPr algn="l">
              <a:defRPr sz="2250" b="1">
                <a:solidFill>
                  <a:srgbClr val="FFFFFF"/>
                </a:solidFill>
                <a:latin typeface="Arial"/>
                <a:ea typeface="Arial"/>
                <a:cs typeface="Arial"/>
              </a:defRPr>
            </a:lvl7pPr>
            <a:lvl8pPr algn="l">
              <a:defRPr sz="2250" b="1">
                <a:solidFill>
                  <a:srgbClr val="FFFFFF"/>
                </a:solidFill>
                <a:latin typeface="Arial"/>
                <a:ea typeface="Arial"/>
                <a:cs typeface="Arial"/>
              </a:defRPr>
            </a:lvl8pPr>
            <a:lvl9pPr algn="l">
              <a:defRPr sz="2250" b="1">
                <a:solidFill>
                  <a:srgbClr val="FFFFFF"/>
                </a:solidFill>
                <a:latin typeface="Arial"/>
                <a:ea typeface="Arial"/>
                <a:cs typeface="Arial"/>
              </a:defRPr>
            </a:lvl9pPr>
          </a:lstStyle>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Quan sát quyết định chuyển bước</a:t>
            </a:r>
          </a:p>
        </p:txBody>
      </p:sp>
      <p:sp>
        <p:nvSpPr>
          <p:cNvPr id="7" name="diagram-117">
            <a:extLst xmlns:a="http://schemas.openxmlformats.org/drawingml/2006/main">
              <a:ext uri="{FF2B5EF4-FFF2-40B4-BE49-F238E27FC236}">
                <a16:creationId xmlns:a16="http://schemas.microsoft.com/office/drawing/2014/main" id="{2B6289F8-8650-4DBA-A275-649CD4792D85}"/>
              </a:ext>
            </a:extLst>
          </p:cNvPr>
          <p:cNvSpPr>
            <a:spLocks xmlns:a="http://schemas.openxmlformats.org/drawingml/2006/main" noGrp="1"/>
          </p:cNvSpPr>
          <p:nvPr/>
        </p:nvSpPr>
        <p:spPr>
          <a:xfrm xmlns:a="http://schemas.openxmlformats.org/drawingml/2006/main">
            <a:off x="619125" y="5067300"/>
            <a:ext cx="590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C1D2E0"/>
                </a:solidFill>
                <a:latin typeface="Arial"/>
                <a:ea typeface="Arial"/>
                <a:cs typeface="Arial"/>
              </a:defRPr>
            </a:defPPr>
            <a:lvl1pPr algn="l">
              <a:defRPr sz="1875" b="0">
                <a:solidFill>
                  <a:srgbClr val="C1D2E0"/>
                </a:solidFill>
                <a:latin typeface="Arial"/>
                <a:ea typeface="Arial"/>
                <a:cs typeface="Arial"/>
              </a:defRPr>
            </a:lvl1pPr>
            <a:lvl2pPr algn="l">
              <a:defRPr sz="1875" b="0">
                <a:solidFill>
                  <a:srgbClr val="C1D2E0"/>
                </a:solidFill>
                <a:latin typeface="Arial"/>
                <a:ea typeface="Arial"/>
                <a:cs typeface="Arial"/>
              </a:defRPr>
            </a:lvl2pPr>
            <a:lvl3pPr algn="l">
              <a:defRPr sz="1875" b="0">
                <a:solidFill>
                  <a:srgbClr val="C1D2E0"/>
                </a:solidFill>
                <a:latin typeface="Arial"/>
                <a:ea typeface="Arial"/>
                <a:cs typeface="Arial"/>
              </a:defRPr>
            </a:lvl3pPr>
            <a:lvl4pPr algn="l">
              <a:defRPr sz="1875" b="0">
                <a:solidFill>
                  <a:srgbClr val="C1D2E0"/>
                </a:solidFill>
                <a:latin typeface="Arial"/>
                <a:ea typeface="Arial"/>
                <a:cs typeface="Arial"/>
              </a:defRPr>
            </a:lvl4pPr>
            <a:lvl5pPr algn="l">
              <a:defRPr sz="1875" b="0">
                <a:solidFill>
                  <a:srgbClr val="C1D2E0"/>
                </a:solidFill>
                <a:latin typeface="Arial"/>
                <a:ea typeface="Arial"/>
                <a:cs typeface="Arial"/>
              </a:defRPr>
            </a:lvl5pPr>
            <a:lvl6pPr algn="l">
              <a:defRPr sz="1875" b="0">
                <a:solidFill>
                  <a:srgbClr val="C1D2E0"/>
                </a:solidFill>
                <a:latin typeface="Arial"/>
                <a:ea typeface="Arial"/>
                <a:cs typeface="Arial"/>
              </a:defRPr>
            </a:lvl6pPr>
            <a:lvl7pPr algn="l">
              <a:defRPr sz="1875" b="0">
                <a:solidFill>
                  <a:srgbClr val="C1D2E0"/>
                </a:solidFill>
                <a:latin typeface="Arial"/>
                <a:ea typeface="Arial"/>
                <a:cs typeface="Arial"/>
              </a:defRPr>
            </a:lvl7pPr>
            <a:lvl8pPr algn="l">
              <a:defRPr sz="1875" b="0">
                <a:solidFill>
                  <a:srgbClr val="C1D2E0"/>
                </a:solidFill>
                <a:latin typeface="Arial"/>
                <a:ea typeface="Arial"/>
                <a:cs typeface="Arial"/>
              </a:defRPr>
            </a:lvl8pPr>
            <a:lvl9pPr algn="l">
              <a:defRPr sz="1875" b="0">
                <a:solidFill>
                  <a:srgbClr val="C1D2E0"/>
                </a:solidFill>
                <a:latin typeface="Arial"/>
                <a:ea typeface="Arial"/>
                <a:cs typeface="Arial"/>
              </a:defRPr>
            </a:lvl9pPr>
          </a:lstStyle>
          <a:p xmlns:a="http://schemas.openxmlformats.org/drawingml/2006/main">
            <a:pPr algn="l">
              <a:defRPr sz="1875" b="0">
                <a:solidFill>
                  <a:srgbClr val="C1D2E0"/>
                </a:solidFill>
                <a:latin typeface="Arial"/>
                <a:ea typeface="Arial"/>
                <a:cs typeface="Arial"/>
              </a:defRPr>
            </a:pPr>
            <a:r>
              <a:rPr sz="1875" b="0">
                <a:solidFill>
                  <a:srgbClr val="C1D2E0"/>
                </a:solidFill>
                <a:latin typeface="Arial"/>
                <a:ea typeface="Arial"/>
                <a:cs typeface="Arial"/>
              </a:rPr>
              <a:t>Ghi lại hành vi, điểm vướng và mức hỗ trợ cần thiết.</a:t>
            </a:r>
          </a:p>
        </p:txBody>
      </p:sp>
      <p:sp>
        <p:nvSpPr>
          <p:cNvPr id="8" name="diagram-118">
            <a:extLst xmlns:a="http://schemas.openxmlformats.org/drawingml/2006/main">
              <a:ext uri="{FF2B5EF4-FFF2-40B4-BE49-F238E27FC236}">
                <a16:creationId xmlns:a16="http://schemas.microsoft.com/office/drawing/2014/main" id="{A02E772A-CB10-45DB-A830-34C860F97034}"/>
              </a:ext>
            </a:extLst>
          </p:cNvPr>
          <p:cNvSpPr>
            <a:spLocks xmlns:a="http://schemas.openxmlformats.org/drawingml/2006/main" noGrp="1"/>
          </p:cNvSpPr>
          <p:nvPr/>
        </p:nvSpPr>
        <p:spPr>
          <a:xfrm xmlns:a="http://schemas.openxmlformats.org/drawingml/2006/main">
            <a:off x="619125" y="6210300"/>
            <a:ext cx="990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C1D2E0"/>
                </a:solidFill>
                <a:latin typeface="Arial"/>
                <a:ea typeface="Arial"/>
                <a:cs typeface="Arial"/>
              </a:defRPr>
            </a:defPPr>
            <a:lvl1pPr algn="l">
              <a:defRPr sz="1275" b="0">
                <a:solidFill>
                  <a:srgbClr val="C1D2E0"/>
                </a:solidFill>
                <a:latin typeface="Arial"/>
                <a:ea typeface="Arial"/>
                <a:cs typeface="Arial"/>
              </a:defRPr>
            </a:lvl1pPr>
            <a:lvl2pPr algn="l">
              <a:defRPr sz="1275" b="0">
                <a:solidFill>
                  <a:srgbClr val="C1D2E0"/>
                </a:solidFill>
                <a:latin typeface="Arial"/>
                <a:ea typeface="Arial"/>
                <a:cs typeface="Arial"/>
              </a:defRPr>
            </a:lvl2pPr>
            <a:lvl3pPr algn="l">
              <a:defRPr sz="1275" b="0">
                <a:solidFill>
                  <a:srgbClr val="C1D2E0"/>
                </a:solidFill>
                <a:latin typeface="Arial"/>
                <a:ea typeface="Arial"/>
                <a:cs typeface="Arial"/>
              </a:defRPr>
            </a:lvl3pPr>
            <a:lvl4pPr algn="l">
              <a:defRPr sz="1275" b="0">
                <a:solidFill>
                  <a:srgbClr val="C1D2E0"/>
                </a:solidFill>
                <a:latin typeface="Arial"/>
                <a:ea typeface="Arial"/>
                <a:cs typeface="Arial"/>
              </a:defRPr>
            </a:lvl4pPr>
            <a:lvl5pPr algn="l">
              <a:defRPr sz="1275" b="0">
                <a:solidFill>
                  <a:srgbClr val="C1D2E0"/>
                </a:solidFill>
                <a:latin typeface="Arial"/>
                <a:ea typeface="Arial"/>
                <a:cs typeface="Arial"/>
              </a:defRPr>
            </a:lvl5pPr>
            <a:lvl6pPr algn="l">
              <a:defRPr sz="1275" b="0">
                <a:solidFill>
                  <a:srgbClr val="C1D2E0"/>
                </a:solidFill>
                <a:latin typeface="Arial"/>
                <a:ea typeface="Arial"/>
                <a:cs typeface="Arial"/>
              </a:defRPr>
            </a:lvl6pPr>
            <a:lvl7pPr algn="l">
              <a:defRPr sz="1275" b="0">
                <a:solidFill>
                  <a:srgbClr val="C1D2E0"/>
                </a:solidFill>
                <a:latin typeface="Arial"/>
                <a:ea typeface="Arial"/>
                <a:cs typeface="Arial"/>
              </a:defRPr>
            </a:lvl7pPr>
            <a:lvl8pPr algn="l">
              <a:defRPr sz="1275" b="0">
                <a:solidFill>
                  <a:srgbClr val="C1D2E0"/>
                </a:solidFill>
                <a:latin typeface="Arial"/>
                <a:ea typeface="Arial"/>
                <a:cs typeface="Arial"/>
              </a:defRPr>
            </a:lvl8pPr>
            <a:lvl9pPr algn="l">
              <a:defRPr sz="1275" b="0">
                <a:solidFill>
                  <a:srgbClr val="C1D2E0"/>
                </a:solidFill>
                <a:latin typeface="Arial"/>
                <a:ea typeface="Arial"/>
                <a:cs typeface="Arial"/>
              </a:defRPr>
            </a:lvl9pPr>
          </a:lstStyle>
          <a:p xmlns:a="http://schemas.openxmlformats.org/drawingml/2006/main">
            <a:pPr algn="l">
              <a:defRPr sz="1275" b="0">
                <a:solidFill>
                  <a:srgbClr val="C1D2E0"/>
                </a:solidFill>
                <a:latin typeface="Arial"/>
                <a:ea typeface="Arial"/>
                <a:cs typeface="Arial"/>
              </a:defRPr>
            </a:pPr>
            <a:r>
              <a:rPr sz="1275" b="0">
                <a:solidFill>
                  <a:srgbClr val="C1D2E0"/>
                </a:solidFill>
                <a:latin typeface="Arial"/>
                <a:ea typeface="Arial"/>
                <a:cs typeface="Arial"/>
              </a:rPr>
              <a:t>Kế hoạch thử; chưa có kết quả thực tế.</a:t>
            </a:r>
          </a:p>
        </p:txBody>
      </p:sp>
      <p:sp>
        <p:nvSpPr>
          <p:cNvPr id="9" name="diagram-119">
            <a:extLst xmlns:a="http://schemas.openxmlformats.org/drawingml/2006/main">
              <a:ext uri="{FF2B5EF4-FFF2-40B4-BE49-F238E27FC236}">
                <a16:creationId xmlns:a16="http://schemas.microsoft.com/office/drawing/2014/main" id="{87A620A8-BAAD-4275-BBE8-13EDC0AA63F3}"/>
              </a:ext>
            </a:extLst>
          </p:cNvPr>
          <p:cNvSpPr>
            <a:spLocks xmlns:a="http://schemas.openxmlformats.org/drawingml/2006/main" noGrp="1"/>
          </p:cNvSpPr>
          <p:nvPr/>
        </p:nvSpPr>
        <p:spPr>
          <a:xfrm xmlns:a="http://schemas.openxmlformats.org/drawingml/2006/main">
            <a:off x="11239500" y="6210300"/>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350" b="1">
                <a:solidFill>
                  <a:srgbClr val="79B8FF"/>
                </a:solidFill>
                <a:latin typeface="Arial"/>
                <a:ea typeface="Arial"/>
                <a:cs typeface="Arial"/>
              </a:defRPr>
            </a:defPPr>
            <a:lvl1pPr algn="r">
              <a:defRPr sz="1350" b="1">
                <a:solidFill>
                  <a:srgbClr val="79B8FF"/>
                </a:solidFill>
                <a:latin typeface="Arial"/>
                <a:ea typeface="Arial"/>
                <a:cs typeface="Arial"/>
              </a:defRPr>
            </a:lvl1pPr>
            <a:lvl2pPr algn="r">
              <a:defRPr sz="1350" b="1">
                <a:solidFill>
                  <a:srgbClr val="79B8FF"/>
                </a:solidFill>
                <a:latin typeface="Arial"/>
                <a:ea typeface="Arial"/>
                <a:cs typeface="Arial"/>
              </a:defRPr>
            </a:lvl2pPr>
            <a:lvl3pPr algn="r">
              <a:defRPr sz="1350" b="1">
                <a:solidFill>
                  <a:srgbClr val="79B8FF"/>
                </a:solidFill>
                <a:latin typeface="Arial"/>
                <a:ea typeface="Arial"/>
                <a:cs typeface="Arial"/>
              </a:defRPr>
            </a:lvl3pPr>
            <a:lvl4pPr algn="r">
              <a:defRPr sz="1350" b="1">
                <a:solidFill>
                  <a:srgbClr val="79B8FF"/>
                </a:solidFill>
                <a:latin typeface="Arial"/>
                <a:ea typeface="Arial"/>
                <a:cs typeface="Arial"/>
              </a:defRPr>
            </a:lvl4pPr>
            <a:lvl5pPr algn="r">
              <a:defRPr sz="1350" b="1">
                <a:solidFill>
                  <a:srgbClr val="79B8FF"/>
                </a:solidFill>
                <a:latin typeface="Arial"/>
                <a:ea typeface="Arial"/>
                <a:cs typeface="Arial"/>
              </a:defRPr>
            </a:lvl5pPr>
            <a:lvl6pPr algn="r">
              <a:defRPr sz="1350" b="1">
                <a:solidFill>
                  <a:srgbClr val="79B8FF"/>
                </a:solidFill>
                <a:latin typeface="Arial"/>
                <a:ea typeface="Arial"/>
                <a:cs typeface="Arial"/>
              </a:defRPr>
            </a:lvl6pPr>
            <a:lvl7pPr algn="r">
              <a:defRPr sz="1350" b="1">
                <a:solidFill>
                  <a:srgbClr val="79B8FF"/>
                </a:solidFill>
                <a:latin typeface="Arial"/>
                <a:ea typeface="Arial"/>
                <a:cs typeface="Arial"/>
              </a:defRPr>
            </a:lvl7pPr>
            <a:lvl8pPr algn="r">
              <a:defRPr sz="1350" b="1">
                <a:solidFill>
                  <a:srgbClr val="79B8FF"/>
                </a:solidFill>
                <a:latin typeface="Arial"/>
                <a:ea typeface="Arial"/>
                <a:cs typeface="Arial"/>
              </a:defRPr>
            </a:lvl8pPr>
            <a:lvl9pPr algn="r">
              <a:defRPr sz="1350" b="1">
                <a:solidFill>
                  <a:srgbClr val="79B8FF"/>
                </a:solidFill>
                <a:latin typeface="Arial"/>
                <a:ea typeface="Arial"/>
                <a:cs typeface="Arial"/>
              </a:defRPr>
            </a:lvl9pPr>
          </a:lstStyle>
          <a:p xmlns:a="http://schemas.openxmlformats.org/drawingml/2006/main">
            <a:pPr algn="r">
              <a:defRPr sz="1350" b="1">
                <a:solidFill>
                  <a:srgbClr val="79B8FF"/>
                </a:solidFill>
                <a:latin typeface="Arial"/>
                <a:ea typeface="Arial"/>
                <a:cs typeface="Arial"/>
              </a:defRPr>
            </a:pPr>
            <a:r>
              <a:rPr sz="1350" b="1">
                <a:solidFill>
                  <a:srgbClr val="79B8FF"/>
                </a:solidFill>
                <a:latin typeface="Arial"/>
                <a:ea typeface="Arial"/>
                <a:cs typeface="Arial"/>
              </a:rPr>
              <a:t>07</a:t>
            </a:r>
          </a:p>
        </p:txBody>
      </p:sp>
    </p:spTree>
    <p:extLst>
      <p:ext uri="{BB962C8B-B14F-4D97-AF65-F5344CB8AC3E}">
        <p14:creationId xmlns:p14="http://schemas.microsoft.com/office/powerpoint/2010/main" val="1854979673"/>
      </p:ext>
    </p:extLst>
  </p:cSld>
</p:sld>
</file>

<file path=ppt/slides/slide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2" name="diagram-120">
            <a:extLst xmlns:a="http://schemas.openxmlformats.org/drawingml/2006/main">
              <a:ext uri="{FF2B5EF4-FFF2-40B4-BE49-F238E27FC236}">
                <a16:creationId xmlns:a16="http://schemas.microsoft.com/office/drawing/2014/main" id="{2CF69EAE-9082-4AD3-A72A-43C5444FB680}"/>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02A43"/>
                </a:solidFill>
                <a:latin typeface="Arial"/>
                <a:ea typeface="Arial"/>
                <a:cs typeface="Arial"/>
              </a:defRPr>
            </a:defPPr>
            <a:lvl1pPr algn="l">
              <a:defRPr sz="3150" b="1">
                <a:solidFill>
                  <a:srgbClr val="102A43"/>
                </a:solidFill>
                <a:latin typeface="Arial"/>
                <a:ea typeface="Arial"/>
                <a:cs typeface="Arial"/>
              </a:defRPr>
            </a:lvl1pPr>
            <a:lvl2pPr algn="l">
              <a:defRPr sz="3150" b="1">
                <a:solidFill>
                  <a:srgbClr val="102A43"/>
                </a:solidFill>
                <a:latin typeface="Arial"/>
                <a:ea typeface="Arial"/>
                <a:cs typeface="Arial"/>
              </a:defRPr>
            </a:lvl2pPr>
            <a:lvl3pPr algn="l">
              <a:defRPr sz="3150" b="1">
                <a:solidFill>
                  <a:srgbClr val="102A43"/>
                </a:solidFill>
                <a:latin typeface="Arial"/>
                <a:ea typeface="Arial"/>
                <a:cs typeface="Arial"/>
              </a:defRPr>
            </a:lvl3pPr>
            <a:lvl4pPr algn="l">
              <a:defRPr sz="3150" b="1">
                <a:solidFill>
                  <a:srgbClr val="102A43"/>
                </a:solidFill>
                <a:latin typeface="Arial"/>
                <a:ea typeface="Arial"/>
                <a:cs typeface="Arial"/>
              </a:defRPr>
            </a:lvl4pPr>
            <a:lvl5pPr algn="l">
              <a:defRPr sz="3150" b="1">
                <a:solidFill>
                  <a:srgbClr val="102A43"/>
                </a:solidFill>
                <a:latin typeface="Arial"/>
                <a:ea typeface="Arial"/>
                <a:cs typeface="Arial"/>
              </a:defRPr>
            </a:lvl5pPr>
            <a:lvl6pPr algn="l">
              <a:defRPr sz="3150" b="1">
                <a:solidFill>
                  <a:srgbClr val="102A43"/>
                </a:solidFill>
                <a:latin typeface="Arial"/>
                <a:ea typeface="Arial"/>
                <a:cs typeface="Arial"/>
              </a:defRPr>
            </a:lvl6pPr>
            <a:lvl7pPr algn="l">
              <a:defRPr sz="3150" b="1">
                <a:solidFill>
                  <a:srgbClr val="102A43"/>
                </a:solidFill>
                <a:latin typeface="Arial"/>
                <a:ea typeface="Arial"/>
                <a:cs typeface="Arial"/>
              </a:defRPr>
            </a:lvl7pPr>
            <a:lvl8pPr algn="l">
              <a:defRPr sz="3150" b="1">
                <a:solidFill>
                  <a:srgbClr val="102A43"/>
                </a:solidFill>
                <a:latin typeface="Arial"/>
                <a:ea typeface="Arial"/>
                <a:cs typeface="Arial"/>
              </a:defRPr>
            </a:lvl8pPr>
            <a:lvl9pPr algn="l">
              <a:defRPr sz="3150" b="1">
                <a:solidFill>
                  <a:srgbClr val="102A43"/>
                </a:solidFill>
                <a:latin typeface="Arial"/>
                <a:ea typeface="Arial"/>
                <a:cs typeface="Arial"/>
              </a:defRPr>
            </a:lvl9pPr>
          </a:lstStyle>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Sửa đổi sau thử</a:t>
            </a:r>
          </a:p>
        </p:txBody>
      </p:sp>
      <p:pic>
        <p:nvPicPr>
          <p:cNvPr id="2" name="">
            <a:extLst xmlns:a="http://schemas.openxmlformats.org/drawingml/2006/main">
              <a:ext uri="{FF2B5EF4-FFF2-40B4-BE49-F238E27FC236}">
                <a16:creationId xmlns:a16="http://schemas.microsoft.com/office/drawing/2014/main" id="{789030F8-2272-42CB-BD9A-E3F95C180615}"/>
              </a:ext>
            </a:extLst>
          </p:cNvPr>
          <p:cNvPicPr>
            <a:picLocks xmlns:a="http://schemas.openxmlformats.org/drawingml/2006/main" noChangeAspect="1"/>
          </p:cNvPicPr>
          <p:nvPr/>
        </p:nvPicPr>
        <p:blipFill>
          <a:blip xmlns:r="http://schemas.openxmlformats.org/officeDocument/2006/relationships" xmlns:a="http://schemas.openxmlformats.org/drawingml/2006/main" r:embed="R50862be377a64cbb">
            <a:extLst>
              <a:ext uri="{96DAC541-7B7A-43D3-8B79-37D633B846F1}">
                <asvg:svgBlip xmlns:asvg="http://schemas.microsoft.com/office/drawing/2016/SVG/main" r:embed="R5f905c462ebc4fda"/>
              </a:ext>
            </a:extLst>
          </a:blip>
          <a:stretch xmlns:a="http://schemas.openxmlformats.org/drawingml/2006/main"/>
        </p:blipFill>
        <p:spPr>
          <a:xfrm xmlns:a="http://schemas.openxmlformats.org/drawingml/2006/main">
            <a:off x="10763250" y="571500"/>
            <a:ext cx="495300" cy="495300"/>
          </a:xfrm>
          <a:prstGeom xmlns:a="http://schemas.openxmlformats.org/drawingml/2006/main" prst="rect">
            <a:avLst/>
          </a:prstGeom>
        </p:spPr>
      </p:pic>
      <p:sp>
        <p:nvSpPr>
          <p:cNvPr id="3" name="diagram-121">
            <a:extLst xmlns:a="http://schemas.openxmlformats.org/drawingml/2006/main">
              <a:ext uri="{FF2B5EF4-FFF2-40B4-BE49-F238E27FC236}">
                <a16:creationId xmlns:a16="http://schemas.microsoft.com/office/drawing/2014/main" id="{17E96684-FE37-4EB2-BA2D-04823788F1B4}"/>
              </a:ext>
            </a:extLst>
          </p:cNvPr>
          <p:cNvSpPr>
            <a:spLocks xmlns:a="http://schemas.openxmlformats.org/drawingml/2006/main" noGrp="1"/>
          </p:cNvSpPr>
          <p:nvPr/>
        </p:nvSpPr>
        <p:spPr>
          <a:xfrm xmlns:a="http://schemas.openxmlformats.org/drawingml/2006/main">
            <a:off x="619125" y="1924050"/>
            <a:ext cx="6000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675" b="1">
                <a:solidFill>
                  <a:srgbClr val="102A43"/>
                </a:solidFill>
                <a:latin typeface="Arial"/>
                <a:ea typeface="Arial"/>
                <a:cs typeface="Arial"/>
              </a:defRPr>
            </a:defPPr>
            <a:lvl1pPr algn="l">
              <a:defRPr sz="3675" b="1">
                <a:solidFill>
                  <a:srgbClr val="102A43"/>
                </a:solidFill>
                <a:latin typeface="Arial"/>
                <a:ea typeface="Arial"/>
                <a:cs typeface="Arial"/>
              </a:defRPr>
            </a:lvl1pPr>
            <a:lvl2pPr algn="l">
              <a:defRPr sz="3675" b="1">
                <a:solidFill>
                  <a:srgbClr val="102A43"/>
                </a:solidFill>
                <a:latin typeface="Arial"/>
                <a:ea typeface="Arial"/>
                <a:cs typeface="Arial"/>
              </a:defRPr>
            </a:lvl2pPr>
            <a:lvl3pPr algn="l">
              <a:defRPr sz="3675" b="1">
                <a:solidFill>
                  <a:srgbClr val="102A43"/>
                </a:solidFill>
                <a:latin typeface="Arial"/>
                <a:ea typeface="Arial"/>
                <a:cs typeface="Arial"/>
              </a:defRPr>
            </a:lvl3pPr>
            <a:lvl4pPr algn="l">
              <a:defRPr sz="3675" b="1">
                <a:solidFill>
                  <a:srgbClr val="102A43"/>
                </a:solidFill>
                <a:latin typeface="Arial"/>
                <a:ea typeface="Arial"/>
                <a:cs typeface="Arial"/>
              </a:defRPr>
            </a:lvl4pPr>
            <a:lvl5pPr algn="l">
              <a:defRPr sz="3675" b="1">
                <a:solidFill>
                  <a:srgbClr val="102A43"/>
                </a:solidFill>
                <a:latin typeface="Arial"/>
                <a:ea typeface="Arial"/>
                <a:cs typeface="Arial"/>
              </a:defRPr>
            </a:lvl5pPr>
            <a:lvl6pPr algn="l">
              <a:defRPr sz="3675" b="1">
                <a:solidFill>
                  <a:srgbClr val="102A43"/>
                </a:solidFill>
                <a:latin typeface="Arial"/>
                <a:ea typeface="Arial"/>
                <a:cs typeface="Arial"/>
              </a:defRPr>
            </a:lvl6pPr>
            <a:lvl7pPr algn="l">
              <a:defRPr sz="3675" b="1">
                <a:solidFill>
                  <a:srgbClr val="102A43"/>
                </a:solidFill>
                <a:latin typeface="Arial"/>
                <a:ea typeface="Arial"/>
                <a:cs typeface="Arial"/>
              </a:defRPr>
            </a:lvl7pPr>
            <a:lvl8pPr algn="l">
              <a:defRPr sz="3675" b="1">
                <a:solidFill>
                  <a:srgbClr val="102A43"/>
                </a:solidFill>
                <a:latin typeface="Arial"/>
                <a:ea typeface="Arial"/>
                <a:cs typeface="Arial"/>
              </a:defRPr>
            </a:lvl8pPr>
            <a:lvl9pPr algn="l">
              <a:defRPr sz="3675" b="1">
                <a:solidFill>
                  <a:srgbClr val="102A43"/>
                </a:solidFill>
                <a:latin typeface="Arial"/>
                <a:ea typeface="Arial"/>
                <a:cs typeface="Arial"/>
              </a:defRPr>
            </a:lvl9pPr>
          </a:lstStyle>
          <a:p xmlns:a="http://schemas.openxmlformats.org/drawingml/2006/main">
            <a:pPr algn="l">
              <a:defRPr sz="3675" b="1">
                <a:solidFill>
                  <a:srgbClr val="102A43"/>
                </a:solidFill>
                <a:latin typeface="Arial"/>
                <a:ea typeface="Arial"/>
                <a:cs typeface="Arial"/>
              </a:defRPr>
            </a:pPr>
            <a:r>
              <a:rPr sz="3675" b="1">
                <a:solidFill>
                  <a:srgbClr val="102A43"/>
                </a:solidFill>
                <a:latin typeface="Arial"/>
                <a:ea typeface="Arial"/>
                <a:cs typeface="Arial"/>
              </a:rPr>
              <a:t>Điều gì</a:t>
            </a:r>
          </a:p>
          <a:p xmlns:a="http://schemas.openxmlformats.org/drawingml/2006/main">
            <a:pPr algn="l">
              <a:defRPr sz="3675" b="1">
                <a:solidFill>
                  <a:srgbClr val="102A43"/>
                </a:solidFill>
                <a:latin typeface="Arial"/>
                <a:ea typeface="Arial"/>
                <a:cs typeface="Arial"/>
              </a:defRPr>
            </a:pPr>
            <a:r>
              <a:rPr sz="3675" b="1">
                <a:solidFill>
                  <a:srgbClr val="102A43"/>
                </a:solidFill>
                <a:latin typeface="Arial"/>
                <a:ea typeface="Arial"/>
                <a:cs typeface="Arial"/>
              </a:rPr>
              <a:t>sẽ thay đổi?</a:t>
            </a:r>
          </a:p>
        </p:txBody>
      </p:sp>
      <p:sp>
        <p:nvSpPr>
          <p:cNvPr id="4" name="diagram-122">
            <a:extLst xmlns:a="http://schemas.openxmlformats.org/drawingml/2006/main">
              <a:ext uri="{FF2B5EF4-FFF2-40B4-BE49-F238E27FC236}">
                <a16:creationId xmlns:a16="http://schemas.microsoft.com/office/drawing/2014/main" id="{170A2F24-FCA9-4F8C-9009-CBB1571C8C0D}"/>
              </a:ext>
            </a:extLst>
          </p:cNvPr>
          <p:cNvSpPr>
            <a:spLocks xmlns:a="http://schemas.openxmlformats.org/drawingml/2006/main" noGrp="1"/>
          </p:cNvSpPr>
          <p:nvPr/>
        </p:nvSpPr>
        <p:spPr>
          <a:xfrm xmlns:a="http://schemas.openxmlformats.org/drawingml/2006/main">
            <a:off x="619125" y="3181350"/>
            <a:ext cx="5810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526773"/>
                </a:solidFill>
                <a:latin typeface="Arial"/>
                <a:ea typeface="Arial"/>
                <a:cs typeface="Arial"/>
              </a:defRPr>
            </a:defPPr>
            <a:lvl1pPr algn="l">
              <a:defRPr sz="1875" b="0">
                <a:solidFill>
                  <a:srgbClr val="526773"/>
                </a:solidFill>
                <a:latin typeface="Arial"/>
                <a:ea typeface="Arial"/>
                <a:cs typeface="Arial"/>
              </a:defRPr>
            </a:lvl1pPr>
            <a:lvl2pPr algn="l">
              <a:defRPr sz="1875" b="0">
                <a:solidFill>
                  <a:srgbClr val="526773"/>
                </a:solidFill>
                <a:latin typeface="Arial"/>
                <a:ea typeface="Arial"/>
                <a:cs typeface="Arial"/>
              </a:defRPr>
            </a:lvl2pPr>
            <a:lvl3pPr algn="l">
              <a:defRPr sz="1875" b="0">
                <a:solidFill>
                  <a:srgbClr val="526773"/>
                </a:solidFill>
                <a:latin typeface="Arial"/>
                <a:ea typeface="Arial"/>
                <a:cs typeface="Arial"/>
              </a:defRPr>
            </a:lvl3pPr>
            <a:lvl4pPr algn="l">
              <a:defRPr sz="1875" b="0">
                <a:solidFill>
                  <a:srgbClr val="526773"/>
                </a:solidFill>
                <a:latin typeface="Arial"/>
                <a:ea typeface="Arial"/>
                <a:cs typeface="Arial"/>
              </a:defRPr>
            </a:lvl4pPr>
            <a:lvl5pPr algn="l">
              <a:defRPr sz="1875" b="0">
                <a:solidFill>
                  <a:srgbClr val="526773"/>
                </a:solidFill>
                <a:latin typeface="Arial"/>
                <a:ea typeface="Arial"/>
                <a:cs typeface="Arial"/>
              </a:defRPr>
            </a:lvl5pPr>
            <a:lvl6pPr algn="l">
              <a:defRPr sz="1875" b="0">
                <a:solidFill>
                  <a:srgbClr val="526773"/>
                </a:solidFill>
                <a:latin typeface="Arial"/>
                <a:ea typeface="Arial"/>
                <a:cs typeface="Arial"/>
              </a:defRPr>
            </a:lvl6pPr>
            <a:lvl7pPr algn="l">
              <a:defRPr sz="1875" b="0">
                <a:solidFill>
                  <a:srgbClr val="526773"/>
                </a:solidFill>
                <a:latin typeface="Arial"/>
                <a:ea typeface="Arial"/>
                <a:cs typeface="Arial"/>
              </a:defRPr>
            </a:lvl7pPr>
            <a:lvl8pPr algn="l">
              <a:defRPr sz="1875" b="0">
                <a:solidFill>
                  <a:srgbClr val="526773"/>
                </a:solidFill>
                <a:latin typeface="Arial"/>
                <a:ea typeface="Arial"/>
                <a:cs typeface="Arial"/>
              </a:defRPr>
            </a:lvl8pPr>
            <a:lvl9pPr algn="l">
              <a:defRPr sz="1875" b="0">
                <a:solidFill>
                  <a:srgbClr val="526773"/>
                </a:solidFill>
                <a:latin typeface="Arial"/>
                <a:ea typeface="Arial"/>
                <a:cs typeface="Arial"/>
              </a:defRPr>
            </a:lvl9pPr>
          </a:lstStyle>
          <a:p xmlns:a="http://schemas.openxmlformats.org/drawingml/2006/main">
            <a:pPr algn="l">
              <a:defRPr sz="1875" b="0">
                <a:solidFill>
                  <a:srgbClr val="526773"/>
                </a:solidFill>
                <a:latin typeface="Arial"/>
                <a:ea typeface="Arial"/>
                <a:cs typeface="Arial"/>
              </a:defRPr>
            </a:pPr>
            <a:r>
              <a:rPr sz="1875" b="0">
                <a:solidFill>
                  <a:srgbClr val="526773"/>
                </a:solidFill>
                <a:latin typeface="Arial"/>
                <a:ea typeface="Arial"/>
                <a:cs typeface="Arial"/>
              </a:rPr>
              <a:t>Chờ dữ liệu từ vòng thử người dùng</a:t>
            </a:r>
          </a:p>
        </p:txBody>
      </p:sp>
      <p:pic>
        <p:nvPicPr>
          <p:cNvPr id="5" name="">
            <a:extLst xmlns:a="http://schemas.openxmlformats.org/drawingml/2006/main">
              <a:ext uri="{FF2B5EF4-FFF2-40B4-BE49-F238E27FC236}">
                <a16:creationId xmlns:a16="http://schemas.microsoft.com/office/drawing/2014/main" id="{FD9E6CC0-441C-44E3-84F6-3B897814104A}"/>
              </a:ext>
            </a:extLst>
          </p:cNvPr>
          <p:cNvPicPr>
            <a:picLocks xmlns:a="http://schemas.openxmlformats.org/drawingml/2006/main" noChangeAspect="1"/>
          </p:cNvPicPr>
          <p:nvPr/>
        </p:nvPicPr>
        <p:blipFill>
          <a:blip xmlns:r="http://schemas.openxmlformats.org/officeDocument/2006/relationships" xmlns:a="http://schemas.openxmlformats.org/drawingml/2006/main" r:embed="R553e441899ef4253"/>
          <a:stretch xmlns:a="http://schemas.openxmlformats.org/drawingml/2006/main"/>
        </p:blipFill>
        <p:spPr>
          <a:xfrm xmlns:a="http://schemas.openxmlformats.org/drawingml/2006/main">
            <a:off x="1952625" y="3952875"/>
            <a:ext cx="3143250" cy="2095500"/>
          </a:xfrm>
          <a:prstGeom xmlns:a="http://schemas.openxmlformats.org/drawingml/2006/main" prst="rect">
            <a:avLst/>
          </a:prstGeom>
        </p:spPr>
      </p:pic>
      <p:sp>
        <p:nvSpPr>
          <p:cNvPr id="6" name="diagram-123">
            <a:extLst xmlns:a="http://schemas.openxmlformats.org/drawingml/2006/main">
              <a:ext uri="{FF2B5EF4-FFF2-40B4-BE49-F238E27FC236}">
                <a16:creationId xmlns:a16="http://schemas.microsoft.com/office/drawing/2014/main" id="{BCE7406F-9496-4B98-A99A-569C6567928C}"/>
              </a:ext>
            </a:extLst>
          </p:cNvPr>
          <p:cNvSpPr>
            <a:spLocks xmlns:a="http://schemas.openxmlformats.org/drawingml/2006/main" noGrp="1"/>
          </p:cNvSpPr>
          <p:nvPr/>
        </p:nvSpPr>
        <p:spPr>
          <a:xfrm xmlns:a="http://schemas.openxmlformats.org/drawingml/2006/main">
            <a:off x="7524750" y="2028825"/>
            <a:ext cx="4000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246BCE"/>
                </a:solidFill>
                <a:latin typeface="Arial"/>
                <a:ea typeface="Arial"/>
                <a:cs typeface="Arial"/>
              </a:defRPr>
            </a:defPPr>
            <a:lvl1pPr algn="l">
              <a:defRPr sz="2175" b="1">
                <a:solidFill>
                  <a:srgbClr val="246BCE"/>
                </a:solidFill>
                <a:latin typeface="Arial"/>
                <a:ea typeface="Arial"/>
                <a:cs typeface="Arial"/>
              </a:defRPr>
            </a:lvl1pPr>
            <a:lvl2pPr algn="l">
              <a:defRPr sz="2175" b="1">
                <a:solidFill>
                  <a:srgbClr val="246BCE"/>
                </a:solidFill>
                <a:latin typeface="Arial"/>
                <a:ea typeface="Arial"/>
                <a:cs typeface="Arial"/>
              </a:defRPr>
            </a:lvl2pPr>
            <a:lvl3pPr algn="l">
              <a:defRPr sz="2175" b="1">
                <a:solidFill>
                  <a:srgbClr val="246BCE"/>
                </a:solidFill>
                <a:latin typeface="Arial"/>
                <a:ea typeface="Arial"/>
                <a:cs typeface="Arial"/>
              </a:defRPr>
            </a:lvl3pPr>
            <a:lvl4pPr algn="l">
              <a:defRPr sz="2175" b="1">
                <a:solidFill>
                  <a:srgbClr val="246BCE"/>
                </a:solidFill>
                <a:latin typeface="Arial"/>
                <a:ea typeface="Arial"/>
                <a:cs typeface="Arial"/>
              </a:defRPr>
            </a:lvl4pPr>
            <a:lvl5pPr algn="l">
              <a:defRPr sz="2175" b="1">
                <a:solidFill>
                  <a:srgbClr val="246BCE"/>
                </a:solidFill>
                <a:latin typeface="Arial"/>
                <a:ea typeface="Arial"/>
                <a:cs typeface="Arial"/>
              </a:defRPr>
            </a:lvl5pPr>
            <a:lvl6pPr algn="l">
              <a:defRPr sz="2175" b="1">
                <a:solidFill>
                  <a:srgbClr val="246BCE"/>
                </a:solidFill>
                <a:latin typeface="Arial"/>
                <a:ea typeface="Arial"/>
                <a:cs typeface="Arial"/>
              </a:defRPr>
            </a:lvl6pPr>
            <a:lvl7pPr algn="l">
              <a:defRPr sz="2175" b="1">
                <a:solidFill>
                  <a:srgbClr val="246BCE"/>
                </a:solidFill>
                <a:latin typeface="Arial"/>
                <a:ea typeface="Arial"/>
                <a:cs typeface="Arial"/>
              </a:defRPr>
            </a:lvl7pPr>
            <a:lvl8pPr algn="l">
              <a:defRPr sz="2175" b="1">
                <a:solidFill>
                  <a:srgbClr val="246BCE"/>
                </a:solidFill>
                <a:latin typeface="Arial"/>
                <a:ea typeface="Arial"/>
                <a:cs typeface="Arial"/>
              </a:defRPr>
            </a:lvl8pPr>
            <a:lvl9pPr algn="l">
              <a:defRPr sz="2175" b="1">
                <a:solidFill>
                  <a:srgbClr val="246BCE"/>
                </a:solidFill>
                <a:latin typeface="Arial"/>
                <a:ea typeface="Arial"/>
                <a:cs typeface="Arial"/>
              </a:defRPr>
            </a:lvl9pPr>
          </a:lstStyle>
          <a:p xmlns:a="http://schemas.openxmlformats.org/drawingml/2006/main">
            <a:pPr algn="l">
              <a:defRPr sz="2175" b="1">
                <a:solidFill>
                  <a:srgbClr val="246BCE"/>
                </a:solidFill>
                <a:latin typeface="Arial"/>
                <a:ea typeface="Arial"/>
                <a:cs typeface="Arial"/>
              </a:defRPr>
            </a:pPr>
            <a:r>
              <a:rPr sz="2175" b="1">
                <a:solidFill>
                  <a:srgbClr val="246BCE"/>
                </a:solidFill>
                <a:latin typeface="Arial"/>
                <a:ea typeface="Arial"/>
                <a:cs typeface="Arial"/>
              </a:rPr>
              <a:t>Vấn đề được quan sát</a:t>
            </a:r>
          </a:p>
        </p:txBody>
      </p:sp>
      <p:sp>
        <p:nvSpPr>
          <p:cNvPr id="7" name="diagram-124">
            <a:extLst xmlns:a="http://schemas.openxmlformats.org/drawingml/2006/main">
              <a:ext uri="{FF2B5EF4-FFF2-40B4-BE49-F238E27FC236}">
                <a16:creationId xmlns:a16="http://schemas.microsoft.com/office/drawing/2014/main" id="{E57523DF-DE13-4D79-B190-38FF467D5845}"/>
              </a:ext>
            </a:extLst>
          </p:cNvPr>
          <p:cNvSpPr>
            <a:spLocks xmlns:a="http://schemas.openxmlformats.org/drawingml/2006/main" noGrp="1"/>
          </p:cNvSpPr>
          <p:nvPr/>
        </p:nvSpPr>
        <p:spPr>
          <a:xfrm xmlns:a="http://schemas.openxmlformats.org/drawingml/2006/main">
            <a:off x="7524750" y="2667000"/>
            <a:ext cx="4000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526773"/>
                </a:solidFill>
                <a:latin typeface="Arial"/>
                <a:ea typeface="Arial"/>
                <a:cs typeface="Arial"/>
              </a:defRPr>
            </a:defPPr>
            <a:lvl1pPr algn="l">
              <a:defRPr sz="1875" b="0">
                <a:solidFill>
                  <a:srgbClr val="526773"/>
                </a:solidFill>
                <a:latin typeface="Arial"/>
                <a:ea typeface="Arial"/>
                <a:cs typeface="Arial"/>
              </a:defRPr>
            </a:lvl1pPr>
            <a:lvl2pPr algn="l">
              <a:defRPr sz="1875" b="0">
                <a:solidFill>
                  <a:srgbClr val="526773"/>
                </a:solidFill>
                <a:latin typeface="Arial"/>
                <a:ea typeface="Arial"/>
                <a:cs typeface="Arial"/>
              </a:defRPr>
            </a:lvl2pPr>
            <a:lvl3pPr algn="l">
              <a:defRPr sz="1875" b="0">
                <a:solidFill>
                  <a:srgbClr val="526773"/>
                </a:solidFill>
                <a:latin typeface="Arial"/>
                <a:ea typeface="Arial"/>
                <a:cs typeface="Arial"/>
              </a:defRPr>
            </a:lvl3pPr>
            <a:lvl4pPr algn="l">
              <a:defRPr sz="1875" b="0">
                <a:solidFill>
                  <a:srgbClr val="526773"/>
                </a:solidFill>
                <a:latin typeface="Arial"/>
                <a:ea typeface="Arial"/>
                <a:cs typeface="Arial"/>
              </a:defRPr>
            </a:lvl4pPr>
            <a:lvl5pPr algn="l">
              <a:defRPr sz="1875" b="0">
                <a:solidFill>
                  <a:srgbClr val="526773"/>
                </a:solidFill>
                <a:latin typeface="Arial"/>
                <a:ea typeface="Arial"/>
                <a:cs typeface="Arial"/>
              </a:defRPr>
            </a:lvl5pPr>
            <a:lvl6pPr algn="l">
              <a:defRPr sz="1875" b="0">
                <a:solidFill>
                  <a:srgbClr val="526773"/>
                </a:solidFill>
                <a:latin typeface="Arial"/>
                <a:ea typeface="Arial"/>
                <a:cs typeface="Arial"/>
              </a:defRPr>
            </a:lvl6pPr>
            <a:lvl7pPr algn="l">
              <a:defRPr sz="1875" b="0">
                <a:solidFill>
                  <a:srgbClr val="526773"/>
                </a:solidFill>
                <a:latin typeface="Arial"/>
                <a:ea typeface="Arial"/>
                <a:cs typeface="Arial"/>
              </a:defRPr>
            </a:lvl7pPr>
            <a:lvl8pPr algn="l">
              <a:defRPr sz="1875" b="0">
                <a:solidFill>
                  <a:srgbClr val="526773"/>
                </a:solidFill>
                <a:latin typeface="Arial"/>
                <a:ea typeface="Arial"/>
                <a:cs typeface="Arial"/>
              </a:defRPr>
            </a:lvl8pPr>
            <a:lvl9pPr algn="l">
              <a:defRPr sz="1875" b="0">
                <a:solidFill>
                  <a:srgbClr val="526773"/>
                </a:solidFill>
                <a:latin typeface="Arial"/>
                <a:ea typeface="Arial"/>
                <a:cs typeface="Arial"/>
              </a:defRPr>
            </a:lvl9pPr>
          </a:lstStyle>
          <a:p xmlns:a="http://schemas.openxmlformats.org/drawingml/2006/main">
            <a:pPr algn="l">
              <a:defRPr sz="1875" b="0">
                <a:solidFill>
                  <a:srgbClr val="526773"/>
                </a:solidFill>
                <a:latin typeface="Arial"/>
                <a:ea typeface="Arial"/>
                <a:cs typeface="Arial"/>
              </a:defRPr>
            </a:pPr>
            <a:r>
              <a:rPr sz="1875" b="0">
                <a:solidFill>
                  <a:srgbClr val="526773"/>
                </a:solidFill>
                <a:latin typeface="Arial"/>
                <a:ea typeface="Arial"/>
                <a:cs typeface="Arial"/>
              </a:rPr>
              <a:t>Ghi lại chỗ người thử dừng,</a:t>
            </a:r>
          </a:p>
          <a:p xmlns:a="http://schemas.openxmlformats.org/drawingml/2006/main">
            <a:pPr algn="l">
              <a:defRPr sz="1875" b="0">
                <a:solidFill>
                  <a:srgbClr val="526773"/>
                </a:solidFill>
                <a:latin typeface="Arial"/>
                <a:ea typeface="Arial"/>
                <a:cs typeface="Arial"/>
              </a:defRPr>
            </a:pPr>
            <a:r>
              <a:rPr sz="1875" b="0">
                <a:solidFill>
                  <a:srgbClr val="526773"/>
                </a:solidFill>
                <a:latin typeface="Arial"/>
                <a:ea typeface="Arial"/>
                <a:cs typeface="Arial"/>
              </a:rPr>
              <a:t>hiểu nhầm hoặc cần giúp.</a:t>
            </a:r>
          </a:p>
        </p:txBody>
      </p:sp>
      <p:sp>
        <p:nvSpPr>
          <p:cNvPr id="8" name="diagram-125">
            <a:extLst xmlns:a="http://schemas.openxmlformats.org/drawingml/2006/main">
              <a:ext uri="{FF2B5EF4-FFF2-40B4-BE49-F238E27FC236}">
                <a16:creationId xmlns:a16="http://schemas.microsoft.com/office/drawing/2014/main" id="{D50BCDF9-5AB0-4D34-9424-0C15CE5188FF}"/>
              </a:ext>
            </a:extLst>
          </p:cNvPr>
          <p:cNvSpPr>
            <a:spLocks xmlns:a="http://schemas.openxmlformats.org/drawingml/2006/main" noGrp="1"/>
          </p:cNvSpPr>
          <p:nvPr/>
        </p:nvSpPr>
        <p:spPr>
          <a:xfrm xmlns:a="http://schemas.openxmlformats.org/drawingml/2006/main">
            <a:off x="7524750" y="3838575"/>
            <a:ext cx="4000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246BCE"/>
                </a:solidFill>
                <a:latin typeface="Arial"/>
                <a:ea typeface="Arial"/>
                <a:cs typeface="Arial"/>
              </a:defRPr>
            </a:defPPr>
            <a:lvl1pPr algn="l">
              <a:defRPr sz="2175" b="1">
                <a:solidFill>
                  <a:srgbClr val="246BCE"/>
                </a:solidFill>
                <a:latin typeface="Arial"/>
                <a:ea typeface="Arial"/>
                <a:cs typeface="Arial"/>
              </a:defRPr>
            </a:lvl1pPr>
            <a:lvl2pPr algn="l">
              <a:defRPr sz="2175" b="1">
                <a:solidFill>
                  <a:srgbClr val="246BCE"/>
                </a:solidFill>
                <a:latin typeface="Arial"/>
                <a:ea typeface="Arial"/>
                <a:cs typeface="Arial"/>
              </a:defRPr>
            </a:lvl2pPr>
            <a:lvl3pPr algn="l">
              <a:defRPr sz="2175" b="1">
                <a:solidFill>
                  <a:srgbClr val="246BCE"/>
                </a:solidFill>
                <a:latin typeface="Arial"/>
                <a:ea typeface="Arial"/>
                <a:cs typeface="Arial"/>
              </a:defRPr>
            </a:lvl3pPr>
            <a:lvl4pPr algn="l">
              <a:defRPr sz="2175" b="1">
                <a:solidFill>
                  <a:srgbClr val="246BCE"/>
                </a:solidFill>
                <a:latin typeface="Arial"/>
                <a:ea typeface="Arial"/>
                <a:cs typeface="Arial"/>
              </a:defRPr>
            </a:lvl4pPr>
            <a:lvl5pPr algn="l">
              <a:defRPr sz="2175" b="1">
                <a:solidFill>
                  <a:srgbClr val="246BCE"/>
                </a:solidFill>
                <a:latin typeface="Arial"/>
                <a:ea typeface="Arial"/>
                <a:cs typeface="Arial"/>
              </a:defRPr>
            </a:lvl5pPr>
            <a:lvl6pPr algn="l">
              <a:defRPr sz="2175" b="1">
                <a:solidFill>
                  <a:srgbClr val="246BCE"/>
                </a:solidFill>
                <a:latin typeface="Arial"/>
                <a:ea typeface="Arial"/>
                <a:cs typeface="Arial"/>
              </a:defRPr>
            </a:lvl6pPr>
            <a:lvl7pPr algn="l">
              <a:defRPr sz="2175" b="1">
                <a:solidFill>
                  <a:srgbClr val="246BCE"/>
                </a:solidFill>
                <a:latin typeface="Arial"/>
                <a:ea typeface="Arial"/>
                <a:cs typeface="Arial"/>
              </a:defRPr>
            </a:lvl7pPr>
            <a:lvl8pPr algn="l">
              <a:defRPr sz="2175" b="1">
                <a:solidFill>
                  <a:srgbClr val="246BCE"/>
                </a:solidFill>
                <a:latin typeface="Arial"/>
                <a:ea typeface="Arial"/>
                <a:cs typeface="Arial"/>
              </a:defRPr>
            </a:lvl8pPr>
            <a:lvl9pPr algn="l">
              <a:defRPr sz="2175" b="1">
                <a:solidFill>
                  <a:srgbClr val="246BCE"/>
                </a:solidFill>
                <a:latin typeface="Arial"/>
                <a:ea typeface="Arial"/>
                <a:cs typeface="Arial"/>
              </a:defRPr>
            </a:lvl9pPr>
          </a:lstStyle>
          <a:p xmlns:a="http://schemas.openxmlformats.org/drawingml/2006/main">
            <a:pPr algn="l">
              <a:defRPr sz="2175" b="1">
                <a:solidFill>
                  <a:srgbClr val="246BCE"/>
                </a:solidFill>
                <a:latin typeface="Arial"/>
                <a:ea typeface="Arial"/>
                <a:cs typeface="Arial"/>
              </a:defRPr>
            </a:pPr>
            <a:r>
              <a:rPr sz="2175" b="1">
                <a:solidFill>
                  <a:srgbClr val="246BCE"/>
                </a:solidFill>
                <a:latin typeface="Arial"/>
                <a:ea typeface="Arial"/>
                <a:cs typeface="Arial"/>
              </a:rPr>
              <a:t>Điều chỉnh có căn cứ</a:t>
            </a:r>
          </a:p>
        </p:txBody>
      </p:sp>
      <p:sp>
        <p:nvSpPr>
          <p:cNvPr id="9" name="diagram-126">
            <a:extLst xmlns:a="http://schemas.openxmlformats.org/drawingml/2006/main">
              <a:ext uri="{FF2B5EF4-FFF2-40B4-BE49-F238E27FC236}">
                <a16:creationId xmlns:a16="http://schemas.microsoft.com/office/drawing/2014/main" id="{188C477D-487E-46CD-A6E5-487D6DF47594}"/>
              </a:ext>
            </a:extLst>
          </p:cNvPr>
          <p:cNvSpPr>
            <a:spLocks xmlns:a="http://schemas.openxmlformats.org/drawingml/2006/main" noGrp="1"/>
          </p:cNvSpPr>
          <p:nvPr/>
        </p:nvSpPr>
        <p:spPr>
          <a:xfrm xmlns:a="http://schemas.openxmlformats.org/drawingml/2006/main">
            <a:off x="7524750" y="4476750"/>
            <a:ext cx="4000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526773"/>
                </a:solidFill>
                <a:latin typeface="Arial"/>
                <a:ea typeface="Arial"/>
                <a:cs typeface="Arial"/>
              </a:defRPr>
            </a:defPPr>
            <a:lvl1pPr algn="l">
              <a:defRPr sz="1875" b="0">
                <a:solidFill>
                  <a:srgbClr val="526773"/>
                </a:solidFill>
                <a:latin typeface="Arial"/>
                <a:ea typeface="Arial"/>
                <a:cs typeface="Arial"/>
              </a:defRPr>
            </a:lvl1pPr>
            <a:lvl2pPr algn="l">
              <a:defRPr sz="1875" b="0">
                <a:solidFill>
                  <a:srgbClr val="526773"/>
                </a:solidFill>
                <a:latin typeface="Arial"/>
                <a:ea typeface="Arial"/>
                <a:cs typeface="Arial"/>
              </a:defRPr>
            </a:lvl2pPr>
            <a:lvl3pPr algn="l">
              <a:defRPr sz="1875" b="0">
                <a:solidFill>
                  <a:srgbClr val="526773"/>
                </a:solidFill>
                <a:latin typeface="Arial"/>
                <a:ea typeface="Arial"/>
                <a:cs typeface="Arial"/>
              </a:defRPr>
            </a:lvl3pPr>
            <a:lvl4pPr algn="l">
              <a:defRPr sz="1875" b="0">
                <a:solidFill>
                  <a:srgbClr val="526773"/>
                </a:solidFill>
                <a:latin typeface="Arial"/>
                <a:ea typeface="Arial"/>
                <a:cs typeface="Arial"/>
              </a:defRPr>
            </a:lvl4pPr>
            <a:lvl5pPr algn="l">
              <a:defRPr sz="1875" b="0">
                <a:solidFill>
                  <a:srgbClr val="526773"/>
                </a:solidFill>
                <a:latin typeface="Arial"/>
                <a:ea typeface="Arial"/>
                <a:cs typeface="Arial"/>
              </a:defRPr>
            </a:lvl5pPr>
            <a:lvl6pPr algn="l">
              <a:defRPr sz="1875" b="0">
                <a:solidFill>
                  <a:srgbClr val="526773"/>
                </a:solidFill>
                <a:latin typeface="Arial"/>
                <a:ea typeface="Arial"/>
                <a:cs typeface="Arial"/>
              </a:defRPr>
            </a:lvl6pPr>
            <a:lvl7pPr algn="l">
              <a:defRPr sz="1875" b="0">
                <a:solidFill>
                  <a:srgbClr val="526773"/>
                </a:solidFill>
                <a:latin typeface="Arial"/>
                <a:ea typeface="Arial"/>
                <a:cs typeface="Arial"/>
              </a:defRPr>
            </a:lvl7pPr>
            <a:lvl8pPr algn="l">
              <a:defRPr sz="1875" b="0">
                <a:solidFill>
                  <a:srgbClr val="526773"/>
                </a:solidFill>
                <a:latin typeface="Arial"/>
                <a:ea typeface="Arial"/>
                <a:cs typeface="Arial"/>
              </a:defRPr>
            </a:lvl8pPr>
            <a:lvl9pPr algn="l">
              <a:defRPr sz="1875" b="0">
                <a:solidFill>
                  <a:srgbClr val="526773"/>
                </a:solidFill>
                <a:latin typeface="Arial"/>
                <a:ea typeface="Arial"/>
                <a:cs typeface="Arial"/>
              </a:defRPr>
            </a:lvl9pPr>
          </a:lstStyle>
          <a:p xmlns:a="http://schemas.openxmlformats.org/drawingml/2006/main">
            <a:pPr algn="l">
              <a:defRPr sz="1875" b="0">
                <a:solidFill>
                  <a:srgbClr val="526773"/>
                </a:solidFill>
                <a:latin typeface="Arial"/>
                <a:ea typeface="Arial"/>
                <a:cs typeface="Arial"/>
              </a:defRPr>
            </a:pPr>
            <a:r>
              <a:rPr sz="1875" b="0">
                <a:solidFill>
                  <a:srgbClr val="526773"/>
                </a:solidFill>
                <a:latin typeface="Arial"/>
                <a:ea typeface="Arial"/>
                <a:cs typeface="Arial"/>
              </a:rPr>
              <a:t>Nêu đã sửa gì và</a:t>
            </a:r>
          </a:p>
          <a:p xmlns:a="http://schemas.openxmlformats.org/drawingml/2006/main">
            <a:pPr algn="l">
              <a:defRPr sz="1875" b="0">
                <a:solidFill>
                  <a:srgbClr val="526773"/>
                </a:solidFill>
                <a:latin typeface="Arial"/>
                <a:ea typeface="Arial"/>
                <a:cs typeface="Arial"/>
              </a:defRPr>
            </a:pPr>
            <a:r>
              <a:rPr sz="1875" b="0">
                <a:solidFill>
                  <a:srgbClr val="526773"/>
                </a:solidFill>
                <a:latin typeface="Arial"/>
                <a:ea typeface="Arial"/>
                <a:cs typeface="Arial"/>
              </a:rPr>
              <a:t>kiểm tra lại bằng cách nào.</a:t>
            </a:r>
          </a:p>
        </p:txBody>
      </p:sp>
      <p:sp>
        <p:nvSpPr>
          <p:cNvPr id="10" name="diagram-127">
            <a:extLst xmlns:a="http://schemas.openxmlformats.org/drawingml/2006/main">
              <a:ext uri="{FF2B5EF4-FFF2-40B4-BE49-F238E27FC236}">
                <a16:creationId xmlns:a16="http://schemas.microsoft.com/office/drawing/2014/main" id="{CCC2DB35-773D-48A9-99D7-F85537D1636A}"/>
              </a:ext>
            </a:extLst>
          </p:cNvPr>
          <p:cNvSpPr>
            <a:spLocks xmlns:a="http://schemas.openxmlformats.org/drawingml/2006/main" noGrp="1"/>
          </p:cNvSpPr>
          <p:nvPr/>
        </p:nvSpPr>
        <p:spPr>
          <a:xfrm xmlns:a="http://schemas.openxmlformats.org/drawingml/2006/main">
            <a:off x="571500" y="6324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26773"/>
                </a:solidFill>
                <a:latin typeface="Arial"/>
                <a:ea typeface="Arial"/>
                <a:cs typeface="Arial"/>
              </a:defRPr>
            </a:defPPr>
            <a:lvl1pPr algn="l">
              <a:defRPr sz="1125" b="0">
                <a:solidFill>
                  <a:srgbClr val="526773"/>
                </a:solidFill>
                <a:latin typeface="Arial"/>
                <a:ea typeface="Arial"/>
                <a:cs typeface="Arial"/>
              </a:defRPr>
            </a:lvl1pPr>
            <a:lvl2pPr algn="l">
              <a:defRPr sz="1125" b="0">
                <a:solidFill>
                  <a:srgbClr val="526773"/>
                </a:solidFill>
                <a:latin typeface="Arial"/>
                <a:ea typeface="Arial"/>
                <a:cs typeface="Arial"/>
              </a:defRPr>
            </a:lvl2pPr>
            <a:lvl3pPr algn="l">
              <a:defRPr sz="1125" b="0">
                <a:solidFill>
                  <a:srgbClr val="526773"/>
                </a:solidFill>
                <a:latin typeface="Arial"/>
                <a:ea typeface="Arial"/>
                <a:cs typeface="Arial"/>
              </a:defRPr>
            </a:lvl3pPr>
            <a:lvl4pPr algn="l">
              <a:defRPr sz="1125" b="0">
                <a:solidFill>
                  <a:srgbClr val="526773"/>
                </a:solidFill>
                <a:latin typeface="Arial"/>
                <a:ea typeface="Arial"/>
                <a:cs typeface="Arial"/>
              </a:defRPr>
            </a:lvl4pPr>
            <a:lvl5pPr algn="l">
              <a:defRPr sz="1125" b="0">
                <a:solidFill>
                  <a:srgbClr val="526773"/>
                </a:solidFill>
                <a:latin typeface="Arial"/>
                <a:ea typeface="Arial"/>
                <a:cs typeface="Arial"/>
              </a:defRPr>
            </a:lvl5pPr>
            <a:lvl6pPr algn="l">
              <a:defRPr sz="1125" b="0">
                <a:solidFill>
                  <a:srgbClr val="526773"/>
                </a:solidFill>
                <a:latin typeface="Arial"/>
                <a:ea typeface="Arial"/>
                <a:cs typeface="Arial"/>
              </a:defRPr>
            </a:lvl6pPr>
            <a:lvl7pPr algn="l">
              <a:defRPr sz="1125" b="0">
                <a:solidFill>
                  <a:srgbClr val="526773"/>
                </a:solidFill>
                <a:latin typeface="Arial"/>
                <a:ea typeface="Arial"/>
                <a:cs typeface="Arial"/>
              </a:defRPr>
            </a:lvl7pPr>
            <a:lvl8pPr algn="l">
              <a:defRPr sz="1125" b="0">
                <a:solidFill>
                  <a:srgbClr val="526773"/>
                </a:solidFill>
                <a:latin typeface="Arial"/>
                <a:ea typeface="Arial"/>
                <a:cs typeface="Arial"/>
              </a:defRPr>
            </a:lvl8pPr>
            <a:lvl9pPr algn="l">
              <a:defRPr sz="1125" b="0">
                <a:solidFill>
                  <a:srgbClr val="526773"/>
                </a:solidFill>
                <a:latin typeface="Arial"/>
                <a:ea typeface="Arial"/>
                <a:cs typeface="Arial"/>
              </a:defRPr>
            </a:lvl9pPr>
          </a:lstStyle>
          <a:p xmlns:a="http://schemas.openxmlformats.org/drawingml/2006/main">
            <a:pPr algn="l">
              <a:defRPr sz="1125" b="0">
                <a:solidFill>
                  <a:srgbClr val="526773"/>
                </a:solidFill>
                <a:latin typeface="Arial"/>
                <a:ea typeface="Arial"/>
                <a:cs typeface="Arial"/>
              </a:defRPr>
            </a:pPr>
            <a:r>
              <a:rPr sz="1125" b="0">
                <a:solidFill>
                  <a:srgbClr val="526773"/>
                </a:solidFill>
                <a:latin typeface="Arial"/>
                <a:ea typeface="Arial"/>
                <a:cs typeface="Arial"/>
              </a:rPr>
              <a:t>Chưa có dữ liệu trước/sau hoặc kết luận hiệu quả.</a:t>
            </a:r>
          </a:p>
        </p:txBody>
      </p:sp>
      <p:sp>
        <p:nvSpPr>
          <p:cNvPr id="11" name="diagram-128">
            <a:extLst xmlns:a="http://schemas.openxmlformats.org/drawingml/2006/main">
              <a:ext uri="{FF2B5EF4-FFF2-40B4-BE49-F238E27FC236}">
                <a16:creationId xmlns:a16="http://schemas.microsoft.com/office/drawing/2014/main" id="{497E815D-613A-49D6-8042-49C46C76DA9F}"/>
              </a:ext>
            </a:extLst>
          </p:cNvPr>
          <p:cNvSpPr>
            <a:spLocks xmlns:a="http://schemas.openxmlformats.org/drawingml/2006/main" noGrp="1"/>
          </p:cNvSpPr>
          <p:nvPr/>
        </p:nvSpPr>
        <p:spPr>
          <a:xfrm xmlns:a="http://schemas.openxmlformats.org/drawingml/2006/main">
            <a:off x="11334750" y="63246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1">
                <a:solidFill>
                  <a:srgbClr val="246BCE"/>
                </a:solidFill>
                <a:latin typeface="Arial"/>
                <a:ea typeface="Arial"/>
                <a:cs typeface="Arial"/>
              </a:defRPr>
            </a:defPPr>
            <a:lvl1pPr algn="r">
              <a:defRPr sz="1275" b="1">
                <a:solidFill>
                  <a:srgbClr val="246BCE"/>
                </a:solidFill>
                <a:latin typeface="Arial"/>
                <a:ea typeface="Arial"/>
                <a:cs typeface="Arial"/>
              </a:defRPr>
            </a:lvl1pPr>
            <a:lvl2pPr algn="r">
              <a:defRPr sz="1275" b="1">
                <a:solidFill>
                  <a:srgbClr val="246BCE"/>
                </a:solidFill>
                <a:latin typeface="Arial"/>
                <a:ea typeface="Arial"/>
                <a:cs typeface="Arial"/>
              </a:defRPr>
            </a:lvl2pPr>
            <a:lvl3pPr algn="r">
              <a:defRPr sz="1275" b="1">
                <a:solidFill>
                  <a:srgbClr val="246BCE"/>
                </a:solidFill>
                <a:latin typeface="Arial"/>
                <a:ea typeface="Arial"/>
                <a:cs typeface="Arial"/>
              </a:defRPr>
            </a:lvl3pPr>
            <a:lvl4pPr algn="r">
              <a:defRPr sz="1275" b="1">
                <a:solidFill>
                  <a:srgbClr val="246BCE"/>
                </a:solidFill>
                <a:latin typeface="Arial"/>
                <a:ea typeface="Arial"/>
                <a:cs typeface="Arial"/>
              </a:defRPr>
            </a:lvl4pPr>
            <a:lvl5pPr algn="r">
              <a:defRPr sz="1275" b="1">
                <a:solidFill>
                  <a:srgbClr val="246BCE"/>
                </a:solidFill>
                <a:latin typeface="Arial"/>
                <a:ea typeface="Arial"/>
                <a:cs typeface="Arial"/>
              </a:defRPr>
            </a:lvl5pPr>
            <a:lvl6pPr algn="r">
              <a:defRPr sz="1275" b="1">
                <a:solidFill>
                  <a:srgbClr val="246BCE"/>
                </a:solidFill>
                <a:latin typeface="Arial"/>
                <a:ea typeface="Arial"/>
                <a:cs typeface="Arial"/>
              </a:defRPr>
            </a:lvl6pPr>
            <a:lvl7pPr algn="r">
              <a:defRPr sz="1275" b="1">
                <a:solidFill>
                  <a:srgbClr val="246BCE"/>
                </a:solidFill>
                <a:latin typeface="Arial"/>
                <a:ea typeface="Arial"/>
                <a:cs typeface="Arial"/>
              </a:defRPr>
            </a:lvl7pPr>
            <a:lvl8pPr algn="r">
              <a:defRPr sz="1275" b="1">
                <a:solidFill>
                  <a:srgbClr val="246BCE"/>
                </a:solidFill>
                <a:latin typeface="Arial"/>
                <a:ea typeface="Arial"/>
                <a:cs typeface="Arial"/>
              </a:defRPr>
            </a:lvl8pPr>
            <a:lvl9pPr algn="r">
              <a:defRPr sz="1275" b="1">
                <a:solidFill>
                  <a:srgbClr val="246BCE"/>
                </a:solidFill>
                <a:latin typeface="Arial"/>
                <a:ea typeface="Arial"/>
                <a:cs typeface="Arial"/>
              </a:defRPr>
            </a:lvl9pPr>
          </a:lstStyle>
          <a:p xmlns:a="http://schemas.openxmlformats.org/drawingml/2006/main">
            <a:pPr algn="r">
              <a:defRPr sz="1275" b="1">
                <a:solidFill>
                  <a:srgbClr val="246BCE"/>
                </a:solidFill>
                <a:latin typeface="Arial"/>
                <a:ea typeface="Arial"/>
                <a:cs typeface="Arial"/>
              </a:defRPr>
            </a:pPr>
            <a:r>
              <a:rPr sz="1275" b="1">
                <a:solidFill>
                  <a:srgbClr val="246BCE"/>
                </a:solidFill>
                <a:latin typeface="Arial"/>
                <a:ea typeface="Arial"/>
                <a:cs typeface="Arial"/>
              </a:rPr>
              <a:t>08</a:t>
            </a:r>
          </a:p>
        </p:txBody>
      </p:sp>
    </p:spTree>
    <p:extLst>
      <p:ext uri="{BB962C8B-B14F-4D97-AF65-F5344CB8AC3E}">
        <p14:creationId xmlns:p14="http://schemas.microsoft.com/office/powerpoint/2010/main" val="625042127"/>
      </p:ext>
    </p:extLst>
  </p:cSld>
</p:sld>
</file>

<file path=ppt/slides/slide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26" name="diagram-129">
            <a:extLst xmlns:a="http://schemas.openxmlformats.org/drawingml/2006/main">
              <a:ext uri="{FF2B5EF4-FFF2-40B4-BE49-F238E27FC236}">
                <a16:creationId xmlns:a16="http://schemas.microsoft.com/office/drawing/2014/main" id="{37C4577E-4ED9-4A5E-BCC0-A3B3B666300F}"/>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02A43"/>
                </a:solidFill>
                <a:latin typeface="Arial"/>
                <a:ea typeface="Arial"/>
                <a:cs typeface="Arial"/>
              </a:defRPr>
            </a:defPPr>
            <a:lvl1pPr algn="l">
              <a:defRPr sz="3150" b="1">
                <a:solidFill>
                  <a:srgbClr val="102A43"/>
                </a:solidFill>
                <a:latin typeface="Arial"/>
                <a:ea typeface="Arial"/>
                <a:cs typeface="Arial"/>
              </a:defRPr>
            </a:lvl1pPr>
            <a:lvl2pPr algn="l">
              <a:defRPr sz="3150" b="1">
                <a:solidFill>
                  <a:srgbClr val="102A43"/>
                </a:solidFill>
                <a:latin typeface="Arial"/>
                <a:ea typeface="Arial"/>
                <a:cs typeface="Arial"/>
              </a:defRPr>
            </a:lvl2pPr>
            <a:lvl3pPr algn="l">
              <a:defRPr sz="3150" b="1">
                <a:solidFill>
                  <a:srgbClr val="102A43"/>
                </a:solidFill>
                <a:latin typeface="Arial"/>
                <a:ea typeface="Arial"/>
                <a:cs typeface="Arial"/>
              </a:defRPr>
            </a:lvl3pPr>
            <a:lvl4pPr algn="l">
              <a:defRPr sz="3150" b="1">
                <a:solidFill>
                  <a:srgbClr val="102A43"/>
                </a:solidFill>
                <a:latin typeface="Arial"/>
                <a:ea typeface="Arial"/>
                <a:cs typeface="Arial"/>
              </a:defRPr>
            </a:lvl4pPr>
            <a:lvl5pPr algn="l">
              <a:defRPr sz="3150" b="1">
                <a:solidFill>
                  <a:srgbClr val="102A43"/>
                </a:solidFill>
                <a:latin typeface="Arial"/>
                <a:ea typeface="Arial"/>
                <a:cs typeface="Arial"/>
              </a:defRPr>
            </a:lvl5pPr>
            <a:lvl6pPr algn="l">
              <a:defRPr sz="3150" b="1">
                <a:solidFill>
                  <a:srgbClr val="102A43"/>
                </a:solidFill>
                <a:latin typeface="Arial"/>
                <a:ea typeface="Arial"/>
                <a:cs typeface="Arial"/>
              </a:defRPr>
            </a:lvl6pPr>
            <a:lvl7pPr algn="l">
              <a:defRPr sz="3150" b="1">
                <a:solidFill>
                  <a:srgbClr val="102A43"/>
                </a:solidFill>
                <a:latin typeface="Arial"/>
                <a:ea typeface="Arial"/>
                <a:cs typeface="Arial"/>
              </a:defRPr>
            </a:lvl7pPr>
            <a:lvl8pPr algn="l">
              <a:defRPr sz="3150" b="1">
                <a:solidFill>
                  <a:srgbClr val="102A43"/>
                </a:solidFill>
                <a:latin typeface="Arial"/>
                <a:ea typeface="Arial"/>
                <a:cs typeface="Arial"/>
              </a:defRPr>
            </a:lvl8pPr>
            <a:lvl9pPr algn="l">
              <a:defRPr sz="3150" b="1">
                <a:solidFill>
                  <a:srgbClr val="102A43"/>
                </a:solidFill>
                <a:latin typeface="Arial"/>
                <a:ea typeface="Arial"/>
                <a:cs typeface="Arial"/>
              </a:defRPr>
            </a:lvl9pPr>
          </a:lstStyle>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Rủi ro về an toàn và đạo đức</a:t>
            </a:r>
          </a:p>
        </p:txBody>
      </p:sp>
      <p:sp>
        <p:nvSpPr>
          <p:cNvPr id="2" name="diagram-130">
            <a:extLst xmlns:a="http://schemas.openxmlformats.org/drawingml/2006/main">
              <a:ext uri="{FF2B5EF4-FFF2-40B4-BE49-F238E27FC236}">
                <a16:creationId xmlns:a16="http://schemas.microsoft.com/office/drawing/2014/main" id="{E8C10120-3C2D-41A9-B731-D6655CDD8099}"/>
              </a:ext>
            </a:extLst>
          </p:cNvPr>
          <p:cNvSpPr>
            <a:spLocks xmlns:a="http://schemas.openxmlformats.org/drawingml/2006/main" noGrp="1"/>
          </p:cNvSpPr>
          <p:nvPr/>
        </p:nvSpPr>
        <p:spPr>
          <a:xfrm xmlns:a="http://schemas.openxmlformats.org/drawingml/2006/main">
            <a:off x="571500" y="114300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defRPr sz="1725" b="0">
                <a:solidFill>
                  <a:srgbClr val="526773"/>
                </a:solidFill>
                <a:latin typeface="Arial"/>
                <a:ea typeface="Arial"/>
                <a:cs typeface="Arial"/>
              </a:defRPr>
            </a:lvl1pPr>
            <a:lvl2pPr algn="l">
              <a:defRPr sz="1725" b="0">
                <a:solidFill>
                  <a:srgbClr val="526773"/>
                </a:solidFill>
                <a:latin typeface="Arial"/>
                <a:ea typeface="Arial"/>
                <a:cs typeface="Arial"/>
              </a:defRPr>
            </a:lvl2pPr>
            <a:lvl3pPr algn="l">
              <a:defRPr sz="1725" b="0">
                <a:solidFill>
                  <a:srgbClr val="526773"/>
                </a:solidFill>
                <a:latin typeface="Arial"/>
                <a:ea typeface="Arial"/>
                <a:cs typeface="Arial"/>
              </a:defRPr>
            </a:lvl3pPr>
            <a:lvl4pPr algn="l">
              <a:defRPr sz="1725" b="0">
                <a:solidFill>
                  <a:srgbClr val="526773"/>
                </a:solidFill>
                <a:latin typeface="Arial"/>
                <a:ea typeface="Arial"/>
                <a:cs typeface="Arial"/>
              </a:defRPr>
            </a:lvl4pPr>
            <a:lvl5pPr algn="l">
              <a:defRPr sz="1725" b="0">
                <a:solidFill>
                  <a:srgbClr val="526773"/>
                </a:solidFill>
                <a:latin typeface="Arial"/>
                <a:ea typeface="Arial"/>
                <a:cs typeface="Arial"/>
              </a:defRPr>
            </a:lvl5pPr>
            <a:lvl6pPr algn="l">
              <a:defRPr sz="1725" b="0">
                <a:solidFill>
                  <a:srgbClr val="526773"/>
                </a:solidFill>
                <a:latin typeface="Arial"/>
                <a:ea typeface="Arial"/>
                <a:cs typeface="Arial"/>
              </a:defRPr>
            </a:lvl6pPr>
            <a:lvl7pPr algn="l">
              <a:defRPr sz="1725" b="0">
                <a:solidFill>
                  <a:srgbClr val="526773"/>
                </a:solidFill>
                <a:latin typeface="Arial"/>
                <a:ea typeface="Arial"/>
                <a:cs typeface="Arial"/>
              </a:defRPr>
            </a:lvl7pPr>
            <a:lvl8pPr algn="l">
              <a:defRPr sz="1725" b="0">
                <a:solidFill>
                  <a:srgbClr val="526773"/>
                </a:solidFill>
                <a:latin typeface="Arial"/>
                <a:ea typeface="Arial"/>
                <a:cs typeface="Arial"/>
              </a:defRPr>
            </a:lvl8pPr>
            <a:lvl9pPr algn="l">
              <a:defRPr sz="1725" b="0">
                <a:solidFill>
                  <a:srgbClr val="526773"/>
                </a:solidFill>
                <a:latin typeface="Arial"/>
                <a:ea typeface="Arial"/>
                <a:cs typeface="Arial"/>
              </a:defRPr>
            </a:lvl9pPr>
          </a:lstStyle>
          <a:p xmlns:a="http://schemas.openxmlformats.org/drawingml/2006/main">
            <a:pPr algn="l">
              <a:defRPr sz="1725" b="0">
                <a:solidFill>
                  <a:srgbClr val="526773"/>
                </a:solidFill>
                <a:latin typeface="Arial"/>
                <a:ea typeface="Arial"/>
                <a:cs typeface="Arial"/>
              </a:defRPr>
            </a:pPr>
            <a:r>
              <a:rPr sz="1725" b="0">
                <a:solidFill>
                  <a:srgbClr val="526773"/>
                </a:solidFill>
                <a:latin typeface="Arial"/>
                <a:ea typeface="Arial"/>
                <a:cs typeface="Arial"/>
              </a:rPr>
              <a:t>Cách giảm thiểu trong prototype</a:t>
            </a:r>
          </a:p>
        </p:txBody>
      </p:sp>
      <p:sp>
        <p:nvSpPr>
          <p:cNvPr id="3" name="diagram-131">
            <a:extLst xmlns:a="http://schemas.openxmlformats.org/drawingml/2006/main">
              <a:ext uri="{FF2B5EF4-FFF2-40B4-BE49-F238E27FC236}">
                <a16:creationId xmlns:a16="http://schemas.microsoft.com/office/drawing/2014/main" id="{93616B26-13A3-4090-8296-6FDED28938B4}"/>
              </a:ext>
            </a:extLst>
          </p:cNvPr>
          <p:cNvSpPr>
            <a:spLocks xmlns:a="http://schemas.openxmlformats.org/drawingml/2006/main" noGrp="1"/>
          </p:cNvSpPr>
          <p:nvPr/>
        </p:nvSpPr>
        <p:spPr>
          <a:xfrm xmlns:a="http://schemas.openxmlformats.org/drawingml/2006/main">
            <a:off x="1381125" y="1771650"/>
            <a:ext cx="419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D64D53"/>
                </a:solidFill>
                <a:latin typeface="Arial"/>
                <a:ea typeface="Arial"/>
                <a:cs typeface="Arial"/>
              </a:defRPr>
            </a:defPPr>
            <a:lvl1pPr algn="l">
              <a:defRPr sz="1425" b="1">
                <a:solidFill>
                  <a:srgbClr val="D64D53"/>
                </a:solidFill>
                <a:latin typeface="Arial"/>
                <a:ea typeface="Arial"/>
                <a:cs typeface="Arial"/>
              </a:defRPr>
            </a:lvl1pPr>
            <a:lvl2pPr algn="l">
              <a:defRPr sz="1425" b="1">
                <a:solidFill>
                  <a:srgbClr val="D64D53"/>
                </a:solidFill>
                <a:latin typeface="Arial"/>
                <a:ea typeface="Arial"/>
                <a:cs typeface="Arial"/>
              </a:defRPr>
            </a:lvl2pPr>
            <a:lvl3pPr algn="l">
              <a:defRPr sz="1425" b="1">
                <a:solidFill>
                  <a:srgbClr val="D64D53"/>
                </a:solidFill>
                <a:latin typeface="Arial"/>
                <a:ea typeface="Arial"/>
                <a:cs typeface="Arial"/>
              </a:defRPr>
            </a:lvl3pPr>
            <a:lvl4pPr algn="l">
              <a:defRPr sz="1425" b="1">
                <a:solidFill>
                  <a:srgbClr val="D64D53"/>
                </a:solidFill>
                <a:latin typeface="Arial"/>
                <a:ea typeface="Arial"/>
                <a:cs typeface="Arial"/>
              </a:defRPr>
            </a:lvl4pPr>
            <a:lvl5pPr algn="l">
              <a:defRPr sz="1425" b="1">
                <a:solidFill>
                  <a:srgbClr val="D64D53"/>
                </a:solidFill>
                <a:latin typeface="Arial"/>
                <a:ea typeface="Arial"/>
                <a:cs typeface="Arial"/>
              </a:defRPr>
            </a:lvl5pPr>
            <a:lvl6pPr algn="l">
              <a:defRPr sz="1425" b="1">
                <a:solidFill>
                  <a:srgbClr val="D64D53"/>
                </a:solidFill>
                <a:latin typeface="Arial"/>
                <a:ea typeface="Arial"/>
                <a:cs typeface="Arial"/>
              </a:defRPr>
            </a:lvl6pPr>
            <a:lvl7pPr algn="l">
              <a:defRPr sz="1425" b="1">
                <a:solidFill>
                  <a:srgbClr val="D64D53"/>
                </a:solidFill>
                <a:latin typeface="Arial"/>
                <a:ea typeface="Arial"/>
                <a:cs typeface="Arial"/>
              </a:defRPr>
            </a:lvl7pPr>
            <a:lvl8pPr algn="l">
              <a:defRPr sz="1425" b="1">
                <a:solidFill>
                  <a:srgbClr val="D64D53"/>
                </a:solidFill>
                <a:latin typeface="Arial"/>
                <a:ea typeface="Arial"/>
                <a:cs typeface="Arial"/>
              </a:defRPr>
            </a:lvl8pPr>
            <a:lvl9pPr algn="l">
              <a:defRPr sz="1425" b="1">
                <a:solidFill>
                  <a:srgbClr val="D64D53"/>
                </a:solidFill>
                <a:latin typeface="Arial"/>
                <a:ea typeface="Arial"/>
                <a:cs typeface="Arial"/>
              </a:defRPr>
            </a:lvl9pPr>
          </a:lstStyle>
          <a:p xmlns:a="http://schemas.openxmlformats.org/drawingml/2006/main">
            <a:pPr algn="l">
              <a:defRPr sz="1425" b="1">
                <a:solidFill>
                  <a:srgbClr val="D64D53"/>
                </a:solidFill>
                <a:latin typeface="Arial"/>
                <a:ea typeface="Arial"/>
                <a:cs typeface="Arial"/>
              </a:defRPr>
            </a:pPr>
            <a:r>
              <a:rPr sz="1425" b="1">
                <a:solidFill>
                  <a:srgbClr val="D64D53"/>
                </a:solidFill>
                <a:latin typeface="Arial"/>
                <a:ea typeface="Arial"/>
                <a:cs typeface="Arial"/>
              </a:rPr>
              <a:t>RỦI RO</a:t>
            </a:r>
          </a:p>
        </p:txBody>
      </p:sp>
      <p:sp>
        <p:nvSpPr>
          <p:cNvPr id="4" name="diagram-132">
            <a:extLst xmlns:a="http://schemas.openxmlformats.org/drawingml/2006/main">
              <a:ext uri="{FF2B5EF4-FFF2-40B4-BE49-F238E27FC236}">
                <a16:creationId xmlns:a16="http://schemas.microsoft.com/office/drawing/2014/main" id="{6F4488F6-718C-41F6-BB9A-B9F0DA688B73}"/>
              </a:ext>
            </a:extLst>
          </p:cNvPr>
          <p:cNvSpPr>
            <a:spLocks xmlns:a="http://schemas.openxmlformats.org/drawingml/2006/main" noGrp="1"/>
          </p:cNvSpPr>
          <p:nvPr/>
        </p:nvSpPr>
        <p:spPr>
          <a:xfrm xmlns:a="http://schemas.openxmlformats.org/drawingml/2006/main">
            <a:off x="6334125" y="1771650"/>
            <a:ext cx="5143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246BCE"/>
                </a:solidFill>
                <a:latin typeface="Arial"/>
                <a:ea typeface="Arial"/>
                <a:cs typeface="Arial"/>
              </a:defRPr>
            </a:defPPr>
            <a:lvl1pPr algn="l">
              <a:defRPr sz="1425" b="1">
                <a:solidFill>
                  <a:srgbClr val="246BCE"/>
                </a:solidFill>
                <a:latin typeface="Arial"/>
                <a:ea typeface="Arial"/>
                <a:cs typeface="Arial"/>
              </a:defRPr>
            </a:lvl1pPr>
            <a:lvl2pPr algn="l">
              <a:defRPr sz="1425" b="1">
                <a:solidFill>
                  <a:srgbClr val="246BCE"/>
                </a:solidFill>
                <a:latin typeface="Arial"/>
                <a:ea typeface="Arial"/>
                <a:cs typeface="Arial"/>
              </a:defRPr>
            </a:lvl2pPr>
            <a:lvl3pPr algn="l">
              <a:defRPr sz="1425" b="1">
                <a:solidFill>
                  <a:srgbClr val="246BCE"/>
                </a:solidFill>
                <a:latin typeface="Arial"/>
                <a:ea typeface="Arial"/>
                <a:cs typeface="Arial"/>
              </a:defRPr>
            </a:lvl3pPr>
            <a:lvl4pPr algn="l">
              <a:defRPr sz="1425" b="1">
                <a:solidFill>
                  <a:srgbClr val="246BCE"/>
                </a:solidFill>
                <a:latin typeface="Arial"/>
                <a:ea typeface="Arial"/>
                <a:cs typeface="Arial"/>
              </a:defRPr>
            </a:lvl4pPr>
            <a:lvl5pPr algn="l">
              <a:defRPr sz="1425" b="1">
                <a:solidFill>
                  <a:srgbClr val="246BCE"/>
                </a:solidFill>
                <a:latin typeface="Arial"/>
                <a:ea typeface="Arial"/>
                <a:cs typeface="Arial"/>
              </a:defRPr>
            </a:lvl5pPr>
            <a:lvl6pPr algn="l">
              <a:defRPr sz="1425" b="1">
                <a:solidFill>
                  <a:srgbClr val="246BCE"/>
                </a:solidFill>
                <a:latin typeface="Arial"/>
                <a:ea typeface="Arial"/>
                <a:cs typeface="Arial"/>
              </a:defRPr>
            </a:lvl6pPr>
            <a:lvl7pPr algn="l">
              <a:defRPr sz="1425" b="1">
                <a:solidFill>
                  <a:srgbClr val="246BCE"/>
                </a:solidFill>
                <a:latin typeface="Arial"/>
                <a:ea typeface="Arial"/>
                <a:cs typeface="Arial"/>
              </a:defRPr>
            </a:lvl7pPr>
            <a:lvl8pPr algn="l">
              <a:defRPr sz="1425" b="1">
                <a:solidFill>
                  <a:srgbClr val="246BCE"/>
                </a:solidFill>
                <a:latin typeface="Arial"/>
                <a:ea typeface="Arial"/>
                <a:cs typeface="Arial"/>
              </a:defRPr>
            </a:lvl8pPr>
            <a:lvl9pPr algn="l">
              <a:defRPr sz="1425" b="1">
                <a:solidFill>
                  <a:srgbClr val="246BCE"/>
                </a:solidFill>
                <a:latin typeface="Arial"/>
                <a:ea typeface="Arial"/>
                <a:cs typeface="Arial"/>
              </a:defRPr>
            </a:lvl9pPr>
          </a:lstStyle>
          <a:p xmlns:a="http://schemas.openxmlformats.org/drawingml/2006/main">
            <a:pPr algn="l">
              <a:defRPr sz="1425" b="1">
                <a:solidFill>
                  <a:srgbClr val="246BCE"/>
                </a:solidFill>
                <a:latin typeface="Arial"/>
                <a:ea typeface="Arial"/>
                <a:cs typeface="Arial"/>
              </a:defRPr>
            </a:pPr>
            <a:r>
              <a:rPr sz="1425" b="1">
                <a:solidFill>
                  <a:srgbClr val="246BCE"/>
                </a:solidFill>
                <a:latin typeface="Arial"/>
                <a:ea typeface="Arial"/>
                <a:cs typeface="Arial"/>
              </a:rPr>
              <a:t>CÁCH GIẢM THIỂU</a:t>
            </a:r>
          </a:p>
        </p:txBody>
      </p:sp>
      <p:pic>
        <p:nvPicPr>
          <p:cNvPr id="5" name="">
            <a:extLst xmlns:a="http://schemas.openxmlformats.org/drawingml/2006/main">
              <a:ext uri="{FF2B5EF4-FFF2-40B4-BE49-F238E27FC236}">
                <a16:creationId xmlns:a16="http://schemas.microsoft.com/office/drawing/2014/main" id="{23B01F95-49BE-429C-8AE9-11B912BFD587}"/>
              </a:ext>
            </a:extLst>
          </p:cNvPr>
          <p:cNvPicPr>
            <a:picLocks xmlns:a="http://schemas.openxmlformats.org/drawingml/2006/main" noChangeAspect="1"/>
          </p:cNvPicPr>
          <p:nvPr/>
        </p:nvPicPr>
        <p:blipFill>
          <a:blip xmlns:r="http://schemas.openxmlformats.org/officeDocument/2006/relationships" xmlns:a="http://schemas.openxmlformats.org/drawingml/2006/main" r:embed="R3be72ac1b4864767">
            <a:extLst>
              <a:ext uri="{96DAC541-7B7A-43D3-8B79-37D633B846F1}">
                <asvg:svgBlip xmlns:asvg="http://schemas.microsoft.com/office/drawing/2016/SVG/main" r:embed="Ra1e4408839bf477d"/>
              </a:ext>
            </a:extLst>
          </a:blip>
          <a:stretch xmlns:a="http://schemas.openxmlformats.org/drawingml/2006/main"/>
        </p:blipFill>
        <p:spPr>
          <a:xfrm xmlns:a="http://schemas.openxmlformats.org/drawingml/2006/main">
            <a:off x="666750" y="2381250"/>
            <a:ext cx="381000" cy="381000"/>
          </a:xfrm>
          <a:prstGeom xmlns:a="http://schemas.openxmlformats.org/drawingml/2006/main" prst="rect">
            <a:avLst/>
          </a:prstGeom>
        </p:spPr>
      </p:pic>
      <p:sp>
        <p:nvSpPr>
          <p:cNvPr id="6" name="diagram-133">
            <a:extLst xmlns:a="http://schemas.openxmlformats.org/drawingml/2006/main">
              <a:ext uri="{FF2B5EF4-FFF2-40B4-BE49-F238E27FC236}">
                <a16:creationId xmlns:a16="http://schemas.microsoft.com/office/drawing/2014/main" id="{1C43AD59-F0F4-42CA-A663-40FAE2252AD5}"/>
              </a:ext>
            </a:extLst>
          </p:cNvPr>
          <p:cNvSpPr>
            <a:spLocks xmlns:a="http://schemas.openxmlformats.org/drawingml/2006/main" noGrp="1"/>
          </p:cNvSpPr>
          <p:nvPr/>
        </p:nvSpPr>
        <p:spPr>
          <a:xfrm xmlns:a="http://schemas.openxmlformats.org/drawingml/2006/main">
            <a:off x="1381125" y="2305050"/>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102A43"/>
                </a:solidFill>
                <a:latin typeface="Arial"/>
                <a:ea typeface="Arial"/>
                <a:cs typeface="Arial"/>
              </a:defRPr>
            </a:defPPr>
            <a:lvl1pPr algn="l">
              <a:defRPr sz="1875" b="1">
                <a:solidFill>
                  <a:srgbClr val="102A43"/>
                </a:solidFill>
                <a:latin typeface="Arial"/>
                <a:ea typeface="Arial"/>
                <a:cs typeface="Arial"/>
              </a:defRPr>
            </a:lvl1pPr>
            <a:lvl2pPr algn="l">
              <a:defRPr sz="1875" b="1">
                <a:solidFill>
                  <a:srgbClr val="102A43"/>
                </a:solidFill>
                <a:latin typeface="Arial"/>
                <a:ea typeface="Arial"/>
                <a:cs typeface="Arial"/>
              </a:defRPr>
            </a:lvl2pPr>
            <a:lvl3pPr algn="l">
              <a:defRPr sz="1875" b="1">
                <a:solidFill>
                  <a:srgbClr val="102A43"/>
                </a:solidFill>
                <a:latin typeface="Arial"/>
                <a:ea typeface="Arial"/>
                <a:cs typeface="Arial"/>
              </a:defRPr>
            </a:lvl3pPr>
            <a:lvl4pPr algn="l">
              <a:defRPr sz="1875" b="1">
                <a:solidFill>
                  <a:srgbClr val="102A43"/>
                </a:solidFill>
                <a:latin typeface="Arial"/>
                <a:ea typeface="Arial"/>
                <a:cs typeface="Arial"/>
              </a:defRPr>
            </a:lvl4pPr>
            <a:lvl5pPr algn="l">
              <a:defRPr sz="1875" b="1">
                <a:solidFill>
                  <a:srgbClr val="102A43"/>
                </a:solidFill>
                <a:latin typeface="Arial"/>
                <a:ea typeface="Arial"/>
                <a:cs typeface="Arial"/>
              </a:defRPr>
            </a:lvl5pPr>
            <a:lvl6pPr algn="l">
              <a:defRPr sz="1875" b="1">
                <a:solidFill>
                  <a:srgbClr val="102A43"/>
                </a:solidFill>
                <a:latin typeface="Arial"/>
                <a:ea typeface="Arial"/>
                <a:cs typeface="Arial"/>
              </a:defRPr>
            </a:lvl6pPr>
            <a:lvl7pPr algn="l">
              <a:defRPr sz="1875" b="1">
                <a:solidFill>
                  <a:srgbClr val="102A43"/>
                </a:solidFill>
                <a:latin typeface="Arial"/>
                <a:ea typeface="Arial"/>
                <a:cs typeface="Arial"/>
              </a:defRPr>
            </a:lvl7pPr>
            <a:lvl8pPr algn="l">
              <a:defRPr sz="1875" b="1">
                <a:solidFill>
                  <a:srgbClr val="102A43"/>
                </a:solidFill>
                <a:latin typeface="Arial"/>
                <a:ea typeface="Arial"/>
                <a:cs typeface="Arial"/>
              </a:defRPr>
            </a:lvl8pPr>
            <a:lvl9pPr algn="l">
              <a:defRPr sz="1875" b="1">
                <a:solidFill>
                  <a:srgbClr val="102A43"/>
                </a:solidFill>
                <a:latin typeface="Arial"/>
                <a:ea typeface="Arial"/>
                <a:cs typeface="Arial"/>
              </a:defRPr>
            </a:lvl9pPr>
          </a:lstStyle>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Sai bước hoặc sai phòng</a:t>
            </a:r>
          </a:p>
        </p:txBody>
      </p:sp>
      <p:sp>
        <p:nvSpPr>
          <p:cNvPr id="7" name="diagram-134">
            <a:extLst xmlns:a="http://schemas.openxmlformats.org/drawingml/2006/main">
              <a:ext uri="{FF2B5EF4-FFF2-40B4-BE49-F238E27FC236}">
                <a16:creationId xmlns:a16="http://schemas.microsoft.com/office/drawing/2014/main" id="{97C327A8-DC13-4019-9828-08AE32FA20CD}"/>
              </a:ext>
            </a:extLst>
          </p:cNvPr>
          <p:cNvSpPr>
            <a:spLocks xmlns:a="http://schemas.openxmlformats.org/drawingml/2006/main" noGrp="1"/>
          </p:cNvSpPr>
          <p:nvPr/>
        </p:nvSpPr>
        <p:spPr>
          <a:xfrm xmlns:a="http://schemas.openxmlformats.org/drawingml/2006/main">
            <a:off x="6334125" y="2305050"/>
            <a:ext cx="514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773"/>
                </a:solidFill>
                <a:latin typeface="Arial"/>
                <a:ea typeface="Arial"/>
                <a:cs typeface="Arial"/>
              </a:defRPr>
            </a:defPPr>
            <a:lvl1pPr algn="l">
              <a:defRPr sz="1800" b="0">
                <a:solidFill>
                  <a:srgbClr val="526773"/>
                </a:solidFill>
                <a:latin typeface="Arial"/>
                <a:ea typeface="Arial"/>
                <a:cs typeface="Arial"/>
              </a:defRPr>
            </a:lvl1pPr>
            <a:lvl2pPr algn="l">
              <a:defRPr sz="1800" b="0">
                <a:solidFill>
                  <a:srgbClr val="526773"/>
                </a:solidFill>
                <a:latin typeface="Arial"/>
                <a:ea typeface="Arial"/>
                <a:cs typeface="Arial"/>
              </a:defRPr>
            </a:lvl2pPr>
            <a:lvl3pPr algn="l">
              <a:defRPr sz="1800" b="0">
                <a:solidFill>
                  <a:srgbClr val="526773"/>
                </a:solidFill>
                <a:latin typeface="Arial"/>
                <a:ea typeface="Arial"/>
                <a:cs typeface="Arial"/>
              </a:defRPr>
            </a:lvl3pPr>
            <a:lvl4pPr algn="l">
              <a:defRPr sz="1800" b="0">
                <a:solidFill>
                  <a:srgbClr val="526773"/>
                </a:solidFill>
                <a:latin typeface="Arial"/>
                <a:ea typeface="Arial"/>
                <a:cs typeface="Arial"/>
              </a:defRPr>
            </a:lvl4pPr>
            <a:lvl5pPr algn="l">
              <a:defRPr sz="1800" b="0">
                <a:solidFill>
                  <a:srgbClr val="526773"/>
                </a:solidFill>
                <a:latin typeface="Arial"/>
                <a:ea typeface="Arial"/>
                <a:cs typeface="Arial"/>
              </a:defRPr>
            </a:lvl5pPr>
            <a:lvl6pPr algn="l">
              <a:defRPr sz="1800" b="0">
                <a:solidFill>
                  <a:srgbClr val="526773"/>
                </a:solidFill>
                <a:latin typeface="Arial"/>
                <a:ea typeface="Arial"/>
                <a:cs typeface="Arial"/>
              </a:defRPr>
            </a:lvl6pPr>
            <a:lvl7pPr algn="l">
              <a:defRPr sz="1800" b="0">
                <a:solidFill>
                  <a:srgbClr val="526773"/>
                </a:solidFill>
                <a:latin typeface="Arial"/>
                <a:ea typeface="Arial"/>
                <a:cs typeface="Arial"/>
              </a:defRPr>
            </a:lvl7pPr>
            <a:lvl8pPr algn="l">
              <a:defRPr sz="1800" b="0">
                <a:solidFill>
                  <a:srgbClr val="526773"/>
                </a:solidFill>
                <a:latin typeface="Arial"/>
                <a:ea typeface="Arial"/>
                <a:cs typeface="Arial"/>
              </a:defRPr>
            </a:lvl8pPr>
            <a:lvl9pPr algn="l">
              <a:defRPr sz="1800" b="0">
                <a:solidFill>
                  <a:srgbClr val="526773"/>
                </a:solidFill>
                <a:latin typeface="Arial"/>
                <a:ea typeface="Arial"/>
                <a:cs typeface="Arial"/>
              </a:defRPr>
            </a:lvl9pPr>
          </a:lstStyle>
          <a:p xmlns:a="http://schemas.openxmlformats.org/drawingml/2006/main">
            <a:pPr algn="l">
              <a:defRPr sz="1800" b="0">
                <a:solidFill>
                  <a:srgbClr val="526773"/>
                </a:solidFill>
                <a:latin typeface="Arial"/>
                <a:ea typeface="Arial"/>
                <a:cs typeface="Arial"/>
              </a:defRPr>
            </a:pPr>
            <a:r>
              <a:rPr sz="1800" b="0">
                <a:solidFill>
                  <a:srgbClr val="526773"/>
                </a:solidFill>
                <a:latin typeface="Arial"/>
                <a:ea typeface="Arial"/>
                <a:cs typeface="Arial"/>
              </a:rPr>
              <a:t>Kiểm tra điều kiện, xác nhận điểm đến với nhân viên.</a:t>
            </a:r>
          </a:p>
        </p:txBody>
      </p:sp>
      <p:sp>
        <p:nvSpPr>
          <p:cNvPr id="8" name="diagram-135">
            <a:extLst xmlns:a="http://schemas.openxmlformats.org/drawingml/2006/main">
              <a:ext uri="{FF2B5EF4-FFF2-40B4-BE49-F238E27FC236}">
                <a16:creationId xmlns:a16="http://schemas.microsoft.com/office/drawing/2014/main" id="{9750DD77-8D24-482B-A816-0227F0119DE8}"/>
              </a:ext>
            </a:extLst>
          </p:cNvPr>
          <p:cNvSpPr>
            <a:spLocks xmlns:a="http://schemas.openxmlformats.org/drawingml/2006/main" noGrp="1"/>
          </p:cNvSpPr>
          <p:nvPr/>
        </p:nvSpPr>
        <p:spPr>
          <a:xfrm xmlns:a="http://schemas.openxmlformats.org/drawingml/2006/main">
            <a:off x="1381125" y="2952750"/>
            <a:ext cx="10096500" cy="19050"/>
          </a:xfrm>
          <a:prstGeom xmlns:a="http://schemas.openxmlformats.org/drawingml/2006/main" prst="rect">
            <a:avLst/>
          </a:prstGeom>
          <a:solidFill xmlns:a="http://schemas.openxmlformats.org/drawingml/2006/main">
            <a:srgbClr val="E2E8E8"/>
          </a:solidFill>
          <a:ln xmlns:a="http://schemas.openxmlformats.org/drawingml/2006/main" w="0">
            <a:noFill/>
            <a:prstDash val="solid"/>
          </a:ln>
        </p:spPr>
      </p:sp>
      <p:pic>
        <p:nvPicPr>
          <p:cNvPr id="9" name="">
            <a:extLst xmlns:a="http://schemas.openxmlformats.org/drawingml/2006/main">
              <a:ext uri="{FF2B5EF4-FFF2-40B4-BE49-F238E27FC236}">
                <a16:creationId xmlns:a16="http://schemas.microsoft.com/office/drawing/2014/main" id="{F1ABA6AD-0D22-4D75-86B7-D0EA96EE36E8}"/>
              </a:ext>
            </a:extLst>
          </p:cNvPr>
          <p:cNvPicPr>
            <a:picLocks xmlns:a="http://schemas.openxmlformats.org/drawingml/2006/main" noChangeAspect="1"/>
          </p:cNvPicPr>
          <p:nvPr/>
        </p:nvPicPr>
        <p:blipFill>
          <a:blip xmlns:r="http://schemas.openxmlformats.org/officeDocument/2006/relationships" xmlns:a="http://schemas.openxmlformats.org/drawingml/2006/main" r:embed="R8ee649924e7443b4">
            <a:extLst>
              <a:ext uri="{96DAC541-7B7A-43D3-8B79-37D633B846F1}">
                <asvg:svgBlip xmlns:asvg="http://schemas.microsoft.com/office/drawing/2016/SVG/main" r:embed="R57997e03a3d145ee"/>
              </a:ext>
            </a:extLst>
          </a:blip>
          <a:stretch xmlns:a="http://schemas.openxmlformats.org/drawingml/2006/main"/>
        </p:blipFill>
        <p:spPr>
          <a:xfrm xmlns:a="http://schemas.openxmlformats.org/drawingml/2006/main">
            <a:off x="666750" y="3114675"/>
            <a:ext cx="381000" cy="381000"/>
          </a:xfrm>
          <a:prstGeom xmlns:a="http://schemas.openxmlformats.org/drawingml/2006/main" prst="rect">
            <a:avLst/>
          </a:prstGeom>
        </p:spPr>
      </p:pic>
      <p:sp>
        <p:nvSpPr>
          <p:cNvPr id="10" name="diagram-136">
            <a:extLst xmlns:a="http://schemas.openxmlformats.org/drawingml/2006/main">
              <a:ext uri="{FF2B5EF4-FFF2-40B4-BE49-F238E27FC236}">
                <a16:creationId xmlns:a16="http://schemas.microsoft.com/office/drawing/2014/main" id="{1B1709AC-22F0-4E4F-AC5D-36A37F856657}"/>
              </a:ext>
            </a:extLst>
          </p:cNvPr>
          <p:cNvSpPr>
            <a:spLocks xmlns:a="http://schemas.openxmlformats.org/drawingml/2006/main" noGrp="1"/>
          </p:cNvSpPr>
          <p:nvPr/>
        </p:nvSpPr>
        <p:spPr>
          <a:xfrm xmlns:a="http://schemas.openxmlformats.org/drawingml/2006/main">
            <a:off x="1381125" y="3038475"/>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102A43"/>
                </a:solidFill>
                <a:latin typeface="Arial"/>
                <a:ea typeface="Arial"/>
                <a:cs typeface="Arial"/>
              </a:defRPr>
            </a:defPPr>
            <a:lvl1pPr algn="l">
              <a:defRPr sz="1875" b="1">
                <a:solidFill>
                  <a:srgbClr val="102A43"/>
                </a:solidFill>
                <a:latin typeface="Arial"/>
                <a:ea typeface="Arial"/>
                <a:cs typeface="Arial"/>
              </a:defRPr>
            </a:lvl1pPr>
            <a:lvl2pPr algn="l">
              <a:defRPr sz="1875" b="1">
                <a:solidFill>
                  <a:srgbClr val="102A43"/>
                </a:solidFill>
                <a:latin typeface="Arial"/>
                <a:ea typeface="Arial"/>
                <a:cs typeface="Arial"/>
              </a:defRPr>
            </a:lvl2pPr>
            <a:lvl3pPr algn="l">
              <a:defRPr sz="1875" b="1">
                <a:solidFill>
                  <a:srgbClr val="102A43"/>
                </a:solidFill>
                <a:latin typeface="Arial"/>
                <a:ea typeface="Arial"/>
                <a:cs typeface="Arial"/>
              </a:defRPr>
            </a:lvl3pPr>
            <a:lvl4pPr algn="l">
              <a:defRPr sz="1875" b="1">
                <a:solidFill>
                  <a:srgbClr val="102A43"/>
                </a:solidFill>
                <a:latin typeface="Arial"/>
                <a:ea typeface="Arial"/>
                <a:cs typeface="Arial"/>
              </a:defRPr>
            </a:lvl4pPr>
            <a:lvl5pPr algn="l">
              <a:defRPr sz="1875" b="1">
                <a:solidFill>
                  <a:srgbClr val="102A43"/>
                </a:solidFill>
                <a:latin typeface="Arial"/>
                <a:ea typeface="Arial"/>
                <a:cs typeface="Arial"/>
              </a:defRPr>
            </a:lvl5pPr>
            <a:lvl6pPr algn="l">
              <a:defRPr sz="1875" b="1">
                <a:solidFill>
                  <a:srgbClr val="102A43"/>
                </a:solidFill>
                <a:latin typeface="Arial"/>
                <a:ea typeface="Arial"/>
                <a:cs typeface="Arial"/>
              </a:defRPr>
            </a:lvl6pPr>
            <a:lvl7pPr algn="l">
              <a:defRPr sz="1875" b="1">
                <a:solidFill>
                  <a:srgbClr val="102A43"/>
                </a:solidFill>
                <a:latin typeface="Arial"/>
                <a:ea typeface="Arial"/>
                <a:cs typeface="Arial"/>
              </a:defRPr>
            </a:lvl7pPr>
            <a:lvl8pPr algn="l">
              <a:defRPr sz="1875" b="1">
                <a:solidFill>
                  <a:srgbClr val="102A43"/>
                </a:solidFill>
                <a:latin typeface="Arial"/>
                <a:ea typeface="Arial"/>
                <a:cs typeface="Arial"/>
              </a:defRPr>
            </a:lvl8pPr>
            <a:lvl9pPr algn="l">
              <a:defRPr sz="1875" b="1">
                <a:solidFill>
                  <a:srgbClr val="102A43"/>
                </a:solidFill>
                <a:latin typeface="Arial"/>
                <a:ea typeface="Arial"/>
                <a:cs typeface="Arial"/>
              </a:defRPr>
            </a:lvl9pPr>
          </a:lstStyle>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AI trả lời sai hoặc vượt phạm vi</a:t>
            </a:r>
          </a:p>
        </p:txBody>
      </p:sp>
      <p:sp>
        <p:nvSpPr>
          <p:cNvPr id="11" name="diagram-137">
            <a:extLst xmlns:a="http://schemas.openxmlformats.org/drawingml/2006/main">
              <a:ext uri="{FF2B5EF4-FFF2-40B4-BE49-F238E27FC236}">
                <a16:creationId xmlns:a16="http://schemas.microsoft.com/office/drawing/2014/main" id="{D5C0B066-7E06-445F-B530-BDF29442F316}"/>
              </a:ext>
            </a:extLst>
          </p:cNvPr>
          <p:cNvSpPr>
            <a:spLocks xmlns:a="http://schemas.openxmlformats.org/drawingml/2006/main" noGrp="1"/>
          </p:cNvSpPr>
          <p:nvPr/>
        </p:nvSpPr>
        <p:spPr>
          <a:xfrm xmlns:a="http://schemas.openxmlformats.org/drawingml/2006/main">
            <a:off x="6334125" y="3038475"/>
            <a:ext cx="514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773"/>
                </a:solidFill>
                <a:latin typeface="Arial"/>
                <a:ea typeface="Arial"/>
                <a:cs typeface="Arial"/>
              </a:defRPr>
            </a:defPPr>
            <a:lvl1pPr algn="l">
              <a:defRPr sz="1800" b="0">
                <a:solidFill>
                  <a:srgbClr val="526773"/>
                </a:solidFill>
                <a:latin typeface="Arial"/>
                <a:ea typeface="Arial"/>
                <a:cs typeface="Arial"/>
              </a:defRPr>
            </a:lvl1pPr>
            <a:lvl2pPr algn="l">
              <a:defRPr sz="1800" b="0">
                <a:solidFill>
                  <a:srgbClr val="526773"/>
                </a:solidFill>
                <a:latin typeface="Arial"/>
                <a:ea typeface="Arial"/>
                <a:cs typeface="Arial"/>
              </a:defRPr>
            </a:lvl2pPr>
            <a:lvl3pPr algn="l">
              <a:defRPr sz="1800" b="0">
                <a:solidFill>
                  <a:srgbClr val="526773"/>
                </a:solidFill>
                <a:latin typeface="Arial"/>
                <a:ea typeface="Arial"/>
                <a:cs typeface="Arial"/>
              </a:defRPr>
            </a:lvl3pPr>
            <a:lvl4pPr algn="l">
              <a:defRPr sz="1800" b="0">
                <a:solidFill>
                  <a:srgbClr val="526773"/>
                </a:solidFill>
                <a:latin typeface="Arial"/>
                <a:ea typeface="Arial"/>
                <a:cs typeface="Arial"/>
              </a:defRPr>
            </a:lvl4pPr>
            <a:lvl5pPr algn="l">
              <a:defRPr sz="1800" b="0">
                <a:solidFill>
                  <a:srgbClr val="526773"/>
                </a:solidFill>
                <a:latin typeface="Arial"/>
                <a:ea typeface="Arial"/>
                <a:cs typeface="Arial"/>
              </a:defRPr>
            </a:lvl5pPr>
            <a:lvl6pPr algn="l">
              <a:defRPr sz="1800" b="0">
                <a:solidFill>
                  <a:srgbClr val="526773"/>
                </a:solidFill>
                <a:latin typeface="Arial"/>
                <a:ea typeface="Arial"/>
                <a:cs typeface="Arial"/>
              </a:defRPr>
            </a:lvl6pPr>
            <a:lvl7pPr algn="l">
              <a:defRPr sz="1800" b="0">
                <a:solidFill>
                  <a:srgbClr val="526773"/>
                </a:solidFill>
                <a:latin typeface="Arial"/>
                <a:ea typeface="Arial"/>
                <a:cs typeface="Arial"/>
              </a:defRPr>
            </a:lvl7pPr>
            <a:lvl8pPr algn="l">
              <a:defRPr sz="1800" b="0">
                <a:solidFill>
                  <a:srgbClr val="526773"/>
                </a:solidFill>
                <a:latin typeface="Arial"/>
                <a:ea typeface="Arial"/>
                <a:cs typeface="Arial"/>
              </a:defRPr>
            </a:lvl8pPr>
            <a:lvl9pPr algn="l">
              <a:defRPr sz="1800" b="0">
                <a:solidFill>
                  <a:srgbClr val="526773"/>
                </a:solidFill>
                <a:latin typeface="Arial"/>
                <a:ea typeface="Arial"/>
                <a:cs typeface="Arial"/>
              </a:defRPr>
            </a:lvl9pPr>
          </a:lstStyle>
          <a:p xmlns:a="http://schemas.openxmlformats.org/drawingml/2006/main">
            <a:pPr algn="l">
              <a:defRPr sz="1800" b="0">
                <a:solidFill>
                  <a:srgbClr val="526773"/>
                </a:solidFill>
                <a:latin typeface="Arial"/>
                <a:ea typeface="Arial"/>
                <a:cs typeface="Arial"/>
              </a:defRPr>
            </a:pPr>
            <a:r>
              <a:rPr sz="1800" b="0">
                <a:solidFill>
                  <a:srgbClr val="526773"/>
                </a:solidFill>
                <a:latin typeface="Arial"/>
                <a:ea typeface="Arial"/>
                <a:cs typeface="Arial"/>
              </a:rPr>
              <a:t>Dùng facts đã xác nhận, giới hạn hướng dẫn hành chính.</a:t>
            </a:r>
          </a:p>
        </p:txBody>
      </p:sp>
      <p:sp>
        <p:nvSpPr>
          <p:cNvPr id="12" name="diagram-138">
            <a:extLst xmlns:a="http://schemas.openxmlformats.org/drawingml/2006/main">
              <a:ext uri="{FF2B5EF4-FFF2-40B4-BE49-F238E27FC236}">
                <a16:creationId xmlns:a16="http://schemas.microsoft.com/office/drawing/2014/main" id="{BAB162BE-87AE-40D7-A3BA-2BC0C457F4A5}"/>
              </a:ext>
            </a:extLst>
          </p:cNvPr>
          <p:cNvSpPr>
            <a:spLocks xmlns:a="http://schemas.openxmlformats.org/drawingml/2006/main" noGrp="1"/>
          </p:cNvSpPr>
          <p:nvPr/>
        </p:nvSpPr>
        <p:spPr>
          <a:xfrm xmlns:a="http://schemas.openxmlformats.org/drawingml/2006/main">
            <a:off x="1381125" y="3686175"/>
            <a:ext cx="10096500" cy="19050"/>
          </a:xfrm>
          <a:prstGeom xmlns:a="http://schemas.openxmlformats.org/drawingml/2006/main" prst="rect">
            <a:avLst/>
          </a:prstGeom>
          <a:solidFill xmlns:a="http://schemas.openxmlformats.org/drawingml/2006/main">
            <a:srgbClr val="E2E8E8"/>
          </a:solidFill>
          <a:ln xmlns:a="http://schemas.openxmlformats.org/drawingml/2006/main" w="0">
            <a:noFill/>
            <a:prstDash val="solid"/>
          </a:ln>
        </p:spPr>
      </p:sp>
      <p:pic>
        <p:nvPicPr>
          <p:cNvPr id="13" name="">
            <a:extLst xmlns:a="http://schemas.openxmlformats.org/drawingml/2006/main">
              <a:ext uri="{FF2B5EF4-FFF2-40B4-BE49-F238E27FC236}">
                <a16:creationId xmlns:a16="http://schemas.microsoft.com/office/drawing/2014/main" id="{67ED58D3-4F61-4E88-9A78-DC5E6E894162}"/>
              </a:ext>
            </a:extLst>
          </p:cNvPr>
          <p:cNvPicPr>
            <a:picLocks xmlns:a="http://schemas.openxmlformats.org/drawingml/2006/main" noChangeAspect="1"/>
          </p:cNvPicPr>
          <p:nvPr/>
        </p:nvPicPr>
        <p:blipFill>
          <a:blip xmlns:r="http://schemas.openxmlformats.org/officeDocument/2006/relationships" xmlns:a="http://schemas.openxmlformats.org/drawingml/2006/main" r:embed="R659d3bf02c3243dd">
            <a:extLst>
              <a:ext uri="{96DAC541-7B7A-43D3-8B79-37D633B846F1}">
                <asvg:svgBlip xmlns:asvg="http://schemas.microsoft.com/office/drawing/2016/SVG/main" r:embed="R1348c79880974c6c"/>
              </a:ext>
            </a:extLst>
          </a:blip>
          <a:stretch xmlns:a="http://schemas.openxmlformats.org/drawingml/2006/main"/>
        </p:blipFill>
        <p:spPr>
          <a:xfrm xmlns:a="http://schemas.openxmlformats.org/drawingml/2006/main">
            <a:off x="666750" y="3848100"/>
            <a:ext cx="381000" cy="381000"/>
          </a:xfrm>
          <a:prstGeom xmlns:a="http://schemas.openxmlformats.org/drawingml/2006/main" prst="rect">
            <a:avLst/>
          </a:prstGeom>
        </p:spPr>
      </p:pic>
      <p:sp>
        <p:nvSpPr>
          <p:cNvPr id="14" name="diagram-139">
            <a:extLst xmlns:a="http://schemas.openxmlformats.org/drawingml/2006/main">
              <a:ext uri="{FF2B5EF4-FFF2-40B4-BE49-F238E27FC236}">
                <a16:creationId xmlns:a16="http://schemas.microsoft.com/office/drawing/2014/main" id="{E89D37F1-A31A-4BDF-A229-40ACF87DD171}"/>
              </a:ext>
            </a:extLst>
          </p:cNvPr>
          <p:cNvSpPr>
            <a:spLocks xmlns:a="http://schemas.openxmlformats.org/drawingml/2006/main" noGrp="1"/>
          </p:cNvSpPr>
          <p:nvPr/>
        </p:nvSpPr>
        <p:spPr>
          <a:xfrm xmlns:a="http://schemas.openxmlformats.org/drawingml/2006/main">
            <a:off x="1381125" y="3771900"/>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102A43"/>
                </a:solidFill>
                <a:latin typeface="Arial"/>
                <a:ea typeface="Arial"/>
                <a:cs typeface="Arial"/>
              </a:defRPr>
            </a:defPPr>
            <a:lvl1pPr algn="l">
              <a:defRPr sz="1875" b="1">
                <a:solidFill>
                  <a:srgbClr val="102A43"/>
                </a:solidFill>
                <a:latin typeface="Arial"/>
                <a:ea typeface="Arial"/>
                <a:cs typeface="Arial"/>
              </a:defRPr>
            </a:lvl1pPr>
            <a:lvl2pPr algn="l">
              <a:defRPr sz="1875" b="1">
                <a:solidFill>
                  <a:srgbClr val="102A43"/>
                </a:solidFill>
                <a:latin typeface="Arial"/>
                <a:ea typeface="Arial"/>
                <a:cs typeface="Arial"/>
              </a:defRPr>
            </a:lvl2pPr>
            <a:lvl3pPr algn="l">
              <a:defRPr sz="1875" b="1">
                <a:solidFill>
                  <a:srgbClr val="102A43"/>
                </a:solidFill>
                <a:latin typeface="Arial"/>
                <a:ea typeface="Arial"/>
                <a:cs typeface="Arial"/>
              </a:defRPr>
            </a:lvl3pPr>
            <a:lvl4pPr algn="l">
              <a:defRPr sz="1875" b="1">
                <a:solidFill>
                  <a:srgbClr val="102A43"/>
                </a:solidFill>
                <a:latin typeface="Arial"/>
                <a:ea typeface="Arial"/>
                <a:cs typeface="Arial"/>
              </a:defRPr>
            </a:lvl4pPr>
            <a:lvl5pPr algn="l">
              <a:defRPr sz="1875" b="1">
                <a:solidFill>
                  <a:srgbClr val="102A43"/>
                </a:solidFill>
                <a:latin typeface="Arial"/>
                <a:ea typeface="Arial"/>
                <a:cs typeface="Arial"/>
              </a:defRPr>
            </a:lvl5pPr>
            <a:lvl6pPr algn="l">
              <a:defRPr sz="1875" b="1">
                <a:solidFill>
                  <a:srgbClr val="102A43"/>
                </a:solidFill>
                <a:latin typeface="Arial"/>
                <a:ea typeface="Arial"/>
                <a:cs typeface="Arial"/>
              </a:defRPr>
            </a:lvl6pPr>
            <a:lvl7pPr algn="l">
              <a:defRPr sz="1875" b="1">
                <a:solidFill>
                  <a:srgbClr val="102A43"/>
                </a:solidFill>
                <a:latin typeface="Arial"/>
                <a:ea typeface="Arial"/>
                <a:cs typeface="Arial"/>
              </a:defRPr>
            </a:lvl7pPr>
            <a:lvl8pPr algn="l">
              <a:defRPr sz="1875" b="1">
                <a:solidFill>
                  <a:srgbClr val="102A43"/>
                </a:solidFill>
                <a:latin typeface="Arial"/>
                <a:ea typeface="Arial"/>
                <a:cs typeface="Arial"/>
              </a:defRPr>
            </a:lvl8pPr>
            <a:lvl9pPr algn="l">
              <a:defRPr sz="1875" b="1">
                <a:solidFill>
                  <a:srgbClr val="102A43"/>
                </a:solidFill>
                <a:latin typeface="Arial"/>
                <a:ea typeface="Arial"/>
                <a:cs typeface="Arial"/>
              </a:defRPr>
            </a:lvl9pPr>
          </a:lstStyle>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Chậm tìm hỗ trợ khẩn cấp</a:t>
            </a:r>
          </a:p>
        </p:txBody>
      </p:sp>
      <p:sp>
        <p:nvSpPr>
          <p:cNvPr id="15" name="diagram-140">
            <a:extLst xmlns:a="http://schemas.openxmlformats.org/drawingml/2006/main">
              <a:ext uri="{FF2B5EF4-FFF2-40B4-BE49-F238E27FC236}">
                <a16:creationId xmlns:a16="http://schemas.microsoft.com/office/drawing/2014/main" id="{897B4708-A6A5-4130-B239-7DE935EBDECA}"/>
              </a:ext>
            </a:extLst>
          </p:cNvPr>
          <p:cNvSpPr>
            <a:spLocks xmlns:a="http://schemas.openxmlformats.org/drawingml/2006/main" noGrp="1"/>
          </p:cNvSpPr>
          <p:nvPr/>
        </p:nvSpPr>
        <p:spPr>
          <a:xfrm xmlns:a="http://schemas.openxmlformats.org/drawingml/2006/main">
            <a:off x="6334125" y="3771900"/>
            <a:ext cx="514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773"/>
                </a:solidFill>
                <a:latin typeface="Arial"/>
                <a:ea typeface="Arial"/>
                <a:cs typeface="Arial"/>
              </a:defRPr>
            </a:defPPr>
            <a:lvl1pPr algn="l">
              <a:defRPr sz="1800" b="0">
                <a:solidFill>
                  <a:srgbClr val="526773"/>
                </a:solidFill>
                <a:latin typeface="Arial"/>
                <a:ea typeface="Arial"/>
                <a:cs typeface="Arial"/>
              </a:defRPr>
            </a:lvl1pPr>
            <a:lvl2pPr algn="l">
              <a:defRPr sz="1800" b="0">
                <a:solidFill>
                  <a:srgbClr val="526773"/>
                </a:solidFill>
                <a:latin typeface="Arial"/>
                <a:ea typeface="Arial"/>
                <a:cs typeface="Arial"/>
              </a:defRPr>
            </a:lvl2pPr>
            <a:lvl3pPr algn="l">
              <a:defRPr sz="1800" b="0">
                <a:solidFill>
                  <a:srgbClr val="526773"/>
                </a:solidFill>
                <a:latin typeface="Arial"/>
                <a:ea typeface="Arial"/>
                <a:cs typeface="Arial"/>
              </a:defRPr>
            </a:lvl3pPr>
            <a:lvl4pPr algn="l">
              <a:defRPr sz="1800" b="0">
                <a:solidFill>
                  <a:srgbClr val="526773"/>
                </a:solidFill>
                <a:latin typeface="Arial"/>
                <a:ea typeface="Arial"/>
                <a:cs typeface="Arial"/>
              </a:defRPr>
            </a:lvl4pPr>
            <a:lvl5pPr algn="l">
              <a:defRPr sz="1800" b="0">
                <a:solidFill>
                  <a:srgbClr val="526773"/>
                </a:solidFill>
                <a:latin typeface="Arial"/>
                <a:ea typeface="Arial"/>
                <a:cs typeface="Arial"/>
              </a:defRPr>
            </a:lvl5pPr>
            <a:lvl6pPr algn="l">
              <a:defRPr sz="1800" b="0">
                <a:solidFill>
                  <a:srgbClr val="526773"/>
                </a:solidFill>
                <a:latin typeface="Arial"/>
                <a:ea typeface="Arial"/>
                <a:cs typeface="Arial"/>
              </a:defRPr>
            </a:lvl6pPr>
            <a:lvl7pPr algn="l">
              <a:defRPr sz="1800" b="0">
                <a:solidFill>
                  <a:srgbClr val="526773"/>
                </a:solidFill>
                <a:latin typeface="Arial"/>
                <a:ea typeface="Arial"/>
                <a:cs typeface="Arial"/>
              </a:defRPr>
            </a:lvl7pPr>
            <a:lvl8pPr algn="l">
              <a:defRPr sz="1800" b="0">
                <a:solidFill>
                  <a:srgbClr val="526773"/>
                </a:solidFill>
                <a:latin typeface="Arial"/>
                <a:ea typeface="Arial"/>
                <a:cs typeface="Arial"/>
              </a:defRPr>
            </a:lvl8pPr>
            <a:lvl9pPr algn="l">
              <a:defRPr sz="1800" b="0">
                <a:solidFill>
                  <a:srgbClr val="526773"/>
                </a:solidFill>
                <a:latin typeface="Arial"/>
                <a:ea typeface="Arial"/>
                <a:cs typeface="Arial"/>
              </a:defRPr>
            </a:lvl9pPr>
          </a:lstStyle>
          <a:p xmlns:a="http://schemas.openxmlformats.org/drawingml/2006/main">
            <a:pPr algn="l">
              <a:defRPr sz="1800" b="0">
                <a:solidFill>
                  <a:srgbClr val="526773"/>
                </a:solidFill>
                <a:latin typeface="Arial"/>
                <a:ea typeface="Arial"/>
                <a:cs typeface="Arial"/>
              </a:defRPr>
            </a:pPr>
            <a:r>
              <a:rPr sz="1800" b="0">
                <a:solidFill>
                  <a:srgbClr val="526773"/>
                </a:solidFill>
                <a:latin typeface="Arial"/>
                <a:ea typeface="Arial"/>
                <a:cs typeface="Arial"/>
              </a:rPr>
              <a:t>Lối tìm nhân viên trực tiếp, dừng hướng dẫn thường.</a:t>
            </a:r>
          </a:p>
        </p:txBody>
      </p:sp>
      <p:sp>
        <p:nvSpPr>
          <p:cNvPr id="16" name="diagram-141">
            <a:extLst xmlns:a="http://schemas.openxmlformats.org/drawingml/2006/main">
              <a:ext uri="{FF2B5EF4-FFF2-40B4-BE49-F238E27FC236}">
                <a16:creationId xmlns:a16="http://schemas.microsoft.com/office/drawing/2014/main" id="{B60503B9-E6CF-4D85-8B7D-A15768B6A4DA}"/>
              </a:ext>
            </a:extLst>
          </p:cNvPr>
          <p:cNvSpPr>
            <a:spLocks xmlns:a="http://schemas.openxmlformats.org/drawingml/2006/main" noGrp="1"/>
          </p:cNvSpPr>
          <p:nvPr/>
        </p:nvSpPr>
        <p:spPr>
          <a:xfrm xmlns:a="http://schemas.openxmlformats.org/drawingml/2006/main">
            <a:off x="1381125" y="4419600"/>
            <a:ext cx="10096500" cy="19050"/>
          </a:xfrm>
          <a:prstGeom xmlns:a="http://schemas.openxmlformats.org/drawingml/2006/main" prst="rect">
            <a:avLst/>
          </a:prstGeom>
          <a:solidFill xmlns:a="http://schemas.openxmlformats.org/drawingml/2006/main">
            <a:srgbClr val="E2E8E8"/>
          </a:solidFill>
          <a:ln xmlns:a="http://schemas.openxmlformats.org/drawingml/2006/main" w="0">
            <a:noFill/>
            <a:prstDash val="solid"/>
          </a:ln>
        </p:spPr>
      </p:sp>
      <p:pic>
        <p:nvPicPr>
          <p:cNvPr id="17" name="">
            <a:extLst xmlns:a="http://schemas.openxmlformats.org/drawingml/2006/main">
              <a:ext uri="{FF2B5EF4-FFF2-40B4-BE49-F238E27FC236}">
                <a16:creationId xmlns:a16="http://schemas.microsoft.com/office/drawing/2014/main" id="{EC0E7915-0B5A-4A36-8EA5-36C11CAFAC22}"/>
              </a:ext>
            </a:extLst>
          </p:cNvPr>
          <p:cNvPicPr>
            <a:picLocks xmlns:a="http://schemas.openxmlformats.org/drawingml/2006/main" noChangeAspect="1"/>
          </p:cNvPicPr>
          <p:nvPr/>
        </p:nvPicPr>
        <p:blipFill>
          <a:blip xmlns:r="http://schemas.openxmlformats.org/officeDocument/2006/relationships" xmlns:a="http://schemas.openxmlformats.org/drawingml/2006/main" r:embed="R03620e56fb6f4af2">
            <a:extLst>
              <a:ext uri="{96DAC541-7B7A-43D3-8B79-37D633B846F1}">
                <asvg:svgBlip xmlns:asvg="http://schemas.microsoft.com/office/drawing/2016/SVG/main" r:embed="R67b25dae813b4187"/>
              </a:ext>
            </a:extLst>
          </a:blip>
          <a:stretch xmlns:a="http://schemas.openxmlformats.org/drawingml/2006/main"/>
        </p:blipFill>
        <p:spPr>
          <a:xfrm xmlns:a="http://schemas.openxmlformats.org/drawingml/2006/main">
            <a:off x="666750" y="4581525"/>
            <a:ext cx="381000" cy="381000"/>
          </a:xfrm>
          <a:prstGeom xmlns:a="http://schemas.openxmlformats.org/drawingml/2006/main" prst="rect">
            <a:avLst/>
          </a:prstGeom>
        </p:spPr>
      </p:pic>
      <p:sp>
        <p:nvSpPr>
          <p:cNvPr id="18" name="diagram-142">
            <a:extLst xmlns:a="http://schemas.openxmlformats.org/drawingml/2006/main">
              <a:ext uri="{FF2B5EF4-FFF2-40B4-BE49-F238E27FC236}">
                <a16:creationId xmlns:a16="http://schemas.microsoft.com/office/drawing/2014/main" id="{2E0602C8-69D3-4281-94B5-4D8A16AA1073}"/>
              </a:ext>
            </a:extLst>
          </p:cNvPr>
          <p:cNvSpPr>
            <a:spLocks xmlns:a="http://schemas.openxmlformats.org/drawingml/2006/main" noGrp="1"/>
          </p:cNvSpPr>
          <p:nvPr/>
        </p:nvSpPr>
        <p:spPr>
          <a:xfrm xmlns:a="http://schemas.openxmlformats.org/drawingml/2006/main">
            <a:off x="1381125" y="4505325"/>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102A43"/>
                </a:solidFill>
                <a:latin typeface="Arial"/>
                <a:ea typeface="Arial"/>
                <a:cs typeface="Arial"/>
              </a:defRPr>
            </a:defPPr>
            <a:lvl1pPr algn="l">
              <a:defRPr sz="1875" b="1">
                <a:solidFill>
                  <a:srgbClr val="102A43"/>
                </a:solidFill>
                <a:latin typeface="Arial"/>
                <a:ea typeface="Arial"/>
                <a:cs typeface="Arial"/>
              </a:defRPr>
            </a:lvl1pPr>
            <a:lvl2pPr algn="l">
              <a:defRPr sz="1875" b="1">
                <a:solidFill>
                  <a:srgbClr val="102A43"/>
                </a:solidFill>
                <a:latin typeface="Arial"/>
                <a:ea typeface="Arial"/>
                <a:cs typeface="Arial"/>
              </a:defRPr>
            </a:lvl2pPr>
            <a:lvl3pPr algn="l">
              <a:defRPr sz="1875" b="1">
                <a:solidFill>
                  <a:srgbClr val="102A43"/>
                </a:solidFill>
                <a:latin typeface="Arial"/>
                <a:ea typeface="Arial"/>
                <a:cs typeface="Arial"/>
              </a:defRPr>
            </a:lvl3pPr>
            <a:lvl4pPr algn="l">
              <a:defRPr sz="1875" b="1">
                <a:solidFill>
                  <a:srgbClr val="102A43"/>
                </a:solidFill>
                <a:latin typeface="Arial"/>
                <a:ea typeface="Arial"/>
                <a:cs typeface="Arial"/>
              </a:defRPr>
            </a:lvl4pPr>
            <a:lvl5pPr algn="l">
              <a:defRPr sz="1875" b="1">
                <a:solidFill>
                  <a:srgbClr val="102A43"/>
                </a:solidFill>
                <a:latin typeface="Arial"/>
                <a:ea typeface="Arial"/>
                <a:cs typeface="Arial"/>
              </a:defRPr>
            </a:lvl5pPr>
            <a:lvl6pPr algn="l">
              <a:defRPr sz="1875" b="1">
                <a:solidFill>
                  <a:srgbClr val="102A43"/>
                </a:solidFill>
                <a:latin typeface="Arial"/>
                <a:ea typeface="Arial"/>
                <a:cs typeface="Arial"/>
              </a:defRPr>
            </a:lvl6pPr>
            <a:lvl7pPr algn="l">
              <a:defRPr sz="1875" b="1">
                <a:solidFill>
                  <a:srgbClr val="102A43"/>
                </a:solidFill>
                <a:latin typeface="Arial"/>
                <a:ea typeface="Arial"/>
                <a:cs typeface="Arial"/>
              </a:defRPr>
            </a:lvl7pPr>
            <a:lvl8pPr algn="l">
              <a:defRPr sz="1875" b="1">
                <a:solidFill>
                  <a:srgbClr val="102A43"/>
                </a:solidFill>
                <a:latin typeface="Arial"/>
                <a:ea typeface="Arial"/>
                <a:cs typeface="Arial"/>
              </a:defRPr>
            </a:lvl8pPr>
            <a:lvl9pPr algn="l">
              <a:defRPr sz="1875" b="1">
                <a:solidFill>
                  <a:srgbClr val="102A43"/>
                </a:solidFill>
                <a:latin typeface="Arial"/>
                <a:ea typeface="Arial"/>
                <a:cs typeface="Arial"/>
              </a:defRPr>
            </a:lvl9pPr>
          </a:lstStyle>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Lộ dữ liệu hoặc dùng sai mục đích</a:t>
            </a:r>
          </a:p>
        </p:txBody>
      </p:sp>
      <p:sp>
        <p:nvSpPr>
          <p:cNvPr id="19" name="diagram-143">
            <a:extLst xmlns:a="http://schemas.openxmlformats.org/drawingml/2006/main">
              <a:ext uri="{FF2B5EF4-FFF2-40B4-BE49-F238E27FC236}">
                <a16:creationId xmlns:a16="http://schemas.microsoft.com/office/drawing/2014/main" id="{9AEFC4FF-F70A-498C-8F19-776B2F813DF7}"/>
              </a:ext>
            </a:extLst>
          </p:cNvPr>
          <p:cNvSpPr>
            <a:spLocks xmlns:a="http://schemas.openxmlformats.org/drawingml/2006/main" noGrp="1"/>
          </p:cNvSpPr>
          <p:nvPr/>
        </p:nvSpPr>
        <p:spPr>
          <a:xfrm xmlns:a="http://schemas.openxmlformats.org/drawingml/2006/main">
            <a:off x="6334125" y="4505325"/>
            <a:ext cx="514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773"/>
                </a:solidFill>
                <a:latin typeface="Arial"/>
                <a:ea typeface="Arial"/>
                <a:cs typeface="Arial"/>
              </a:defRPr>
            </a:defPPr>
            <a:lvl1pPr algn="l">
              <a:defRPr sz="1800" b="0">
                <a:solidFill>
                  <a:srgbClr val="526773"/>
                </a:solidFill>
                <a:latin typeface="Arial"/>
                <a:ea typeface="Arial"/>
                <a:cs typeface="Arial"/>
              </a:defRPr>
            </a:lvl1pPr>
            <a:lvl2pPr algn="l">
              <a:defRPr sz="1800" b="0">
                <a:solidFill>
                  <a:srgbClr val="526773"/>
                </a:solidFill>
                <a:latin typeface="Arial"/>
                <a:ea typeface="Arial"/>
                <a:cs typeface="Arial"/>
              </a:defRPr>
            </a:lvl2pPr>
            <a:lvl3pPr algn="l">
              <a:defRPr sz="1800" b="0">
                <a:solidFill>
                  <a:srgbClr val="526773"/>
                </a:solidFill>
                <a:latin typeface="Arial"/>
                <a:ea typeface="Arial"/>
                <a:cs typeface="Arial"/>
              </a:defRPr>
            </a:lvl3pPr>
            <a:lvl4pPr algn="l">
              <a:defRPr sz="1800" b="0">
                <a:solidFill>
                  <a:srgbClr val="526773"/>
                </a:solidFill>
                <a:latin typeface="Arial"/>
                <a:ea typeface="Arial"/>
                <a:cs typeface="Arial"/>
              </a:defRPr>
            </a:lvl4pPr>
            <a:lvl5pPr algn="l">
              <a:defRPr sz="1800" b="0">
                <a:solidFill>
                  <a:srgbClr val="526773"/>
                </a:solidFill>
                <a:latin typeface="Arial"/>
                <a:ea typeface="Arial"/>
                <a:cs typeface="Arial"/>
              </a:defRPr>
            </a:lvl5pPr>
            <a:lvl6pPr algn="l">
              <a:defRPr sz="1800" b="0">
                <a:solidFill>
                  <a:srgbClr val="526773"/>
                </a:solidFill>
                <a:latin typeface="Arial"/>
                <a:ea typeface="Arial"/>
                <a:cs typeface="Arial"/>
              </a:defRPr>
            </a:lvl6pPr>
            <a:lvl7pPr algn="l">
              <a:defRPr sz="1800" b="0">
                <a:solidFill>
                  <a:srgbClr val="526773"/>
                </a:solidFill>
                <a:latin typeface="Arial"/>
                <a:ea typeface="Arial"/>
                <a:cs typeface="Arial"/>
              </a:defRPr>
            </a:lvl7pPr>
            <a:lvl8pPr algn="l">
              <a:defRPr sz="1800" b="0">
                <a:solidFill>
                  <a:srgbClr val="526773"/>
                </a:solidFill>
                <a:latin typeface="Arial"/>
                <a:ea typeface="Arial"/>
                <a:cs typeface="Arial"/>
              </a:defRPr>
            </a:lvl8pPr>
            <a:lvl9pPr algn="l">
              <a:defRPr sz="1800" b="0">
                <a:solidFill>
                  <a:srgbClr val="526773"/>
                </a:solidFill>
                <a:latin typeface="Arial"/>
                <a:ea typeface="Arial"/>
                <a:cs typeface="Arial"/>
              </a:defRPr>
            </a:lvl9pPr>
          </a:lstStyle>
          <a:p xmlns:a="http://schemas.openxmlformats.org/drawingml/2006/main">
            <a:pPr algn="l">
              <a:defRPr sz="1800" b="0">
                <a:solidFill>
                  <a:srgbClr val="526773"/>
                </a:solidFill>
                <a:latin typeface="Arial"/>
                <a:ea typeface="Arial"/>
                <a:cs typeface="Arial"/>
              </a:defRPr>
            </a:pPr>
            <a:r>
              <a:rPr sz="1800" b="0">
                <a:solidFill>
                  <a:srgbClr val="526773"/>
                </a:solidFill>
                <a:latin typeface="Arial"/>
                <a:ea typeface="Arial"/>
                <a:cs typeface="Arial"/>
              </a:rPr>
              <a:t>Ẩn danh, xin đồng ý, dùng dữ liệu giả, giữ khóa ở server.</a:t>
            </a:r>
          </a:p>
        </p:txBody>
      </p:sp>
      <p:sp>
        <p:nvSpPr>
          <p:cNvPr id="20" name="diagram-144">
            <a:extLst xmlns:a="http://schemas.openxmlformats.org/drawingml/2006/main">
              <a:ext uri="{FF2B5EF4-FFF2-40B4-BE49-F238E27FC236}">
                <a16:creationId xmlns:a16="http://schemas.microsoft.com/office/drawing/2014/main" id="{1ABC5FA6-585B-4A8A-8D63-E7E48889C096}"/>
              </a:ext>
            </a:extLst>
          </p:cNvPr>
          <p:cNvSpPr>
            <a:spLocks xmlns:a="http://schemas.openxmlformats.org/drawingml/2006/main" noGrp="1"/>
          </p:cNvSpPr>
          <p:nvPr/>
        </p:nvSpPr>
        <p:spPr>
          <a:xfrm xmlns:a="http://schemas.openxmlformats.org/drawingml/2006/main">
            <a:off x="1381125" y="5153025"/>
            <a:ext cx="10096500" cy="19050"/>
          </a:xfrm>
          <a:prstGeom xmlns:a="http://schemas.openxmlformats.org/drawingml/2006/main" prst="rect">
            <a:avLst/>
          </a:prstGeom>
          <a:solidFill xmlns:a="http://schemas.openxmlformats.org/drawingml/2006/main">
            <a:srgbClr val="E2E8E8"/>
          </a:solidFill>
          <a:ln xmlns:a="http://schemas.openxmlformats.org/drawingml/2006/main" w="0">
            <a:noFill/>
            <a:prstDash val="solid"/>
          </a:ln>
        </p:spPr>
      </p:sp>
      <p:pic>
        <p:nvPicPr>
          <p:cNvPr id="21" name="">
            <a:extLst xmlns:a="http://schemas.openxmlformats.org/drawingml/2006/main">
              <a:ext uri="{FF2B5EF4-FFF2-40B4-BE49-F238E27FC236}">
                <a16:creationId xmlns:a16="http://schemas.microsoft.com/office/drawing/2014/main" id="{06653797-8FAC-4C20-BE04-2394AFD898CB}"/>
              </a:ext>
            </a:extLst>
          </p:cNvPr>
          <p:cNvPicPr>
            <a:picLocks xmlns:a="http://schemas.openxmlformats.org/drawingml/2006/main" noChangeAspect="1"/>
          </p:cNvPicPr>
          <p:nvPr/>
        </p:nvPicPr>
        <p:blipFill>
          <a:blip xmlns:r="http://schemas.openxmlformats.org/officeDocument/2006/relationships" xmlns:a="http://schemas.openxmlformats.org/drawingml/2006/main" r:embed="R535e4a04d8574f32">
            <a:extLst>
              <a:ext uri="{96DAC541-7B7A-43D3-8B79-37D633B846F1}">
                <asvg:svgBlip xmlns:asvg="http://schemas.microsoft.com/office/drawing/2016/SVG/main" r:embed="Rbbe64109b96141a6"/>
              </a:ext>
            </a:extLst>
          </a:blip>
          <a:stretch xmlns:a="http://schemas.openxmlformats.org/drawingml/2006/main"/>
        </p:blipFill>
        <p:spPr>
          <a:xfrm xmlns:a="http://schemas.openxmlformats.org/drawingml/2006/main">
            <a:off x="666750" y="5314950"/>
            <a:ext cx="381000" cy="381000"/>
          </a:xfrm>
          <a:prstGeom xmlns:a="http://schemas.openxmlformats.org/drawingml/2006/main" prst="rect">
            <a:avLst/>
          </a:prstGeom>
        </p:spPr>
      </p:pic>
      <p:sp>
        <p:nvSpPr>
          <p:cNvPr id="22" name="diagram-145">
            <a:extLst xmlns:a="http://schemas.openxmlformats.org/drawingml/2006/main">
              <a:ext uri="{FF2B5EF4-FFF2-40B4-BE49-F238E27FC236}">
                <a16:creationId xmlns:a16="http://schemas.microsoft.com/office/drawing/2014/main" id="{7EDD2422-9530-4C2C-9C58-7058C366895D}"/>
              </a:ext>
            </a:extLst>
          </p:cNvPr>
          <p:cNvSpPr>
            <a:spLocks xmlns:a="http://schemas.openxmlformats.org/drawingml/2006/main" noGrp="1"/>
          </p:cNvSpPr>
          <p:nvPr/>
        </p:nvSpPr>
        <p:spPr>
          <a:xfrm xmlns:a="http://schemas.openxmlformats.org/drawingml/2006/main">
            <a:off x="1381125" y="5238750"/>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102A43"/>
                </a:solidFill>
                <a:latin typeface="Arial"/>
                <a:ea typeface="Arial"/>
                <a:cs typeface="Arial"/>
              </a:defRPr>
            </a:defPPr>
            <a:lvl1pPr algn="l">
              <a:defRPr sz="1875" b="1">
                <a:solidFill>
                  <a:srgbClr val="102A43"/>
                </a:solidFill>
                <a:latin typeface="Arial"/>
                <a:ea typeface="Arial"/>
                <a:cs typeface="Arial"/>
              </a:defRPr>
            </a:lvl1pPr>
            <a:lvl2pPr algn="l">
              <a:defRPr sz="1875" b="1">
                <a:solidFill>
                  <a:srgbClr val="102A43"/>
                </a:solidFill>
                <a:latin typeface="Arial"/>
                <a:ea typeface="Arial"/>
                <a:cs typeface="Arial"/>
              </a:defRPr>
            </a:lvl2pPr>
            <a:lvl3pPr algn="l">
              <a:defRPr sz="1875" b="1">
                <a:solidFill>
                  <a:srgbClr val="102A43"/>
                </a:solidFill>
                <a:latin typeface="Arial"/>
                <a:ea typeface="Arial"/>
                <a:cs typeface="Arial"/>
              </a:defRPr>
            </a:lvl3pPr>
            <a:lvl4pPr algn="l">
              <a:defRPr sz="1875" b="1">
                <a:solidFill>
                  <a:srgbClr val="102A43"/>
                </a:solidFill>
                <a:latin typeface="Arial"/>
                <a:ea typeface="Arial"/>
                <a:cs typeface="Arial"/>
              </a:defRPr>
            </a:lvl4pPr>
            <a:lvl5pPr algn="l">
              <a:defRPr sz="1875" b="1">
                <a:solidFill>
                  <a:srgbClr val="102A43"/>
                </a:solidFill>
                <a:latin typeface="Arial"/>
                <a:ea typeface="Arial"/>
                <a:cs typeface="Arial"/>
              </a:defRPr>
            </a:lvl5pPr>
            <a:lvl6pPr algn="l">
              <a:defRPr sz="1875" b="1">
                <a:solidFill>
                  <a:srgbClr val="102A43"/>
                </a:solidFill>
                <a:latin typeface="Arial"/>
                <a:ea typeface="Arial"/>
                <a:cs typeface="Arial"/>
              </a:defRPr>
            </a:lvl6pPr>
            <a:lvl7pPr algn="l">
              <a:defRPr sz="1875" b="1">
                <a:solidFill>
                  <a:srgbClr val="102A43"/>
                </a:solidFill>
                <a:latin typeface="Arial"/>
                <a:ea typeface="Arial"/>
                <a:cs typeface="Arial"/>
              </a:defRPr>
            </a:lvl7pPr>
            <a:lvl8pPr algn="l">
              <a:defRPr sz="1875" b="1">
                <a:solidFill>
                  <a:srgbClr val="102A43"/>
                </a:solidFill>
                <a:latin typeface="Arial"/>
                <a:ea typeface="Arial"/>
                <a:cs typeface="Arial"/>
              </a:defRPr>
            </a:lvl8pPr>
            <a:lvl9pPr algn="l">
              <a:defRPr sz="1875" b="1">
                <a:solidFill>
                  <a:srgbClr val="102A43"/>
                </a:solidFill>
                <a:latin typeface="Arial"/>
                <a:ea typeface="Arial"/>
                <a:cs typeface="Arial"/>
              </a:defRPr>
            </a:lvl9pPr>
          </a:lstStyle>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Khó dùng app hoặc mất kết nối</a:t>
            </a:r>
          </a:p>
        </p:txBody>
      </p:sp>
      <p:sp>
        <p:nvSpPr>
          <p:cNvPr id="23" name="diagram-146">
            <a:extLst xmlns:a="http://schemas.openxmlformats.org/drawingml/2006/main">
              <a:ext uri="{FF2B5EF4-FFF2-40B4-BE49-F238E27FC236}">
                <a16:creationId xmlns:a16="http://schemas.microsoft.com/office/drawing/2014/main" id="{D7489FF2-AE99-4351-8696-28D672BF0295}"/>
              </a:ext>
            </a:extLst>
          </p:cNvPr>
          <p:cNvSpPr>
            <a:spLocks xmlns:a="http://schemas.openxmlformats.org/drawingml/2006/main" noGrp="1"/>
          </p:cNvSpPr>
          <p:nvPr/>
        </p:nvSpPr>
        <p:spPr>
          <a:xfrm xmlns:a="http://schemas.openxmlformats.org/drawingml/2006/main">
            <a:off x="6334125" y="5238750"/>
            <a:ext cx="514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773"/>
                </a:solidFill>
                <a:latin typeface="Arial"/>
                <a:ea typeface="Arial"/>
                <a:cs typeface="Arial"/>
              </a:defRPr>
            </a:defPPr>
            <a:lvl1pPr algn="l">
              <a:defRPr sz="1800" b="0">
                <a:solidFill>
                  <a:srgbClr val="526773"/>
                </a:solidFill>
                <a:latin typeface="Arial"/>
                <a:ea typeface="Arial"/>
                <a:cs typeface="Arial"/>
              </a:defRPr>
            </a:lvl1pPr>
            <a:lvl2pPr algn="l">
              <a:defRPr sz="1800" b="0">
                <a:solidFill>
                  <a:srgbClr val="526773"/>
                </a:solidFill>
                <a:latin typeface="Arial"/>
                <a:ea typeface="Arial"/>
                <a:cs typeface="Arial"/>
              </a:defRPr>
            </a:lvl2pPr>
            <a:lvl3pPr algn="l">
              <a:defRPr sz="1800" b="0">
                <a:solidFill>
                  <a:srgbClr val="526773"/>
                </a:solidFill>
                <a:latin typeface="Arial"/>
                <a:ea typeface="Arial"/>
                <a:cs typeface="Arial"/>
              </a:defRPr>
            </a:lvl3pPr>
            <a:lvl4pPr algn="l">
              <a:defRPr sz="1800" b="0">
                <a:solidFill>
                  <a:srgbClr val="526773"/>
                </a:solidFill>
                <a:latin typeface="Arial"/>
                <a:ea typeface="Arial"/>
                <a:cs typeface="Arial"/>
              </a:defRPr>
            </a:lvl4pPr>
            <a:lvl5pPr algn="l">
              <a:defRPr sz="1800" b="0">
                <a:solidFill>
                  <a:srgbClr val="526773"/>
                </a:solidFill>
                <a:latin typeface="Arial"/>
                <a:ea typeface="Arial"/>
                <a:cs typeface="Arial"/>
              </a:defRPr>
            </a:lvl5pPr>
            <a:lvl6pPr algn="l">
              <a:defRPr sz="1800" b="0">
                <a:solidFill>
                  <a:srgbClr val="526773"/>
                </a:solidFill>
                <a:latin typeface="Arial"/>
                <a:ea typeface="Arial"/>
                <a:cs typeface="Arial"/>
              </a:defRPr>
            </a:lvl6pPr>
            <a:lvl7pPr algn="l">
              <a:defRPr sz="1800" b="0">
                <a:solidFill>
                  <a:srgbClr val="526773"/>
                </a:solidFill>
                <a:latin typeface="Arial"/>
                <a:ea typeface="Arial"/>
                <a:cs typeface="Arial"/>
              </a:defRPr>
            </a:lvl7pPr>
            <a:lvl8pPr algn="l">
              <a:defRPr sz="1800" b="0">
                <a:solidFill>
                  <a:srgbClr val="526773"/>
                </a:solidFill>
                <a:latin typeface="Arial"/>
                <a:ea typeface="Arial"/>
                <a:cs typeface="Arial"/>
              </a:defRPr>
            </a:lvl8pPr>
            <a:lvl9pPr algn="l">
              <a:defRPr sz="1800" b="0">
                <a:solidFill>
                  <a:srgbClr val="526773"/>
                </a:solidFill>
                <a:latin typeface="Arial"/>
                <a:ea typeface="Arial"/>
                <a:cs typeface="Arial"/>
              </a:defRPr>
            </a:lvl9pPr>
          </a:lstStyle>
          <a:p xmlns:a="http://schemas.openxmlformats.org/drawingml/2006/main">
            <a:pPr algn="l">
              <a:defRPr sz="1800" b="0">
                <a:solidFill>
                  <a:srgbClr val="526773"/>
                </a:solidFill>
                <a:latin typeface="Arial"/>
                <a:ea typeface="Arial"/>
                <a:cs typeface="Arial"/>
              </a:defRPr>
            </a:pPr>
            <a:r>
              <a:rPr sz="1800" b="0">
                <a:solidFill>
                  <a:srgbClr val="526773"/>
                </a:solidFill>
                <a:latin typeface="Arial"/>
                <a:ea typeface="Arial"/>
                <a:cs typeface="Arial"/>
              </a:rPr>
              <a:t>Chữ dễ đọc, hướng dẫn giấy và hỗ trợ con người.</a:t>
            </a:r>
          </a:p>
        </p:txBody>
      </p:sp>
      <p:sp>
        <p:nvSpPr>
          <p:cNvPr id="24" name="diagram-147">
            <a:extLst xmlns:a="http://schemas.openxmlformats.org/drawingml/2006/main">
              <a:ext uri="{FF2B5EF4-FFF2-40B4-BE49-F238E27FC236}">
                <a16:creationId xmlns:a16="http://schemas.microsoft.com/office/drawing/2014/main" id="{335C4AF1-9BC8-44DB-AD85-D69377A22EB7}"/>
              </a:ext>
            </a:extLst>
          </p:cNvPr>
          <p:cNvSpPr>
            <a:spLocks xmlns:a="http://schemas.openxmlformats.org/drawingml/2006/main" noGrp="1"/>
          </p:cNvSpPr>
          <p:nvPr/>
        </p:nvSpPr>
        <p:spPr>
          <a:xfrm xmlns:a="http://schemas.openxmlformats.org/drawingml/2006/main">
            <a:off x="571500" y="6324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26773"/>
                </a:solidFill>
                <a:latin typeface="Arial"/>
                <a:ea typeface="Arial"/>
                <a:cs typeface="Arial"/>
              </a:defRPr>
            </a:defPPr>
            <a:lvl1pPr algn="l">
              <a:defRPr sz="1125" b="0">
                <a:solidFill>
                  <a:srgbClr val="526773"/>
                </a:solidFill>
                <a:latin typeface="Arial"/>
                <a:ea typeface="Arial"/>
                <a:cs typeface="Arial"/>
              </a:defRPr>
            </a:lvl1pPr>
            <a:lvl2pPr algn="l">
              <a:defRPr sz="1125" b="0">
                <a:solidFill>
                  <a:srgbClr val="526773"/>
                </a:solidFill>
                <a:latin typeface="Arial"/>
                <a:ea typeface="Arial"/>
                <a:cs typeface="Arial"/>
              </a:defRPr>
            </a:lvl2pPr>
            <a:lvl3pPr algn="l">
              <a:defRPr sz="1125" b="0">
                <a:solidFill>
                  <a:srgbClr val="526773"/>
                </a:solidFill>
                <a:latin typeface="Arial"/>
                <a:ea typeface="Arial"/>
                <a:cs typeface="Arial"/>
              </a:defRPr>
            </a:lvl3pPr>
            <a:lvl4pPr algn="l">
              <a:defRPr sz="1125" b="0">
                <a:solidFill>
                  <a:srgbClr val="526773"/>
                </a:solidFill>
                <a:latin typeface="Arial"/>
                <a:ea typeface="Arial"/>
                <a:cs typeface="Arial"/>
              </a:defRPr>
            </a:lvl4pPr>
            <a:lvl5pPr algn="l">
              <a:defRPr sz="1125" b="0">
                <a:solidFill>
                  <a:srgbClr val="526773"/>
                </a:solidFill>
                <a:latin typeface="Arial"/>
                <a:ea typeface="Arial"/>
                <a:cs typeface="Arial"/>
              </a:defRPr>
            </a:lvl5pPr>
            <a:lvl6pPr algn="l">
              <a:defRPr sz="1125" b="0">
                <a:solidFill>
                  <a:srgbClr val="526773"/>
                </a:solidFill>
                <a:latin typeface="Arial"/>
                <a:ea typeface="Arial"/>
                <a:cs typeface="Arial"/>
              </a:defRPr>
            </a:lvl6pPr>
            <a:lvl7pPr algn="l">
              <a:defRPr sz="1125" b="0">
                <a:solidFill>
                  <a:srgbClr val="526773"/>
                </a:solidFill>
                <a:latin typeface="Arial"/>
                <a:ea typeface="Arial"/>
                <a:cs typeface="Arial"/>
              </a:defRPr>
            </a:lvl7pPr>
            <a:lvl8pPr algn="l">
              <a:defRPr sz="1125" b="0">
                <a:solidFill>
                  <a:srgbClr val="526773"/>
                </a:solidFill>
                <a:latin typeface="Arial"/>
                <a:ea typeface="Arial"/>
                <a:cs typeface="Arial"/>
              </a:defRPr>
            </a:lvl8pPr>
            <a:lvl9pPr algn="l">
              <a:defRPr sz="1125" b="0">
                <a:solidFill>
                  <a:srgbClr val="526773"/>
                </a:solidFill>
                <a:latin typeface="Arial"/>
                <a:ea typeface="Arial"/>
                <a:cs typeface="Arial"/>
              </a:defRPr>
            </a:lvl9pPr>
          </a:lstStyle>
          <a:p xmlns:a="http://schemas.openxmlformats.org/drawingml/2006/main">
            <a:pPr algn="l">
              <a:defRPr sz="1125" b="0">
                <a:solidFill>
                  <a:srgbClr val="526773"/>
                </a:solidFill>
                <a:latin typeface="Arial"/>
                <a:ea typeface="Arial"/>
                <a:cs typeface="Arial"/>
              </a:defRPr>
            </a:pPr>
            <a:r>
              <a:rPr sz="1125" b="0">
                <a:solidFill>
                  <a:srgbClr val="526773"/>
                </a:solidFill>
                <a:latin typeface="Arial"/>
                <a:ea typeface="Arial"/>
                <a:cs typeface="Arial"/>
              </a:rPr>
              <a:t>Biện pháp đề xuất. Luồng khẩn cấp còn cần hoàn thiện và kiểm chứng với cơ sở.</a:t>
            </a:r>
          </a:p>
        </p:txBody>
      </p:sp>
      <p:sp>
        <p:nvSpPr>
          <p:cNvPr id="25" name="diagram-148">
            <a:extLst xmlns:a="http://schemas.openxmlformats.org/drawingml/2006/main">
              <a:ext uri="{FF2B5EF4-FFF2-40B4-BE49-F238E27FC236}">
                <a16:creationId xmlns:a16="http://schemas.microsoft.com/office/drawing/2014/main" id="{DB929C63-BCF8-43B4-A89C-E6BD4FD301B5}"/>
              </a:ext>
            </a:extLst>
          </p:cNvPr>
          <p:cNvSpPr>
            <a:spLocks xmlns:a="http://schemas.openxmlformats.org/drawingml/2006/main" noGrp="1"/>
          </p:cNvSpPr>
          <p:nvPr/>
        </p:nvSpPr>
        <p:spPr>
          <a:xfrm xmlns:a="http://schemas.openxmlformats.org/drawingml/2006/main">
            <a:off x="11334750" y="63246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1">
                <a:solidFill>
                  <a:srgbClr val="246BCE"/>
                </a:solidFill>
                <a:latin typeface="Arial"/>
                <a:ea typeface="Arial"/>
                <a:cs typeface="Arial"/>
              </a:defRPr>
            </a:defPPr>
            <a:lvl1pPr algn="r">
              <a:defRPr sz="1275" b="1">
                <a:solidFill>
                  <a:srgbClr val="246BCE"/>
                </a:solidFill>
                <a:latin typeface="Arial"/>
                <a:ea typeface="Arial"/>
                <a:cs typeface="Arial"/>
              </a:defRPr>
            </a:lvl1pPr>
            <a:lvl2pPr algn="r">
              <a:defRPr sz="1275" b="1">
                <a:solidFill>
                  <a:srgbClr val="246BCE"/>
                </a:solidFill>
                <a:latin typeface="Arial"/>
                <a:ea typeface="Arial"/>
                <a:cs typeface="Arial"/>
              </a:defRPr>
            </a:lvl2pPr>
            <a:lvl3pPr algn="r">
              <a:defRPr sz="1275" b="1">
                <a:solidFill>
                  <a:srgbClr val="246BCE"/>
                </a:solidFill>
                <a:latin typeface="Arial"/>
                <a:ea typeface="Arial"/>
                <a:cs typeface="Arial"/>
              </a:defRPr>
            </a:lvl3pPr>
            <a:lvl4pPr algn="r">
              <a:defRPr sz="1275" b="1">
                <a:solidFill>
                  <a:srgbClr val="246BCE"/>
                </a:solidFill>
                <a:latin typeface="Arial"/>
                <a:ea typeface="Arial"/>
                <a:cs typeface="Arial"/>
              </a:defRPr>
            </a:lvl4pPr>
            <a:lvl5pPr algn="r">
              <a:defRPr sz="1275" b="1">
                <a:solidFill>
                  <a:srgbClr val="246BCE"/>
                </a:solidFill>
                <a:latin typeface="Arial"/>
                <a:ea typeface="Arial"/>
                <a:cs typeface="Arial"/>
              </a:defRPr>
            </a:lvl5pPr>
            <a:lvl6pPr algn="r">
              <a:defRPr sz="1275" b="1">
                <a:solidFill>
                  <a:srgbClr val="246BCE"/>
                </a:solidFill>
                <a:latin typeface="Arial"/>
                <a:ea typeface="Arial"/>
                <a:cs typeface="Arial"/>
              </a:defRPr>
            </a:lvl6pPr>
            <a:lvl7pPr algn="r">
              <a:defRPr sz="1275" b="1">
                <a:solidFill>
                  <a:srgbClr val="246BCE"/>
                </a:solidFill>
                <a:latin typeface="Arial"/>
                <a:ea typeface="Arial"/>
                <a:cs typeface="Arial"/>
              </a:defRPr>
            </a:lvl7pPr>
            <a:lvl8pPr algn="r">
              <a:defRPr sz="1275" b="1">
                <a:solidFill>
                  <a:srgbClr val="246BCE"/>
                </a:solidFill>
                <a:latin typeface="Arial"/>
                <a:ea typeface="Arial"/>
                <a:cs typeface="Arial"/>
              </a:defRPr>
            </a:lvl8pPr>
            <a:lvl9pPr algn="r">
              <a:defRPr sz="1275" b="1">
                <a:solidFill>
                  <a:srgbClr val="246BCE"/>
                </a:solidFill>
                <a:latin typeface="Arial"/>
                <a:ea typeface="Arial"/>
                <a:cs typeface="Arial"/>
              </a:defRPr>
            </a:lvl9pPr>
          </a:lstStyle>
          <a:p xmlns:a="http://schemas.openxmlformats.org/drawingml/2006/main">
            <a:pPr algn="r">
              <a:defRPr sz="1275" b="1">
                <a:solidFill>
                  <a:srgbClr val="246BCE"/>
                </a:solidFill>
                <a:latin typeface="Arial"/>
                <a:ea typeface="Arial"/>
                <a:cs typeface="Arial"/>
              </a:defRPr>
            </a:pPr>
            <a:r>
              <a:rPr sz="1275" b="1">
                <a:solidFill>
                  <a:srgbClr val="246BCE"/>
                </a:solidFill>
                <a:latin typeface="Arial"/>
                <a:ea typeface="Arial"/>
                <a:cs typeface="Arial"/>
              </a:rPr>
              <a:t>09</a:t>
            </a:r>
          </a:p>
        </p:txBody>
      </p:sp>
    </p:spTree>
    <p:extLst>
      <p:ext uri="{BB962C8B-B14F-4D97-AF65-F5344CB8AC3E}">
        <p14:creationId xmlns:p14="http://schemas.microsoft.com/office/powerpoint/2010/main" val="1352082485"/>
      </p:ext>
    </p:extLst>
  </p:cSld>
</p:sld>
</file>

<file path=ppt/slides/slide10.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35" name="diagram-149">
            <a:extLst xmlns:a="http://schemas.openxmlformats.org/drawingml/2006/main">
              <a:ext uri="{FF2B5EF4-FFF2-40B4-BE49-F238E27FC236}">
                <a16:creationId xmlns:a16="http://schemas.microsoft.com/office/drawing/2014/main" id="{4A54A9EB-B91A-4FFB-9E5E-BF3ADAA99A68}"/>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02A43"/>
                </a:solidFill>
                <a:latin typeface="Arial"/>
                <a:ea typeface="Arial"/>
                <a:cs typeface="Arial"/>
              </a:defRPr>
            </a:defPPr>
            <a:lvl1pPr algn="l">
              <a:defRPr sz="3150" b="1">
                <a:solidFill>
                  <a:srgbClr val="102A43"/>
                </a:solidFill>
                <a:latin typeface="Arial"/>
                <a:ea typeface="Arial"/>
                <a:cs typeface="Arial"/>
              </a:defRPr>
            </a:lvl1pPr>
            <a:lvl2pPr algn="l">
              <a:defRPr sz="3150" b="1">
                <a:solidFill>
                  <a:srgbClr val="102A43"/>
                </a:solidFill>
                <a:latin typeface="Arial"/>
                <a:ea typeface="Arial"/>
                <a:cs typeface="Arial"/>
              </a:defRPr>
            </a:lvl2pPr>
            <a:lvl3pPr algn="l">
              <a:defRPr sz="3150" b="1">
                <a:solidFill>
                  <a:srgbClr val="102A43"/>
                </a:solidFill>
                <a:latin typeface="Arial"/>
                <a:ea typeface="Arial"/>
                <a:cs typeface="Arial"/>
              </a:defRPr>
            </a:lvl3pPr>
            <a:lvl4pPr algn="l">
              <a:defRPr sz="3150" b="1">
                <a:solidFill>
                  <a:srgbClr val="102A43"/>
                </a:solidFill>
                <a:latin typeface="Arial"/>
                <a:ea typeface="Arial"/>
                <a:cs typeface="Arial"/>
              </a:defRPr>
            </a:lvl4pPr>
            <a:lvl5pPr algn="l">
              <a:defRPr sz="3150" b="1">
                <a:solidFill>
                  <a:srgbClr val="102A43"/>
                </a:solidFill>
                <a:latin typeface="Arial"/>
                <a:ea typeface="Arial"/>
                <a:cs typeface="Arial"/>
              </a:defRPr>
            </a:lvl5pPr>
            <a:lvl6pPr algn="l">
              <a:defRPr sz="3150" b="1">
                <a:solidFill>
                  <a:srgbClr val="102A43"/>
                </a:solidFill>
                <a:latin typeface="Arial"/>
                <a:ea typeface="Arial"/>
                <a:cs typeface="Arial"/>
              </a:defRPr>
            </a:lvl6pPr>
            <a:lvl7pPr algn="l">
              <a:defRPr sz="3150" b="1">
                <a:solidFill>
                  <a:srgbClr val="102A43"/>
                </a:solidFill>
                <a:latin typeface="Arial"/>
                <a:ea typeface="Arial"/>
                <a:cs typeface="Arial"/>
              </a:defRPr>
            </a:lvl7pPr>
            <a:lvl8pPr algn="l">
              <a:defRPr sz="3150" b="1">
                <a:solidFill>
                  <a:srgbClr val="102A43"/>
                </a:solidFill>
                <a:latin typeface="Arial"/>
                <a:ea typeface="Arial"/>
                <a:cs typeface="Arial"/>
              </a:defRPr>
            </a:lvl8pPr>
            <a:lvl9pPr algn="l">
              <a:defRPr sz="3150" b="1">
                <a:solidFill>
                  <a:srgbClr val="102A43"/>
                </a:solidFill>
                <a:latin typeface="Arial"/>
                <a:ea typeface="Arial"/>
                <a:cs typeface="Arial"/>
              </a:defRPr>
            </a:lvl9pPr>
          </a:lstStyle>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Kế hoạch coach nhóm K4</a:t>
            </a:r>
          </a:p>
        </p:txBody>
      </p:sp>
      <p:sp>
        <p:nvSpPr>
          <p:cNvPr id="2" name="diagram-150">
            <a:extLst xmlns:a="http://schemas.openxmlformats.org/drawingml/2006/main">
              <a:ext uri="{FF2B5EF4-FFF2-40B4-BE49-F238E27FC236}">
                <a16:creationId xmlns:a16="http://schemas.microsoft.com/office/drawing/2014/main" id="{E5EB340E-5CFF-411A-AF87-88E0D1944227}"/>
              </a:ext>
            </a:extLst>
          </p:cNvPr>
          <p:cNvSpPr>
            <a:spLocks xmlns:a="http://schemas.openxmlformats.org/drawingml/2006/main" noGrp="1"/>
          </p:cNvSpPr>
          <p:nvPr/>
        </p:nvSpPr>
        <p:spPr>
          <a:xfrm xmlns:a="http://schemas.openxmlformats.org/drawingml/2006/main">
            <a:off x="571500" y="114300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defRPr sz="1725" b="0">
                <a:solidFill>
                  <a:srgbClr val="526773"/>
                </a:solidFill>
                <a:latin typeface="Arial"/>
                <a:ea typeface="Arial"/>
                <a:cs typeface="Arial"/>
              </a:defRPr>
            </a:lvl1pPr>
            <a:lvl2pPr algn="l">
              <a:defRPr sz="1725" b="0">
                <a:solidFill>
                  <a:srgbClr val="526773"/>
                </a:solidFill>
                <a:latin typeface="Arial"/>
                <a:ea typeface="Arial"/>
                <a:cs typeface="Arial"/>
              </a:defRPr>
            </a:lvl2pPr>
            <a:lvl3pPr algn="l">
              <a:defRPr sz="1725" b="0">
                <a:solidFill>
                  <a:srgbClr val="526773"/>
                </a:solidFill>
                <a:latin typeface="Arial"/>
                <a:ea typeface="Arial"/>
                <a:cs typeface="Arial"/>
              </a:defRPr>
            </a:lvl3pPr>
            <a:lvl4pPr algn="l">
              <a:defRPr sz="1725" b="0">
                <a:solidFill>
                  <a:srgbClr val="526773"/>
                </a:solidFill>
                <a:latin typeface="Arial"/>
                <a:ea typeface="Arial"/>
                <a:cs typeface="Arial"/>
              </a:defRPr>
            </a:lvl4pPr>
            <a:lvl5pPr algn="l">
              <a:defRPr sz="1725" b="0">
                <a:solidFill>
                  <a:srgbClr val="526773"/>
                </a:solidFill>
                <a:latin typeface="Arial"/>
                <a:ea typeface="Arial"/>
                <a:cs typeface="Arial"/>
              </a:defRPr>
            </a:lvl5pPr>
            <a:lvl6pPr algn="l">
              <a:defRPr sz="1725" b="0">
                <a:solidFill>
                  <a:srgbClr val="526773"/>
                </a:solidFill>
                <a:latin typeface="Arial"/>
                <a:ea typeface="Arial"/>
                <a:cs typeface="Arial"/>
              </a:defRPr>
            </a:lvl6pPr>
            <a:lvl7pPr algn="l">
              <a:defRPr sz="1725" b="0">
                <a:solidFill>
                  <a:srgbClr val="526773"/>
                </a:solidFill>
                <a:latin typeface="Arial"/>
                <a:ea typeface="Arial"/>
                <a:cs typeface="Arial"/>
              </a:defRPr>
            </a:lvl7pPr>
            <a:lvl8pPr algn="l">
              <a:defRPr sz="1725" b="0">
                <a:solidFill>
                  <a:srgbClr val="526773"/>
                </a:solidFill>
                <a:latin typeface="Arial"/>
                <a:ea typeface="Arial"/>
                <a:cs typeface="Arial"/>
              </a:defRPr>
            </a:lvl8pPr>
            <a:lvl9pPr algn="l">
              <a:defRPr sz="1725" b="0">
                <a:solidFill>
                  <a:srgbClr val="526773"/>
                </a:solidFill>
                <a:latin typeface="Arial"/>
                <a:ea typeface="Arial"/>
                <a:cs typeface="Arial"/>
              </a:defRPr>
            </a:lvl9pPr>
          </a:lstStyle>
          <a:p xmlns:a="http://schemas.openxmlformats.org/drawingml/2006/main">
            <a:pPr algn="l">
              <a:defRPr sz="1725" b="0">
                <a:solidFill>
                  <a:srgbClr val="526773"/>
                </a:solidFill>
                <a:latin typeface="Arial"/>
                <a:ea typeface="Arial"/>
                <a:cs typeface="Arial"/>
              </a:defRPr>
            </a:pPr>
            <a:r>
              <a:rPr sz="1725" b="0">
                <a:solidFill>
                  <a:srgbClr val="526773"/>
                </a:solidFill>
                <a:latin typeface="Arial"/>
                <a:ea typeface="Arial"/>
                <a:cs typeface="Arial"/>
              </a:rPr>
              <a:t>Theo dõi bằng sản phẩm, gỡ kẹt bằng bằng chứng</a:t>
            </a:r>
          </a:p>
        </p:txBody>
      </p:sp>
      <p:pic>
        <p:nvPicPr>
          <p:cNvPr id="3" name="">
            <a:extLst xmlns:a="http://schemas.openxmlformats.org/drawingml/2006/main">
              <a:ext uri="{FF2B5EF4-FFF2-40B4-BE49-F238E27FC236}">
                <a16:creationId xmlns:a16="http://schemas.microsoft.com/office/drawing/2014/main" id="{B8FE3016-BB81-42F2-B2EF-B688979F2F0A}"/>
              </a:ext>
            </a:extLst>
          </p:cNvPr>
          <p:cNvPicPr>
            <a:picLocks xmlns:a="http://schemas.openxmlformats.org/drawingml/2006/main" noChangeAspect="1"/>
          </p:cNvPicPr>
          <p:nvPr/>
        </p:nvPicPr>
        <p:blipFill>
          <a:blip xmlns:r="http://schemas.openxmlformats.org/officeDocument/2006/relationships" xmlns:a="http://schemas.openxmlformats.org/drawingml/2006/main" r:embed="R8ea0bf1f896442bb">
            <a:extLst>
              <a:ext uri="{96DAC541-7B7A-43D3-8B79-37D633B846F1}">
                <asvg:svgBlip xmlns:asvg="http://schemas.microsoft.com/office/drawing/2016/SVG/main" r:embed="R25faf4c1e12a427f"/>
              </a:ext>
            </a:extLst>
          </a:blip>
          <a:stretch xmlns:a="http://schemas.openxmlformats.org/drawingml/2006/main"/>
        </p:blipFill>
        <p:spPr>
          <a:xfrm xmlns:a="http://schemas.openxmlformats.org/drawingml/2006/main">
            <a:off x="10763250" y="476250"/>
            <a:ext cx="533400" cy="533400"/>
          </a:xfrm>
          <a:prstGeom xmlns:a="http://schemas.openxmlformats.org/drawingml/2006/main" prst="rect">
            <a:avLst/>
          </a:prstGeom>
        </p:spPr>
      </p:pic>
      <p:sp>
        <p:nvSpPr>
          <p:cNvPr id="4" name="diagram-151">
            <a:extLst xmlns:a="http://schemas.openxmlformats.org/drawingml/2006/main">
              <a:ext uri="{FF2B5EF4-FFF2-40B4-BE49-F238E27FC236}">
                <a16:creationId xmlns:a16="http://schemas.microsoft.com/office/drawing/2014/main" id="{D5FC31B2-118B-4F5E-9563-551F2D42A5D1}"/>
              </a:ext>
            </a:extLst>
          </p:cNvPr>
          <p:cNvSpPr>
            <a:spLocks xmlns:a="http://schemas.openxmlformats.org/drawingml/2006/main" noGrp="1"/>
          </p:cNvSpPr>
          <p:nvPr/>
        </p:nvSpPr>
        <p:spPr>
          <a:xfrm xmlns:a="http://schemas.openxmlformats.org/drawingml/2006/main">
            <a:off x="1190625" y="2762250"/>
            <a:ext cx="9763125" cy="47625"/>
          </a:xfrm>
          <a:prstGeom xmlns:a="http://schemas.openxmlformats.org/drawingml/2006/main" prst="rect">
            <a:avLst/>
          </a:prstGeom>
          <a:solidFill xmlns:a="http://schemas.openxmlformats.org/drawingml/2006/main">
            <a:srgbClr val="246BCE"/>
          </a:solidFill>
          <a:ln xmlns:a="http://schemas.openxmlformats.org/drawingml/2006/main" w="0">
            <a:noFill/>
            <a:prstDash val="solid"/>
          </a:ln>
        </p:spPr>
      </p:sp>
      <p:sp>
        <p:nvSpPr>
          <p:cNvPr id="5" name="diagram-152">
            <a:extLst xmlns:a="http://schemas.openxmlformats.org/drawingml/2006/main">
              <a:ext uri="{FF2B5EF4-FFF2-40B4-BE49-F238E27FC236}">
                <a16:creationId xmlns:a16="http://schemas.microsoft.com/office/drawing/2014/main" id="{2887197F-98F5-4E18-A723-D7422AADE578}"/>
              </a:ext>
            </a:extLst>
          </p:cNvPr>
          <p:cNvSpPr>
            <a:spLocks xmlns:a="http://schemas.openxmlformats.org/drawingml/2006/main" noGrp="1"/>
          </p:cNvSpPr>
          <p:nvPr/>
        </p:nvSpPr>
        <p:spPr>
          <a:xfrm xmlns:a="http://schemas.openxmlformats.org/drawingml/2006/main">
            <a:off x="809625" y="2400300"/>
            <a:ext cx="762000" cy="762000"/>
          </a:xfrm>
          <a:prstGeom xmlns:a="http://schemas.openxmlformats.org/drawingml/2006/main" prst="ellipse">
            <a:avLst/>
          </a:prstGeom>
          <a:solidFill xmlns:a="http://schemas.openxmlformats.org/drawingml/2006/main">
            <a:srgbClr val="E5EFFC"/>
          </a:solidFill>
          <a:ln xmlns:a="http://schemas.openxmlformats.org/drawingml/2006/main" w="0">
            <a:noFill/>
            <a:prstDash val="solid"/>
          </a:ln>
        </p:spPr>
      </p:sp>
      <p:sp>
        <p:nvSpPr>
          <p:cNvPr id="6" name="diagram-153">
            <a:extLst xmlns:a="http://schemas.openxmlformats.org/drawingml/2006/main">
              <a:ext uri="{FF2B5EF4-FFF2-40B4-BE49-F238E27FC236}">
                <a16:creationId xmlns:a16="http://schemas.microsoft.com/office/drawing/2014/main" id="{8ADEB06C-CF94-465A-9DEF-B66A0C46F70B}"/>
              </a:ext>
            </a:extLst>
          </p:cNvPr>
          <p:cNvSpPr>
            <a:spLocks xmlns:a="http://schemas.openxmlformats.org/drawingml/2006/main" noGrp="1"/>
          </p:cNvSpPr>
          <p:nvPr/>
        </p:nvSpPr>
        <p:spPr>
          <a:xfrm xmlns:a="http://schemas.openxmlformats.org/drawingml/2006/main">
            <a:off x="809625" y="2400300"/>
            <a:ext cx="762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175" b="1">
                <a:solidFill>
                  <a:srgbClr val="246BCE"/>
                </a:solidFill>
                <a:latin typeface="Arial"/>
                <a:ea typeface="Arial"/>
                <a:cs typeface="Arial"/>
              </a:defRPr>
            </a:defPPr>
            <a:lvl1pPr algn="ctr">
              <a:defRPr sz="2175" b="1">
                <a:solidFill>
                  <a:srgbClr val="246BCE"/>
                </a:solidFill>
                <a:latin typeface="Arial"/>
                <a:ea typeface="Arial"/>
                <a:cs typeface="Arial"/>
              </a:defRPr>
            </a:lvl1pPr>
            <a:lvl2pPr algn="ctr">
              <a:defRPr sz="2175" b="1">
                <a:solidFill>
                  <a:srgbClr val="246BCE"/>
                </a:solidFill>
                <a:latin typeface="Arial"/>
                <a:ea typeface="Arial"/>
                <a:cs typeface="Arial"/>
              </a:defRPr>
            </a:lvl2pPr>
            <a:lvl3pPr algn="ctr">
              <a:defRPr sz="2175" b="1">
                <a:solidFill>
                  <a:srgbClr val="246BCE"/>
                </a:solidFill>
                <a:latin typeface="Arial"/>
                <a:ea typeface="Arial"/>
                <a:cs typeface="Arial"/>
              </a:defRPr>
            </a:lvl3pPr>
            <a:lvl4pPr algn="ctr">
              <a:defRPr sz="2175" b="1">
                <a:solidFill>
                  <a:srgbClr val="246BCE"/>
                </a:solidFill>
                <a:latin typeface="Arial"/>
                <a:ea typeface="Arial"/>
                <a:cs typeface="Arial"/>
              </a:defRPr>
            </a:lvl4pPr>
            <a:lvl5pPr algn="ctr">
              <a:defRPr sz="2175" b="1">
                <a:solidFill>
                  <a:srgbClr val="246BCE"/>
                </a:solidFill>
                <a:latin typeface="Arial"/>
                <a:ea typeface="Arial"/>
                <a:cs typeface="Arial"/>
              </a:defRPr>
            </a:lvl5pPr>
            <a:lvl6pPr algn="ctr">
              <a:defRPr sz="2175" b="1">
                <a:solidFill>
                  <a:srgbClr val="246BCE"/>
                </a:solidFill>
                <a:latin typeface="Arial"/>
                <a:ea typeface="Arial"/>
                <a:cs typeface="Arial"/>
              </a:defRPr>
            </a:lvl6pPr>
            <a:lvl7pPr algn="ctr">
              <a:defRPr sz="2175" b="1">
                <a:solidFill>
                  <a:srgbClr val="246BCE"/>
                </a:solidFill>
                <a:latin typeface="Arial"/>
                <a:ea typeface="Arial"/>
                <a:cs typeface="Arial"/>
              </a:defRPr>
            </a:lvl7pPr>
            <a:lvl8pPr algn="ctr">
              <a:defRPr sz="2175" b="1">
                <a:solidFill>
                  <a:srgbClr val="246BCE"/>
                </a:solidFill>
                <a:latin typeface="Arial"/>
                <a:ea typeface="Arial"/>
                <a:cs typeface="Arial"/>
              </a:defRPr>
            </a:lvl8pPr>
            <a:lvl9pPr algn="ctr">
              <a:defRPr sz="2175" b="1">
                <a:solidFill>
                  <a:srgbClr val="246BCE"/>
                </a:solidFill>
                <a:latin typeface="Arial"/>
                <a:ea typeface="Arial"/>
                <a:cs typeface="Arial"/>
              </a:defRPr>
            </a:lvl9pPr>
          </a:lstStyle>
          <a:p xmlns:a="http://schemas.openxmlformats.org/drawingml/2006/main">
            <a:pPr algn="ctr">
              <a:defRPr sz="2175" b="1">
                <a:solidFill>
                  <a:srgbClr val="246BCE"/>
                </a:solidFill>
                <a:latin typeface="Arial"/>
                <a:ea typeface="Arial"/>
                <a:cs typeface="Arial"/>
              </a:defRPr>
            </a:pPr>
            <a:r>
              <a:rPr sz="2175" b="1">
                <a:solidFill>
                  <a:srgbClr val="246BCE"/>
                </a:solidFill>
                <a:latin typeface="Arial"/>
                <a:ea typeface="Arial"/>
                <a:cs typeface="Arial"/>
              </a:rPr>
              <a:t>1</a:t>
            </a:r>
          </a:p>
        </p:txBody>
      </p:sp>
      <p:sp>
        <p:nvSpPr>
          <p:cNvPr id="7" name="diagram-154">
            <a:extLst xmlns:a="http://schemas.openxmlformats.org/drawingml/2006/main">
              <a:ext uri="{FF2B5EF4-FFF2-40B4-BE49-F238E27FC236}">
                <a16:creationId xmlns:a16="http://schemas.microsoft.com/office/drawing/2014/main" id="{B85859C6-EFFB-4C81-95CE-D6909B9E5FB6}"/>
              </a:ext>
            </a:extLst>
          </p:cNvPr>
          <p:cNvSpPr>
            <a:spLocks xmlns:a="http://schemas.openxmlformats.org/drawingml/2006/main" noGrp="1"/>
          </p:cNvSpPr>
          <p:nvPr/>
        </p:nvSpPr>
        <p:spPr>
          <a:xfrm xmlns:a="http://schemas.openxmlformats.org/drawingml/2006/main">
            <a:off x="381000" y="1809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246BCE"/>
                </a:solidFill>
                <a:latin typeface="Arial"/>
                <a:ea typeface="Arial"/>
                <a:cs typeface="Arial"/>
              </a:defRPr>
            </a:defPPr>
            <a:lvl1pPr algn="ctr">
              <a:defRPr sz="1800" b="1">
                <a:solidFill>
                  <a:srgbClr val="246BCE"/>
                </a:solidFill>
                <a:latin typeface="Arial"/>
                <a:ea typeface="Arial"/>
                <a:cs typeface="Arial"/>
              </a:defRPr>
            </a:lvl1pPr>
            <a:lvl2pPr algn="ctr">
              <a:defRPr sz="1800" b="1">
                <a:solidFill>
                  <a:srgbClr val="246BCE"/>
                </a:solidFill>
                <a:latin typeface="Arial"/>
                <a:ea typeface="Arial"/>
                <a:cs typeface="Arial"/>
              </a:defRPr>
            </a:lvl2pPr>
            <a:lvl3pPr algn="ctr">
              <a:defRPr sz="1800" b="1">
                <a:solidFill>
                  <a:srgbClr val="246BCE"/>
                </a:solidFill>
                <a:latin typeface="Arial"/>
                <a:ea typeface="Arial"/>
                <a:cs typeface="Arial"/>
              </a:defRPr>
            </a:lvl3pPr>
            <a:lvl4pPr algn="ctr">
              <a:defRPr sz="1800" b="1">
                <a:solidFill>
                  <a:srgbClr val="246BCE"/>
                </a:solidFill>
                <a:latin typeface="Arial"/>
                <a:ea typeface="Arial"/>
                <a:cs typeface="Arial"/>
              </a:defRPr>
            </a:lvl4pPr>
            <a:lvl5pPr algn="ctr">
              <a:defRPr sz="1800" b="1">
                <a:solidFill>
                  <a:srgbClr val="246BCE"/>
                </a:solidFill>
                <a:latin typeface="Arial"/>
                <a:ea typeface="Arial"/>
                <a:cs typeface="Arial"/>
              </a:defRPr>
            </a:lvl5pPr>
            <a:lvl6pPr algn="ctr">
              <a:defRPr sz="1800" b="1">
                <a:solidFill>
                  <a:srgbClr val="246BCE"/>
                </a:solidFill>
                <a:latin typeface="Arial"/>
                <a:ea typeface="Arial"/>
                <a:cs typeface="Arial"/>
              </a:defRPr>
            </a:lvl6pPr>
            <a:lvl7pPr algn="ctr">
              <a:defRPr sz="1800" b="1">
                <a:solidFill>
                  <a:srgbClr val="246BCE"/>
                </a:solidFill>
                <a:latin typeface="Arial"/>
                <a:ea typeface="Arial"/>
                <a:cs typeface="Arial"/>
              </a:defRPr>
            </a:lvl7pPr>
            <a:lvl8pPr algn="ctr">
              <a:defRPr sz="1800" b="1">
                <a:solidFill>
                  <a:srgbClr val="246BCE"/>
                </a:solidFill>
                <a:latin typeface="Arial"/>
                <a:ea typeface="Arial"/>
                <a:cs typeface="Arial"/>
              </a:defRPr>
            </a:lvl8pPr>
            <a:lvl9pPr algn="ctr">
              <a:defRPr sz="1800" b="1">
                <a:solidFill>
                  <a:srgbClr val="246BCE"/>
                </a:solidFill>
                <a:latin typeface="Arial"/>
                <a:ea typeface="Arial"/>
                <a:cs typeface="Arial"/>
              </a:defRPr>
            </a:lvl9pPr>
          </a:lstStyle>
          <a:p xmlns:a="http://schemas.openxmlformats.org/drawingml/2006/main">
            <a:pPr algn="ctr">
              <a:defRPr sz="1800" b="1">
                <a:solidFill>
                  <a:srgbClr val="246BCE"/>
                </a:solidFill>
                <a:latin typeface="Arial"/>
                <a:ea typeface="Arial"/>
                <a:cs typeface="Arial"/>
              </a:defRPr>
            </a:pPr>
            <a:r>
              <a:rPr sz="1800" b="1">
                <a:solidFill>
                  <a:srgbClr val="246BCE"/>
                </a:solidFill>
                <a:latin typeface="Arial"/>
                <a:ea typeface="Arial"/>
                <a:cs typeface="Arial"/>
              </a:rPr>
              <a:t>Ngày 1</a:t>
            </a:r>
          </a:p>
        </p:txBody>
      </p:sp>
      <p:sp>
        <p:nvSpPr>
          <p:cNvPr id="8" name="diagram-155">
            <a:extLst xmlns:a="http://schemas.openxmlformats.org/drawingml/2006/main">
              <a:ext uri="{FF2B5EF4-FFF2-40B4-BE49-F238E27FC236}">
                <a16:creationId xmlns:a16="http://schemas.microsoft.com/office/drawing/2014/main" id="{E2BFD5A0-C82E-44F9-AF08-589D3A7E5F0F}"/>
              </a:ext>
            </a:extLst>
          </p:cNvPr>
          <p:cNvSpPr>
            <a:spLocks xmlns:a="http://schemas.openxmlformats.org/drawingml/2006/main" noGrp="1"/>
          </p:cNvSpPr>
          <p:nvPr/>
        </p:nvSpPr>
        <p:spPr>
          <a:xfrm xmlns:a="http://schemas.openxmlformats.org/drawingml/2006/main">
            <a:off x="314325" y="3476625"/>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02A43"/>
                </a:solidFill>
                <a:latin typeface="Arial"/>
                <a:ea typeface="Arial"/>
                <a:cs typeface="Arial"/>
              </a:defRPr>
            </a:defPPr>
            <a:lvl1pPr algn="ctr">
              <a:defRPr sz="1800" b="1">
                <a:solidFill>
                  <a:srgbClr val="102A43"/>
                </a:solidFill>
                <a:latin typeface="Arial"/>
                <a:ea typeface="Arial"/>
                <a:cs typeface="Arial"/>
              </a:defRPr>
            </a:lvl1pPr>
            <a:lvl2pPr algn="ctr">
              <a:defRPr sz="1800" b="1">
                <a:solidFill>
                  <a:srgbClr val="102A43"/>
                </a:solidFill>
                <a:latin typeface="Arial"/>
                <a:ea typeface="Arial"/>
                <a:cs typeface="Arial"/>
              </a:defRPr>
            </a:lvl2pPr>
            <a:lvl3pPr algn="ctr">
              <a:defRPr sz="1800" b="1">
                <a:solidFill>
                  <a:srgbClr val="102A43"/>
                </a:solidFill>
                <a:latin typeface="Arial"/>
                <a:ea typeface="Arial"/>
                <a:cs typeface="Arial"/>
              </a:defRPr>
            </a:lvl3pPr>
            <a:lvl4pPr algn="ctr">
              <a:defRPr sz="1800" b="1">
                <a:solidFill>
                  <a:srgbClr val="102A43"/>
                </a:solidFill>
                <a:latin typeface="Arial"/>
                <a:ea typeface="Arial"/>
                <a:cs typeface="Arial"/>
              </a:defRPr>
            </a:lvl4pPr>
            <a:lvl5pPr algn="ctr">
              <a:defRPr sz="1800" b="1">
                <a:solidFill>
                  <a:srgbClr val="102A43"/>
                </a:solidFill>
                <a:latin typeface="Arial"/>
                <a:ea typeface="Arial"/>
                <a:cs typeface="Arial"/>
              </a:defRPr>
            </a:lvl5pPr>
            <a:lvl6pPr algn="ctr">
              <a:defRPr sz="1800" b="1">
                <a:solidFill>
                  <a:srgbClr val="102A43"/>
                </a:solidFill>
                <a:latin typeface="Arial"/>
                <a:ea typeface="Arial"/>
                <a:cs typeface="Arial"/>
              </a:defRPr>
            </a:lvl6pPr>
            <a:lvl7pPr algn="ctr">
              <a:defRPr sz="1800" b="1">
                <a:solidFill>
                  <a:srgbClr val="102A43"/>
                </a:solidFill>
                <a:latin typeface="Arial"/>
                <a:ea typeface="Arial"/>
                <a:cs typeface="Arial"/>
              </a:defRPr>
            </a:lvl7pPr>
            <a:lvl8pPr algn="ctr">
              <a:defRPr sz="1800" b="1">
                <a:solidFill>
                  <a:srgbClr val="102A43"/>
                </a:solidFill>
                <a:latin typeface="Arial"/>
                <a:ea typeface="Arial"/>
                <a:cs typeface="Arial"/>
              </a:defRPr>
            </a:lvl8pPr>
            <a:lvl9pPr algn="ctr">
              <a:defRPr sz="1800" b="1">
                <a:solidFill>
                  <a:srgbClr val="102A43"/>
                </a:solidFill>
                <a:latin typeface="Arial"/>
                <a:ea typeface="Arial"/>
                <a:cs typeface="Arial"/>
              </a:defRPr>
            </a:lvl9pPr>
          </a:lstStyle>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Chọn phạm vi</a:t>
            </a:r>
          </a:p>
        </p:txBody>
      </p:sp>
      <p:sp>
        <p:nvSpPr>
          <p:cNvPr id="9" name="diagram-156">
            <a:extLst xmlns:a="http://schemas.openxmlformats.org/drawingml/2006/main">
              <a:ext uri="{FF2B5EF4-FFF2-40B4-BE49-F238E27FC236}">
                <a16:creationId xmlns:a16="http://schemas.microsoft.com/office/drawing/2014/main" id="{56126271-ACA0-448C-AE7D-4BEC07C8A520}"/>
              </a:ext>
            </a:extLst>
          </p:cNvPr>
          <p:cNvSpPr>
            <a:spLocks xmlns:a="http://schemas.openxmlformats.org/drawingml/2006/main" noGrp="1"/>
          </p:cNvSpPr>
          <p:nvPr/>
        </p:nvSpPr>
        <p:spPr>
          <a:xfrm xmlns:a="http://schemas.openxmlformats.org/drawingml/2006/main">
            <a:off x="2762250" y="2400300"/>
            <a:ext cx="762000" cy="762000"/>
          </a:xfrm>
          <a:prstGeom xmlns:a="http://schemas.openxmlformats.org/drawingml/2006/main" prst="ellipse">
            <a:avLst/>
          </a:prstGeom>
          <a:solidFill xmlns:a="http://schemas.openxmlformats.org/drawingml/2006/main">
            <a:srgbClr val="E5EFFC"/>
          </a:solidFill>
          <a:ln xmlns:a="http://schemas.openxmlformats.org/drawingml/2006/main" w="0">
            <a:noFill/>
            <a:prstDash val="solid"/>
          </a:ln>
        </p:spPr>
      </p:sp>
      <p:sp>
        <p:nvSpPr>
          <p:cNvPr id="10" name="diagram-157">
            <a:extLst xmlns:a="http://schemas.openxmlformats.org/drawingml/2006/main">
              <a:ext uri="{FF2B5EF4-FFF2-40B4-BE49-F238E27FC236}">
                <a16:creationId xmlns:a16="http://schemas.microsoft.com/office/drawing/2014/main" id="{08C3E08B-DD1C-43B9-AF10-F2B7A7C4D559}"/>
              </a:ext>
            </a:extLst>
          </p:cNvPr>
          <p:cNvSpPr>
            <a:spLocks xmlns:a="http://schemas.openxmlformats.org/drawingml/2006/main" noGrp="1"/>
          </p:cNvSpPr>
          <p:nvPr/>
        </p:nvSpPr>
        <p:spPr>
          <a:xfrm xmlns:a="http://schemas.openxmlformats.org/drawingml/2006/main">
            <a:off x="2762250" y="2400300"/>
            <a:ext cx="762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175" b="1">
                <a:solidFill>
                  <a:srgbClr val="246BCE"/>
                </a:solidFill>
                <a:latin typeface="Arial"/>
                <a:ea typeface="Arial"/>
                <a:cs typeface="Arial"/>
              </a:defRPr>
            </a:defPPr>
            <a:lvl1pPr algn="ctr">
              <a:defRPr sz="2175" b="1">
                <a:solidFill>
                  <a:srgbClr val="246BCE"/>
                </a:solidFill>
                <a:latin typeface="Arial"/>
                <a:ea typeface="Arial"/>
                <a:cs typeface="Arial"/>
              </a:defRPr>
            </a:lvl1pPr>
            <a:lvl2pPr algn="ctr">
              <a:defRPr sz="2175" b="1">
                <a:solidFill>
                  <a:srgbClr val="246BCE"/>
                </a:solidFill>
                <a:latin typeface="Arial"/>
                <a:ea typeface="Arial"/>
                <a:cs typeface="Arial"/>
              </a:defRPr>
            </a:lvl2pPr>
            <a:lvl3pPr algn="ctr">
              <a:defRPr sz="2175" b="1">
                <a:solidFill>
                  <a:srgbClr val="246BCE"/>
                </a:solidFill>
                <a:latin typeface="Arial"/>
                <a:ea typeface="Arial"/>
                <a:cs typeface="Arial"/>
              </a:defRPr>
            </a:lvl3pPr>
            <a:lvl4pPr algn="ctr">
              <a:defRPr sz="2175" b="1">
                <a:solidFill>
                  <a:srgbClr val="246BCE"/>
                </a:solidFill>
                <a:latin typeface="Arial"/>
                <a:ea typeface="Arial"/>
                <a:cs typeface="Arial"/>
              </a:defRPr>
            </a:lvl4pPr>
            <a:lvl5pPr algn="ctr">
              <a:defRPr sz="2175" b="1">
                <a:solidFill>
                  <a:srgbClr val="246BCE"/>
                </a:solidFill>
                <a:latin typeface="Arial"/>
                <a:ea typeface="Arial"/>
                <a:cs typeface="Arial"/>
              </a:defRPr>
            </a:lvl5pPr>
            <a:lvl6pPr algn="ctr">
              <a:defRPr sz="2175" b="1">
                <a:solidFill>
                  <a:srgbClr val="246BCE"/>
                </a:solidFill>
                <a:latin typeface="Arial"/>
                <a:ea typeface="Arial"/>
                <a:cs typeface="Arial"/>
              </a:defRPr>
            </a:lvl6pPr>
            <a:lvl7pPr algn="ctr">
              <a:defRPr sz="2175" b="1">
                <a:solidFill>
                  <a:srgbClr val="246BCE"/>
                </a:solidFill>
                <a:latin typeface="Arial"/>
                <a:ea typeface="Arial"/>
                <a:cs typeface="Arial"/>
              </a:defRPr>
            </a:lvl7pPr>
            <a:lvl8pPr algn="ctr">
              <a:defRPr sz="2175" b="1">
                <a:solidFill>
                  <a:srgbClr val="246BCE"/>
                </a:solidFill>
                <a:latin typeface="Arial"/>
                <a:ea typeface="Arial"/>
                <a:cs typeface="Arial"/>
              </a:defRPr>
            </a:lvl8pPr>
            <a:lvl9pPr algn="ctr">
              <a:defRPr sz="2175" b="1">
                <a:solidFill>
                  <a:srgbClr val="246BCE"/>
                </a:solidFill>
                <a:latin typeface="Arial"/>
                <a:ea typeface="Arial"/>
                <a:cs typeface="Arial"/>
              </a:defRPr>
            </a:lvl9pPr>
          </a:lstStyle>
          <a:p xmlns:a="http://schemas.openxmlformats.org/drawingml/2006/main">
            <a:pPr algn="ctr">
              <a:defRPr sz="2175" b="1">
                <a:solidFill>
                  <a:srgbClr val="246BCE"/>
                </a:solidFill>
                <a:latin typeface="Arial"/>
                <a:ea typeface="Arial"/>
                <a:cs typeface="Arial"/>
              </a:defRPr>
            </a:pPr>
            <a:r>
              <a:rPr sz="2175" b="1">
                <a:solidFill>
                  <a:srgbClr val="246BCE"/>
                </a:solidFill>
                <a:latin typeface="Arial"/>
                <a:ea typeface="Arial"/>
                <a:cs typeface="Arial"/>
              </a:rPr>
              <a:t>2</a:t>
            </a:r>
          </a:p>
        </p:txBody>
      </p:sp>
      <p:sp>
        <p:nvSpPr>
          <p:cNvPr id="11" name="diagram-158">
            <a:extLst xmlns:a="http://schemas.openxmlformats.org/drawingml/2006/main">
              <a:ext uri="{FF2B5EF4-FFF2-40B4-BE49-F238E27FC236}">
                <a16:creationId xmlns:a16="http://schemas.microsoft.com/office/drawing/2014/main" id="{3916A487-4455-4863-9AEC-ED4567B6B5A3}"/>
              </a:ext>
            </a:extLst>
          </p:cNvPr>
          <p:cNvSpPr>
            <a:spLocks xmlns:a="http://schemas.openxmlformats.org/drawingml/2006/main" noGrp="1"/>
          </p:cNvSpPr>
          <p:nvPr/>
        </p:nvSpPr>
        <p:spPr>
          <a:xfrm xmlns:a="http://schemas.openxmlformats.org/drawingml/2006/main">
            <a:off x="2333625" y="1809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246BCE"/>
                </a:solidFill>
                <a:latin typeface="Arial"/>
                <a:ea typeface="Arial"/>
                <a:cs typeface="Arial"/>
              </a:defRPr>
            </a:defPPr>
            <a:lvl1pPr algn="ctr">
              <a:defRPr sz="1800" b="1">
                <a:solidFill>
                  <a:srgbClr val="246BCE"/>
                </a:solidFill>
                <a:latin typeface="Arial"/>
                <a:ea typeface="Arial"/>
                <a:cs typeface="Arial"/>
              </a:defRPr>
            </a:lvl1pPr>
            <a:lvl2pPr algn="ctr">
              <a:defRPr sz="1800" b="1">
                <a:solidFill>
                  <a:srgbClr val="246BCE"/>
                </a:solidFill>
                <a:latin typeface="Arial"/>
                <a:ea typeface="Arial"/>
                <a:cs typeface="Arial"/>
              </a:defRPr>
            </a:lvl2pPr>
            <a:lvl3pPr algn="ctr">
              <a:defRPr sz="1800" b="1">
                <a:solidFill>
                  <a:srgbClr val="246BCE"/>
                </a:solidFill>
                <a:latin typeface="Arial"/>
                <a:ea typeface="Arial"/>
                <a:cs typeface="Arial"/>
              </a:defRPr>
            </a:lvl3pPr>
            <a:lvl4pPr algn="ctr">
              <a:defRPr sz="1800" b="1">
                <a:solidFill>
                  <a:srgbClr val="246BCE"/>
                </a:solidFill>
                <a:latin typeface="Arial"/>
                <a:ea typeface="Arial"/>
                <a:cs typeface="Arial"/>
              </a:defRPr>
            </a:lvl4pPr>
            <a:lvl5pPr algn="ctr">
              <a:defRPr sz="1800" b="1">
                <a:solidFill>
                  <a:srgbClr val="246BCE"/>
                </a:solidFill>
                <a:latin typeface="Arial"/>
                <a:ea typeface="Arial"/>
                <a:cs typeface="Arial"/>
              </a:defRPr>
            </a:lvl5pPr>
            <a:lvl6pPr algn="ctr">
              <a:defRPr sz="1800" b="1">
                <a:solidFill>
                  <a:srgbClr val="246BCE"/>
                </a:solidFill>
                <a:latin typeface="Arial"/>
                <a:ea typeface="Arial"/>
                <a:cs typeface="Arial"/>
              </a:defRPr>
            </a:lvl6pPr>
            <a:lvl7pPr algn="ctr">
              <a:defRPr sz="1800" b="1">
                <a:solidFill>
                  <a:srgbClr val="246BCE"/>
                </a:solidFill>
                <a:latin typeface="Arial"/>
                <a:ea typeface="Arial"/>
                <a:cs typeface="Arial"/>
              </a:defRPr>
            </a:lvl7pPr>
            <a:lvl8pPr algn="ctr">
              <a:defRPr sz="1800" b="1">
                <a:solidFill>
                  <a:srgbClr val="246BCE"/>
                </a:solidFill>
                <a:latin typeface="Arial"/>
                <a:ea typeface="Arial"/>
                <a:cs typeface="Arial"/>
              </a:defRPr>
            </a:lvl8pPr>
            <a:lvl9pPr algn="ctr">
              <a:defRPr sz="1800" b="1">
                <a:solidFill>
                  <a:srgbClr val="246BCE"/>
                </a:solidFill>
                <a:latin typeface="Arial"/>
                <a:ea typeface="Arial"/>
                <a:cs typeface="Arial"/>
              </a:defRPr>
            </a:lvl9pPr>
          </a:lstStyle>
          <a:p xmlns:a="http://schemas.openxmlformats.org/drawingml/2006/main">
            <a:pPr algn="ctr">
              <a:defRPr sz="1800" b="1">
                <a:solidFill>
                  <a:srgbClr val="246BCE"/>
                </a:solidFill>
                <a:latin typeface="Arial"/>
                <a:ea typeface="Arial"/>
                <a:cs typeface="Arial"/>
              </a:defRPr>
            </a:pPr>
            <a:r>
              <a:rPr sz="1800" b="1">
                <a:solidFill>
                  <a:srgbClr val="246BCE"/>
                </a:solidFill>
                <a:latin typeface="Arial"/>
                <a:ea typeface="Arial"/>
                <a:cs typeface="Arial"/>
              </a:rPr>
              <a:t>Ngày 2–3</a:t>
            </a:r>
          </a:p>
        </p:txBody>
      </p:sp>
      <p:sp>
        <p:nvSpPr>
          <p:cNvPr id="12" name="diagram-159">
            <a:extLst xmlns:a="http://schemas.openxmlformats.org/drawingml/2006/main">
              <a:ext uri="{FF2B5EF4-FFF2-40B4-BE49-F238E27FC236}">
                <a16:creationId xmlns:a16="http://schemas.microsoft.com/office/drawing/2014/main" id="{12FEE2AD-EC2A-4FBA-A2C7-8D0D8D876645}"/>
              </a:ext>
            </a:extLst>
          </p:cNvPr>
          <p:cNvSpPr>
            <a:spLocks xmlns:a="http://schemas.openxmlformats.org/drawingml/2006/main" noGrp="1"/>
          </p:cNvSpPr>
          <p:nvPr/>
        </p:nvSpPr>
        <p:spPr>
          <a:xfrm xmlns:a="http://schemas.openxmlformats.org/drawingml/2006/main">
            <a:off x="2266950" y="3476625"/>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02A43"/>
                </a:solidFill>
                <a:latin typeface="Arial"/>
                <a:ea typeface="Arial"/>
                <a:cs typeface="Arial"/>
              </a:defRPr>
            </a:defPPr>
            <a:lvl1pPr algn="ctr">
              <a:defRPr sz="1800" b="1">
                <a:solidFill>
                  <a:srgbClr val="102A43"/>
                </a:solidFill>
                <a:latin typeface="Arial"/>
                <a:ea typeface="Arial"/>
                <a:cs typeface="Arial"/>
              </a:defRPr>
            </a:lvl1pPr>
            <a:lvl2pPr algn="ctr">
              <a:defRPr sz="1800" b="1">
                <a:solidFill>
                  <a:srgbClr val="102A43"/>
                </a:solidFill>
                <a:latin typeface="Arial"/>
                <a:ea typeface="Arial"/>
                <a:cs typeface="Arial"/>
              </a:defRPr>
            </a:lvl2pPr>
            <a:lvl3pPr algn="ctr">
              <a:defRPr sz="1800" b="1">
                <a:solidFill>
                  <a:srgbClr val="102A43"/>
                </a:solidFill>
                <a:latin typeface="Arial"/>
                <a:ea typeface="Arial"/>
                <a:cs typeface="Arial"/>
              </a:defRPr>
            </a:lvl3pPr>
            <a:lvl4pPr algn="ctr">
              <a:defRPr sz="1800" b="1">
                <a:solidFill>
                  <a:srgbClr val="102A43"/>
                </a:solidFill>
                <a:latin typeface="Arial"/>
                <a:ea typeface="Arial"/>
                <a:cs typeface="Arial"/>
              </a:defRPr>
            </a:lvl4pPr>
            <a:lvl5pPr algn="ctr">
              <a:defRPr sz="1800" b="1">
                <a:solidFill>
                  <a:srgbClr val="102A43"/>
                </a:solidFill>
                <a:latin typeface="Arial"/>
                <a:ea typeface="Arial"/>
                <a:cs typeface="Arial"/>
              </a:defRPr>
            </a:lvl5pPr>
            <a:lvl6pPr algn="ctr">
              <a:defRPr sz="1800" b="1">
                <a:solidFill>
                  <a:srgbClr val="102A43"/>
                </a:solidFill>
                <a:latin typeface="Arial"/>
                <a:ea typeface="Arial"/>
                <a:cs typeface="Arial"/>
              </a:defRPr>
            </a:lvl6pPr>
            <a:lvl7pPr algn="ctr">
              <a:defRPr sz="1800" b="1">
                <a:solidFill>
                  <a:srgbClr val="102A43"/>
                </a:solidFill>
                <a:latin typeface="Arial"/>
                <a:ea typeface="Arial"/>
                <a:cs typeface="Arial"/>
              </a:defRPr>
            </a:lvl7pPr>
            <a:lvl8pPr algn="ctr">
              <a:defRPr sz="1800" b="1">
                <a:solidFill>
                  <a:srgbClr val="102A43"/>
                </a:solidFill>
                <a:latin typeface="Arial"/>
                <a:ea typeface="Arial"/>
                <a:cs typeface="Arial"/>
              </a:defRPr>
            </a:lvl8pPr>
            <a:lvl9pPr algn="ctr">
              <a:defRPr sz="1800" b="1">
                <a:solidFill>
                  <a:srgbClr val="102A43"/>
                </a:solidFill>
                <a:latin typeface="Arial"/>
                <a:ea typeface="Arial"/>
                <a:cs typeface="Arial"/>
              </a:defRPr>
            </a:lvl9pPr>
          </a:lstStyle>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Nghiên cứu</a:t>
            </a:r>
          </a:p>
        </p:txBody>
      </p:sp>
      <p:sp>
        <p:nvSpPr>
          <p:cNvPr id="13" name="diagram-160">
            <a:extLst xmlns:a="http://schemas.openxmlformats.org/drawingml/2006/main">
              <a:ext uri="{FF2B5EF4-FFF2-40B4-BE49-F238E27FC236}">
                <a16:creationId xmlns:a16="http://schemas.microsoft.com/office/drawing/2014/main" id="{FC286951-8888-44AC-881B-4930F86F0D16}"/>
              </a:ext>
            </a:extLst>
          </p:cNvPr>
          <p:cNvSpPr>
            <a:spLocks xmlns:a="http://schemas.openxmlformats.org/drawingml/2006/main" noGrp="1"/>
          </p:cNvSpPr>
          <p:nvPr/>
        </p:nvSpPr>
        <p:spPr>
          <a:xfrm xmlns:a="http://schemas.openxmlformats.org/drawingml/2006/main">
            <a:off x="4714875" y="2400300"/>
            <a:ext cx="762000" cy="762000"/>
          </a:xfrm>
          <a:prstGeom xmlns:a="http://schemas.openxmlformats.org/drawingml/2006/main" prst="ellipse">
            <a:avLst/>
          </a:prstGeom>
          <a:solidFill xmlns:a="http://schemas.openxmlformats.org/drawingml/2006/main">
            <a:srgbClr val="E5EFFC"/>
          </a:solidFill>
          <a:ln xmlns:a="http://schemas.openxmlformats.org/drawingml/2006/main" w="0">
            <a:noFill/>
            <a:prstDash val="solid"/>
          </a:ln>
        </p:spPr>
      </p:sp>
      <p:sp>
        <p:nvSpPr>
          <p:cNvPr id="14" name="diagram-161">
            <a:extLst xmlns:a="http://schemas.openxmlformats.org/drawingml/2006/main">
              <a:ext uri="{FF2B5EF4-FFF2-40B4-BE49-F238E27FC236}">
                <a16:creationId xmlns:a16="http://schemas.microsoft.com/office/drawing/2014/main" id="{A242066C-96B9-4A5B-A2E1-E541868BEFE7}"/>
              </a:ext>
            </a:extLst>
          </p:cNvPr>
          <p:cNvSpPr>
            <a:spLocks xmlns:a="http://schemas.openxmlformats.org/drawingml/2006/main" noGrp="1"/>
          </p:cNvSpPr>
          <p:nvPr/>
        </p:nvSpPr>
        <p:spPr>
          <a:xfrm xmlns:a="http://schemas.openxmlformats.org/drawingml/2006/main">
            <a:off x="4714875" y="2400300"/>
            <a:ext cx="762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175" b="1">
                <a:solidFill>
                  <a:srgbClr val="246BCE"/>
                </a:solidFill>
                <a:latin typeface="Arial"/>
                <a:ea typeface="Arial"/>
                <a:cs typeface="Arial"/>
              </a:defRPr>
            </a:defPPr>
            <a:lvl1pPr algn="ctr">
              <a:defRPr sz="2175" b="1">
                <a:solidFill>
                  <a:srgbClr val="246BCE"/>
                </a:solidFill>
                <a:latin typeface="Arial"/>
                <a:ea typeface="Arial"/>
                <a:cs typeface="Arial"/>
              </a:defRPr>
            </a:lvl1pPr>
            <a:lvl2pPr algn="ctr">
              <a:defRPr sz="2175" b="1">
                <a:solidFill>
                  <a:srgbClr val="246BCE"/>
                </a:solidFill>
                <a:latin typeface="Arial"/>
                <a:ea typeface="Arial"/>
                <a:cs typeface="Arial"/>
              </a:defRPr>
            </a:lvl2pPr>
            <a:lvl3pPr algn="ctr">
              <a:defRPr sz="2175" b="1">
                <a:solidFill>
                  <a:srgbClr val="246BCE"/>
                </a:solidFill>
                <a:latin typeface="Arial"/>
                <a:ea typeface="Arial"/>
                <a:cs typeface="Arial"/>
              </a:defRPr>
            </a:lvl3pPr>
            <a:lvl4pPr algn="ctr">
              <a:defRPr sz="2175" b="1">
                <a:solidFill>
                  <a:srgbClr val="246BCE"/>
                </a:solidFill>
                <a:latin typeface="Arial"/>
                <a:ea typeface="Arial"/>
                <a:cs typeface="Arial"/>
              </a:defRPr>
            </a:lvl4pPr>
            <a:lvl5pPr algn="ctr">
              <a:defRPr sz="2175" b="1">
                <a:solidFill>
                  <a:srgbClr val="246BCE"/>
                </a:solidFill>
                <a:latin typeface="Arial"/>
                <a:ea typeface="Arial"/>
                <a:cs typeface="Arial"/>
              </a:defRPr>
            </a:lvl5pPr>
            <a:lvl6pPr algn="ctr">
              <a:defRPr sz="2175" b="1">
                <a:solidFill>
                  <a:srgbClr val="246BCE"/>
                </a:solidFill>
                <a:latin typeface="Arial"/>
                <a:ea typeface="Arial"/>
                <a:cs typeface="Arial"/>
              </a:defRPr>
            </a:lvl6pPr>
            <a:lvl7pPr algn="ctr">
              <a:defRPr sz="2175" b="1">
                <a:solidFill>
                  <a:srgbClr val="246BCE"/>
                </a:solidFill>
                <a:latin typeface="Arial"/>
                <a:ea typeface="Arial"/>
                <a:cs typeface="Arial"/>
              </a:defRPr>
            </a:lvl7pPr>
            <a:lvl8pPr algn="ctr">
              <a:defRPr sz="2175" b="1">
                <a:solidFill>
                  <a:srgbClr val="246BCE"/>
                </a:solidFill>
                <a:latin typeface="Arial"/>
                <a:ea typeface="Arial"/>
                <a:cs typeface="Arial"/>
              </a:defRPr>
            </a:lvl8pPr>
            <a:lvl9pPr algn="ctr">
              <a:defRPr sz="2175" b="1">
                <a:solidFill>
                  <a:srgbClr val="246BCE"/>
                </a:solidFill>
                <a:latin typeface="Arial"/>
                <a:ea typeface="Arial"/>
                <a:cs typeface="Arial"/>
              </a:defRPr>
            </a:lvl9pPr>
          </a:lstStyle>
          <a:p xmlns:a="http://schemas.openxmlformats.org/drawingml/2006/main">
            <a:pPr algn="ctr">
              <a:defRPr sz="2175" b="1">
                <a:solidFill>
                  <a:srgbClr val="246BCE"/>
                </a:solidFill>
                <a:latin typeface="Arial"/>
                <a:ea typeface="Arial"/>
                <a:cs typeface="Arial"/>
              </a:defRPr>
            </a:pPr>
            <a:r>
              <a:rPr sz="2175" b="1">
                <a:solidFill>
                  <a:srgbClr val="246BCE"/>
                </a:solidFill>
                <a:latin typeface="Arial"/>
                <a:ea typeface="Arial"/>
                <a:cs typeface="Arial"/>
              </a:rPr>
              <a:t>3</a:t>
            </a:r>
          </a:p>
        </p:txBody>
      </p:sp>
      <p:sp>
        <p:nvSpPr>
          <p:cNvPr id="15" name="diagram-162">
            <a:extLst xmlns:a="http://schemas.openxmlformats.org/drawingml/2006/main">
              <a:ext uri="{FF2B5EF4-FFF2-40B4-BE49-F238E27FC236}">
                <a16:creationId xmlns:a16="http://schemas.microsoft.com/office/drawing/2014/main" id="{19CDEA96-93C9-4080-903C-71259026BC3F}"/>
              </a:ext>
            </a:extLst>
          </p:cNvPr>
          <p:cNvSpPr>
            <a:spLocks xmlns:a="http://schemas.openxmlformats.org/drawingml/2006/main" noGrp="1"/>
          </p:cNvSpPr>
          <p:nvPr/>
        </p:nvSpPr>
        <p:spPr>
          <a:xfrm xmlns:a="http://schemas.openxmlformats.org/drawingml/2006/main">
            <a:off x="4286250" y="1809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246BCE"/>
                </a:solidFill>
                <a:latin typeface="Arial"/>
                <a:ea typeface="Arial"/>
                <a:cs typeface="Arial"/>
              </a:defRPr>
            </a:defPPr>
            <a:lvl1pPr algn="ctr">
              <a:defRPr sz="1800" b="1">
                <a:solidFill>
                  <a:srgbClr val="246BCE"/>
                </a:solidFill>
                <a:latin typeface="Arial"/>
                <a:ea typeface="Arial"/>
                <a:cs typeface="Arial"/>
              </a:defRPr>
            </a:lvl1pPr>
            <a:lvl2pPr algn="ctr">
              <a:defRPr sz="1800" b="1">
                <a:solidFill>
                  <a:srgbClr val="246BCE"/>
                </a:solidFill>
                <a:latin typeface="Arial"/>
                <a:ea typeface="Arial"/>
                <a:cs typeface="Arial"/>
              </a:defRPr>
            </a:lvl2pPr>
            <a:lvl3pPr algn="ctr">
              <a:defRPr sz="1800" b="1">
                <a:solidFill>
                  <a:srgbClr val="246BCE"/>
                </a:solidFill>
                <a:latin typeface="Arial"/>
                <a:ea typeface="Arial"/>
                <a:cs typeface="Arial"/>
              </a:defRPr>
            </a:lvl3pPr>
            <a:lvl4pPr algn="ctr">
              <a:defRPr sz="1800" b="1">
                <a:solidFill>
                  <a:srgbClr val="246BCE"/>
                </a:solidFill>
                <a:latin typeface="Arial"/>
                <a:ea typeface="Arial"/>
                <a:cs typeface="Arial"/>
              </a:defRPr>
            </a:lvl4pPr>
            <a:lvl5pPr algn="ctr">
              <a:defRPr sz="1800" b="1">
                <a:solidFill>
                  <a:srgbClr val="246BCE"/>
                </a:solidFill>
                <a:latin typeface="Arial"/>
                <a:ea typeface="Arial"/>
                <a:cs typeface="Arial"/>
              </a:defRPr>
            </a:lvl5pPr>
            <a:lvl6pPr algn="ctr">
              <a:defRPr sz="1800" b="1">
                <a:solidFill>
                  <a:srgbClr val="246BCE"/>
                </a:solidFill>
                <a:latin typeface="Arial"/>
                <a:ea typeface="Arial"/>
                <a:cs typeface="Arial"/>
              </a:defRPr>
            </a:lvl6pPr>
            <a:lvl7pPr algn="ctr">
              <a:defRPr sz="1800" b="1">
                <a:solidFill>
                  <a:srgbClr val="246BCE"/>
                </a:solidFill>
                <a:latin typeface="Arial"/>
                <a:ea typeface="Arial"/>
                <a:cs typeface="Arial"/>
              </a:defRPr>
            </a:lvl7pPr>
            <a:lvl8pPr algn="ctr">
              <a:defRPr sz="1800" b="1">
                <a:solidFill>
                  <a:srgbClr val="246BCE"/>
                </a:solidFill>
                <a:latin typeface="Arial"/>
                <a:ea typeface="Arial"/>
                <a:cs typeface="Arial"/>
              </a:defRPr>
            </a:lvl8pPr>
            <a:lvl9pPr algn="ctr">
              <a:defRPr sz="1800" b="1">
                <a:solidFill>
                  <a:srgbClr val="246BCE"/>
                </a:solidFill>
                <a:latin typeface="Arial"/>
                <a:ea typeface="Arial"/>
                <a:cs typeface="Arial"/>
              </a:defRPr>
            </a:lvl9pPr>
          </a:lstStyle>
          <a:p xmlns:a="http://schemas.openxmlformats.org/drawingml/2006/main">
            <a:pPr algn="ctr">
              <a:defRPr sz="1800" b="1">
                <a:solidFill>
                  <a:srgbClr val="246BCE"/>
                </a:solidFill>
                <a:latin typeface="Arial"/>
                <a:ea typeface="Arial"/>
                <a:cs typeface="Arial"/>
              </a:defRPr>
            </a:pPr>
            <a:r>
              <a:rPr sz="1800" b="1">
                <a:solidFill>
                  <a:srgbClr val="246BCE"/>
                </a:solidFill>
                <a:latin typeface="Arial"/>
                <a:ea typeface="Arial"/>
                <a:cs typeface="Arial"/>
              </a:rPr>
              <a:t>Ngày 4</a:t>
            </a:r>
          </a:p>
        </p:txBody>
      </p:sp>
      <p:sp>
        <p:nvSpPr>
          <p:cNvPr id="16" name="diagram-163">
            <a:extLst xmlns:a="http://schemas.openxmlformats.org/drawingml/2006/main">
              <a:ext uri="{FF2B5EF4-FFF2-40B4-BE49-F238E27FC236}">
                <a16:creationId xmlns:a16="http://schemas.microsoft.com/office/drawing/2014/main" id="{65DE5D95-5ABD-4028-B88E-F8054785A501}"/>
              </a:ext>
            </a:extLst>
          </p:cNvPr>
          <p:cNvSpPr>
            <a:spLocks xmlns:a="http://schemas.openxmlformats.org/drawingml/2006/main" noGrp="1"/>
          </p:cNvSpPr>
          <p:nvPr/>
        </p:nvSpPr>
        <p:spPr>
          <a:xfrm xmlns:a="http://schemas.openxmlformats.org/drawingml/2006/main">
            <a:off x="4219575" y="3476625"/>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02A43"/>
                </a:solidFill>
                <a:latin typeface="Arial"/>
                <a:ea typeface="Arial"/>
                <a:cs typeface="Arial"/>
              </a:defRPr>
            </a:defPPr>
            <a:lvl1pPr algn="ctr">
              <a:defRPr sz="1800" b="1">
                <a:solidFill>
                  <a:srgbClr val="102A43"/>
                </a:solidFill>
                <a:latin typeface="Arial"/>
                <a:ea typeface="Arial"/>
                <a:cs typeface="Arial"/>
              </a:defRPr>
            </a:lvl1pPr>
            <a:lvl2pPr algn="ctr">
              <a:defRPr sz="1800" b="1">
                <a:solidFill>
                  <a:srgbClr val="102A43"/>
                </a:solidFill>
                <a:latin typeface="Arial"/>
                <a:ea typeface="Arial"/>
                <a:cs typeface="Arial"/>
              </a:defRPr>
            </a:lvl2pPr>
            <a:lvl3pPr algn="ctr">
              <a:defRPr sz="1800" b="1">
                <a:solidFill>
                  <a:srgbClr val="102A43"/>
                </a:solidFill>
                <a:latin typeface="Arial"/>
                <a:ea typeface="Arial"/>
                <a:cs typeface="Arial"/>
              </a:defRPr>
            </a:lvl3pPr>
            <a:lvl4pPr algn="ctr">
              <a:defRPr sz="1800" b="1">
                <a:solidFill>
                  <a:srgbClr val="102A43"/>
                </a:solidFill>
                <a:latin typeface="Arial"/>
                <a:ea typeface="Arial"/>
                <a:cs typeface="Arial"/>
              </a:defRPr>
            </a:lvl4pPr>
            <a:lvl5pPr algn="ctr">
              <a:defRPr sz="1800" b="1">
                <a:solidFill>
                  <a:srgbClr val="102A43"/>
                </a:solidFill>
                <a:latin typeface="Arial"/>
                <a:ea typeface="Arial"/>
                <a:cs typeface="Arial"/>
              </a:defRPr>
            </a:lvl5pPr>
            <a:lvl6pPr algn="ctr">
              <a:defRPr sz="1800" b="1">
                <a:solidFill>
                  <a:srgbClr val="102A43"/>
                </a:solidFill>
                <a:latin typeface="Arial"/>
                <a:ea typeface="Arial"/>
                <a:cs typeface="Arial"/>
              </a:defRPr>
            </a:lvl6pPr>
            <a:lvl7pPr algn="ctr">
              <a:defRPr sz="1800" b="1">
                <a:solidFill>
                  <a:srgbClr val="102A43"/>
                </a:solidFill>
                <a:latin typeface="Arial"/>
                <a:ea typeface="Arial"/>
                <a:cs typeface="Arial"/>
              </a:defRPr>
            </a:lvl7pPr>
            <a:lvl8pPr algn="ctr">
              <a:defRPr sz="1800" b="1">
                <a:solidFill>
                  <a:srgbClr val="102A43"/>
                </a:solidFill>
                <a:latin typeface="Arial"/>
                <a:ea typeface="Arial"/>
                <a:cs typeface="Arial"/>
              </a:defRPr>
            </a:lvl8pPr>
            <a:lvl9pPr algn="ctr">
              <a:defRPr sz="1800" b="1">
                <a:solidFill>
                  <a:srgbClr val="102A43"/>
                </a:solidFill>
                <a:latin typeface="Arial"/>
                <a:ea typeface="Arial"/>
                <a:cs typeface="Arial"/>
              </a:defRPr>
            </a:lvl9pPr>
          </a:lstStyle>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Need và</a:t>
            </a:r>
          </a:p>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tham khảo</a:t>
            </a:r>
          </a:p>
        </p:txBody>
      </p:sp>
      <p:sp>
        <p:nvSpPr>
          <p:cNvPr id="17" name="diagram-164">
            <a:extLst xmlns:a="http://schemas.openxmlformats.org/drawingml/2006/main">
              <a:ext uri="{FF2B5EF4-FFF2-40B4-BE49-F238E27FC236}">
                <a16:creationId xmlns:a16="http://schemas.microsoft.com/office/drawing/2014/main" id="{D300ED19-3C77-4C8C-BBA5-B1222BB98256}"/>
              </a:ext>
            </a:extLst>
          </p:cNvPr>
          <p:cNvSpPr>
            <a:spLocks xmlns:a="http://schemas.openxmlformats.org/drawingml/2006/main" noGrp="1"/>
          </p:cNvSpPr>
          <p:nvPr/>
        </p:nvSpPr>
        <p:spPr>
          <a:xfrm xmlns:a="http://schemas.openxmlformats.org/drawingml/2006/main">
            <a:off x="6667500" y="2400300"/>
            <a:ext cx="762000" cy="762000"/>
          </a:xfrm>
          <a:prstGeom xmlns:a="http://schemas.openxmlformats.org/drawingml/2006/main" prst="ellipse">
            <a:avLst/>
          </a:prstGeom>
          <a:solidFill xmlns:a="http://schemas.openxmlformats.org/drawingml/2006/main">
            <a:srgbClr val="E5EFFC"/>
          </a:solidFill>
          <a:ln xmlns:a="http://schemas.openxmlformats.org/drawingml/2006/main" w="0">
            <a:noFill/>
            <a:prstDash val="solid"/>
          </a:ln>
        </p:spPr>
      </p:sp>
      <p:sp>
        <p:nvSpPr>
          <p:cNvPr id="18" name="diagram-165">
            <a:extLst xmlns:a="http://schemas.openxmlformats.org/drawingml/2006/main">
              <a:ext uri="{FF2B5EF4-FFF2-40B4-BE49-F238E27FC236}">
                <a16:creationId xmlns:a16="http://schemas.microsoft.com/office/drawing/2014/main" id="{93AA88A2-930C-48C0-A69F-017C51B064BD}"/>
              </a:ext>
            </a:extLst>
          </p:cNvPr>
          <p:cNvSpPr>
            <a:spLocks xmlns:a="http://schemas.openxmlformats.org/drawingml/2006/main" noGrp="1"/>
          </p:cNvSpPr>
          <p:nvPr/>
        </p:nvSpPr>
        <p:spPr>
          <a:xfrm xmlns:a="http://schemas.openxmlformats.org/drawingml/2006/main">
            <a:off x="6667500" y="2400300"/>
            <a:ext cx="762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175" b="1">
                <a:solidFill>
                  <a:srgbClr val="246BCE"/>
                </a:solidFill>
                <a:latin typeface="Arial"/>
                <a:ea typeface="Arial"/>
                <a:cs typeface="Arial"/>
              </a:defRPr>
            </a:defPPr>
            <a:lvl1pPr algn="ctr">
              <a:defRPr sz="2175" b="1">
                <a:solidFill>
                  <a:srgbClr val="246BCE"/>
                </a:solidFill>
                <a:latin typeface="Arial"/>
                <a:ea typeface="Arial"/>
                <a:cs typeface="Arial"/>
              </a:defRPr>
            </a:lvl1pPr>
            <a:lvl2pPr algn="ctr">
              <a:defRPr sz="2175" b="1">
                <a:solidFill>
                  <a:srgbClr val="246BCE"/>
                </a:solidFill>
                <a:latin typeface="Arial"/>
                <a:ea typeface="Arial"/>
                <a:cs typeface="Arial"/>
              </a:defRPr>
            </a:lvl2pPr>
            <a:lvl3pPr algn="ctr">
              <a:defRPr sz="2175" b="1">
                <a:solidFill>
                  <a:srgbClr val="246BCE"/>
                </a:solidFill>
                <a:latin typeface="Arial"/>
                <a:ea typeface="Arial"/>
                <a:cs typeface="Arial"/>
              </a:defRPr>
            </a:lvl3pPr>
            <a:lvl4pPr algn="ctr">
              <a:defRPr sz="2175" b="1">
                <a:solidFill>
                  <a:srgbClr val="246BCE"/>
                </a:solidFill>
                <a:latin typeface="Arial"/>
                <a:ea typeface="Arial"/>
                <a:cs typeface="Arial"/>
              </a:defRPr>
            </a:lvl4pPr>
            <a:lvl5pPr algn="ctr">
              <a:defRPr sz="2175" b="1">
                <a:solidFill>
                  <a:srgbClr val="246BCE"/>
                </a:solidFill>
                <a:latin typeface="Arial"/>
                <a:ea typeface="Arial"/>
                <a:cs typeface="Arial"/>
              </a:defRPr>
            </a:lvl5pPr>
            <a:lvl6pPr algn="ctr">
              <a:defRPr sz="2175" b="1">
                <a:solidFill>
                  <a:srgbClr val="246BCE"/>
                </a:solidFill>
                <a:latin typeface="Arial"/>
                <a:ea typeface="Arial"/>
                <a:cs typeface="Arial"/>
              </a:defRPr>
            </a:lvl6pPr>
            <a:lvl7pPr algn="ctr">
              <a:defRPr sz="2175" b="1">
                <a:solidFill>
                  <a:srgbClr val="246BCE"/>
                </a:solidFill>
                <a:latin typeface="Arial"/>
                <a:ea typeface="Arial"/>
                <a:cs typeface="Arial"/>
              </a:defRPr>
            </a:lvl7pPr>
            <a:lvl8pPr algn="ctr">
              <a:defRPr sz="2175" b="1">
                <a:solidFill>
                  <a:srgbClr val="246BCE"/>
                </a:solidFill>
                <a:latin typeface="Arial"/>
                <a:ea typeface="Arial"/>
                <a:cs typeface="Arial"/>
              </a:defRPr>
            </a:lvl8pPr>
            <a:lvl9pPr algn="ctr">
              <a:defRPr sz="2175" b="1">
                <a:solidFill>
                  <a:srgbClr val="246BCE"/>
                </a:solidFill>
                <a:latin typeface="Arial"/>
                <a:ea typeface="Arial"/>
                <a:cs typeface="Arial"/>
              </a:defRPr>
            </a:lvl9pPr>
          </a:lstStyle>
          <a:p xmlns:a="http://schemas.openxmlformats.org/drawingml/2006/main">
            <a:pPr algn="ctr">
              <a:defRPr sz="2175" b="1">
                <a:solidFill>
                  <a:srgbClr val="246BCE"/>
                </a:solidFill>
                <a:latin typeface="Arial"/>
                <a:ea typeface="Arial"/>
                <a:cs typeface="Arial"/>
              </a:defRPr>
            </a:pPr>
            <a:r>
              <a:rPr sz="2175" b="1">
                <a:solidFill>
                  <a:srgbClr val="246BCE"/>
                </a:solidFill>
                <a:latin typeface="Arial"/>
                <a:ea typeface="Arial"/>
                <a:cs typeface="Arial"/>
              </a:rPr>
              <a:t>4</a:t>
            </a:r>
          </a:p>
        </p:txBody>
      </p:sp>
      <p:sp>
        <p:nvSpPr>
          <p:cNvPr id="19" name="diagram-166">
            <a:extLst xmlns:a="http://schemas.openxmlformats.org/drawingml/2006/main">
              <a:ext uri="{FF2B5EF4-FFF2-40B4-BE49-F238E27FC236}">
                <a16:creationId xmlns:a16="http://schemas.microsoft.com/office/drawing/2014/main" id="{0020002D-33F7-4EA3-BCFF-A3ADEE5B71F5}"/>
              </a:ext>
            </a:extLst>
          </p:cNvPr>
          <p:cNvSpPr>
            <a:spLocks xmlns:a="http://schemas.openxmlformats.org/drawingml/2006/main" noGrp="1"/>
          </p:cNvSpPr>
          <p:nvPr/>
        </p:nvSpPr>
        <p:spPr>
          <a:xfrm xmlns:a="http://schemas.openxmlformats.org/drawingml/2006/main">
            <a:off x="6238875" y="1809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246BCE"/>
                </a:solidFill>
                <a:latin typeface="Arial"/>
                <a:ea typeface="Arial"/>
                <a:cs typeface="Arial"/>
              </a:defRPr>
            </a:defPPr>
            <a:lvl1pPr algn="ctr">
              <a:defRPr sz="1800" b="1">
                <a:solidFill>
                  <a:srgbClr val="246BCE"/>
                </a:solidFill>
                <a:latin typeface="Arial"/>
                <a:ea typeface="Arial"/>
                <a:cs typeface="Arial"/>
              </a:defRPr>
            </a:lvl1pPr>
            <a:lvl2pPr algn="ctr">
              <a:defRPr sz="1800" b="1">
                <a:solidFill>
                  <a:srgbClr val="246BCE"/>
                </a:solidFill>
                <a:latin typeface="Arial"/>
                <a:ea typeface="Arial"/>
                <a:cs typeface="Arial"/>
              </a:defRPr>
            </a:lvl2pPr>
            <a:lvl3pPr algn="ctr">
              <a:defRPr sz="1800" b="1">
                <a:solidFill>
                  <a:srgbClr val="246BCE"/>
                </a:solidFill>
                <a:latin typeface="Arial"/>
                <a:ea typeface="Arial"/>
                <a:cs typeface="Arial"/>
              </a:defRPr>
            </a:lvl3pPr>
            <a:lvl4pPr algn="ctr">
              <a:defRPr sz="1800" b="1">
                <a:solidFill>
                  <a:srgbClr val="246BCE"/>
                </a:solidFill>
                <a:latin typeface="Arial"/>
                <a:ea typeface="Arial"/>
                <a:cs typeface="Arial"/>
              </a:defRPr>
            </a:lvl4pPr>
            <a:lvl5pPr algn="ctr">
              <a:defRPr sz="1800" b="1">
                <a:solidFill>
                  <a:srgbClr val="246BCE"/>
                </a:solidFill>
                <a:latin typeface="Arial"/>
                <a:ea typeface="Arial"/>
                <a:cs typeface="Arial"/>
              </a:defRPr>
            </a:lvl5pPr>
            <a:lvl6pPr algn="ctr">
              <a:defRPr sz="1800" b="1">
                <a:solidFill>
                  <a:srgbClr val="246BCE"/>
                </a:solidFill>
                <a:latin typeface="Arial"/>
                <a:ea typeface="Arial"/>
                <a:cs typeface="Arial"/>
              </a:defRPr>
            </a:lvl6pPr>
            <a:lvl7pPr algn="ctr">
              <a:defRPr sz="1800" b="1">
                <a:solidFill>
                  <a:srgbClr val="246BCE"/>
                </a:solidFill>
                <a:latin typeface="Arial"/>
                <a:ea typeface="Arial"/>
                <a:cs typeface="Arial"/>
              </a:defRPr>
            </a:lvl7pPr>
            <a:lvl8pPr algn="ctr">
              <a:defRPr sz="1800" b="1">
                <a:solidFill>
                  <a:srgbClr val="246BCE"/>
                </a:solidFill>
                <a:latin typeface="Arial"/>
                <a:ea typeface="Arial"/>
                <a:cs typeface="Arial"/>
              </a:defRPr>
            </a:lvl8pPr>
            <a:lvl9pPr algn="ctr">
              <a:defRPr sz="1800" b="1">
                <a:solidFill>
                  <a:srgbClr val="246BCE"/>
                </a:solidFill>
                <a:latin typeface="Arial"/>
                <a:ea typeface="Arial"/>
                <a:cs typeface="Arial"/>
              </a:defRPr>
            </a:lvl9pPr>
          </a:lstStyle>
          <a:p xmlns:a="http://schemas.openxmlformats.org/drawingml/2006/main">
            <a:pPr algn="ctr">
              <a:defRPr sz="1800" b="1">
                <a:solidFill>
                  <a:srgbClr val="246BCE"/>
                </a:solidFill>
                <a:latin typeface="Arial"/>
                <a:ea typeface="Arial"/>
                <a:cs typeface="Arial"/>
              </a:defRPr>
            </a:pPr>
            <a:r>
              <a:rPr sz="1800" b="1">
                <a:solidFill>
                  <a:srgbClr val="246BCE"/>
                </a:solidFill>
                <a:latin typeface="Arial"/>
                <a:ea typeface="Arial"/>
                <a:cs typeface="Arial"/>
              </a:rPr>
              <a:t>Ngày 5</a:t>
            </a:r>
          </a:p>
        </p:txBody>
      </p:sp>
      <p:sp>
        <p:nvSpPr>
          <p:cNvPr id="20" name="diagram-167">
            <a:extLst xmlns:a="http://schemas.openxmlformats.org/drawingml/2006/main">
              <a:ext uri="{FF2B5EF4-FFF2-40B4-BE49-F238E27FC236}">
                <a16:creationId xmlns:a16="http://schemas.microsoft.com/office/drawing/2014/main" id="{BD82DC33-E968-449E-8661-524B0D174319}"/>
              </a:ext>
            </a:extLst>
          </p:cNvPr>
          <p:cNvSpPr>
            <a:spLocks xmlns:a="http://schemas.openxmlformats.org/drawingml/2006/main" noGrp="1"/>
          </p:cNvSpPr>
          <p:nvPr/>
        </p:nvSpPr>
        <p:spPr>
          <a:xfrm xmlns:a="http://schemas.openxmlformats.org/drawingml/2006/main">
            <a:off x="6172200" y="3476625"/>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02A43"/>
                </a:solidFill>
                <a:latin typeface="Arial"/>
                <a:ea typeface="Arial"/>
                <a:cs typeface="Arial"/>
              </a:defRPr>
            </a:defPPr>
            <a:lvl1pPr algn="ctr">
              <a:defRPr sz="1800" b="1">
                <a:solidFill>
                  <a:srgbClr val="102A43"/>
                </a:solidFill>
                <a:latin typeface="Arial"/>
                <a:ea typeface="Arial"/>
                <a:cs typeface="Arial"/>
              </a:defRPr>
            </a:lvl1pPr>
            <a:lvl2pPr algn="ctr">
              <a:defRPr sz="1800" b="1">
                <a:solidFill>
                  <a:srgbClr val="102A43"/>
                </a:solidFill>
                <a:latin typeface="Arial"/>
                <a:ea typeface="Arial"/>
                <a:cs typeface="Arial"/>
              </a:defRPr>
            </a:lvl2pPr>
            <a:lvl3pPr algn="ctr">
              <a:defRPr sz="1800" b="1">
                <a:solidFill>
                  <a:srgbClr val="102A43"/>
                </a:solidFill>
                <a:latin typeface="Arial"/>
                <a:ea typeface="Arial"/>
                <a:cs typeface="Arial"/>
              </a:defRPr>
            </a:lvl3pPr>
            <a:lvl4pPr algn="ctr">
              <a:defRPr sz="1800" b="1">
                <a:solidFill>
                  <a:srgbClr val="102A43"/>
                </a:solidFill>
                <a:latin typeface="Arial"/>
                <a:ea typeface="Arial"/>
                <a:cs typeface="Arial"/>
              </a:defRPr>
            </a:lvl4pPr>
            <a:lvl5pPr algn="ctr">
              <a:defRPr sz="1800" b="1">
                <a:solidFill>
                  <a:srgbClr val="102A43"/>
                </a:solidFill>
                <a:latin typeface="Arial"/>
                <a:ea typeface="Arial"/>
                <a:cs typeface="Arial"/>
              </a:defRPr>
            </a:lvl5pPr>
            <a:lvl6pPr algn="ctr">
              <a:defRPr sz="1800" b="1">
                <a:solidFill>
                  <a:srgbClr val="102A43"/>
                </a:solidFill>
                <a:latin typeface="Arial"/>
                <a:ea typeface="Arial"/>
                <a:cs typeface="Arial"/>
              </a:defRPr>
            </a:lvl6pPr>
            <a:lvl7pPr algn="ctr">
              <a:defRPr sz="1800" b="1">
                <a:solidFill>
                  <a:srgbClr val="102A43"/>
                </a:solidFill>
                <a:latin typeface="Arial"/>
                <a:ea typeface="Arial"/>
                <a:cs typeface="Arial"/>
              </a:defRPr>
            </a:lvl7pPr>
            <a:lvl8pPr algn="ctr">
              <a:defRPr sz="1800" b="1">
                <a:solidFill>
                  <a:srgbClr val="102A43"/>
                </a:solidFill>
                <a:latin typeface="Arial"/>
                <a:ea typeface="Arial"/>
                <a:cs typeface="Arial"/>
              </a:defRPr>
            </a:lvl8pPr>
            <a:lvl9pPr algn="ctr">
              <a:defRPr sz="1800" b="1">
                <a:solidFill>
                  <a:srgbClr val="102A43"/>
                </a:solidFill>
                <a:latin typeface="Arial"/>
                <a:ea typeface="Arial"/>
                <a:cs typeface="Arial"/>
              </a:defRPr>
            </a:lvl9pPr>
          </a:lstStyle>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Prototype</a:t>
            </a:r>
          </a:p>
        </p:txBody>
      </p:sp>
      <p:sp>
        <p:nvSpPr>
          <p:cNvPr id="21" name="diagram-168">
            <a:extLst xmlns:a="http://schemas.openxmlformats.org/drawingml/2006/main">
              <a:ext uri="{FF2B5EF4-FFF2-40B4-BE49-F238E27FC236}">
                <a16:creationId xmlns:a16="http://schemas.microsoft.com/office/drawing/2014/main" id="{83D4BF8B-C87B-4FE4-94B1-BDC2A80328F1}"/>
              </a:ext>
            </a:extLst>
          </p:cNvPr>
          <p:cNvSpPr>
            <a:spLocks xmlns:a="http://schemas.openxmlformats.org/drawingml/2006/main" noGrp="1"/>
          </p:cNvSpPr>
          <p:nvPr/>
        </p:nvSpPr>
        <p:spPr>
          <a:xfrm xmlns:a="http://schemas.openxmlformats.org/drawingml/2006/main">
            <a:off x="8620125" y="2400300"/>
            <a:ext cx="762000" cy="762000"/>
          </a:xfrm>
          <a:prstGeom xmlns:a="http://schemas.openxmlformats.org/drawingml/2006/main" prst="ellipse">
            <a:avLst/>
          </a:prstGeom>
          <a:solidFill xmlns:a="http://schemas.openxmlformats.org/drawingml/2006/main">
            <a:srgbClr val="E5EFFC"/>
          </a:solidFill>
          <a:ln xmlns:a="http://schemas.openxmlformats.org/drawingml/2006/main" w="0">
            <a:noFill/>
            <a:prstDash val="solid"/>
          </a:ln>
        </p:spPr>
      </p:sp>
      <p:sp>
        <p:nvSpPr>
          <p:cNvPr id="22" name="diagram-169">
            <a:extLst xmlns:a="http://schemas.openxmlformats.org/drawingml/2006/main">
              <a:ext uri="{FF2B5EF4-FFF2-40B4-BE49-F238E27FC236}">
                <a16:creationId xmlns:a16="http://schemas.microsoft.com/office/drawing/2014/main" id="{5AB9E57F-4DCB-4147-9F0D-3EF397EA311B}"/>
              </a:ext>
            </a:extLst>
          </p:cNvPr>
          <p:cNvSpPr>
            <a:spLocks xmlns:a="http://schemas.openxmlformats.org/drawingml/2006/main" noGrp="1"/>
          </p:cNvSpPr>
          <p:nvPr/>
        </p:nvSpPr>
        <p:spPr>
          <a:xfrm xmlns:a="http://schemas.openxmlformats.org/drawingml/2006/main">
            <a:off x="8620125" y="2400300"/>
            <a:ext cx="762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175" b="1">
                <a:solidFill>
                  <a:srgbClr val="246BCE"/>
                </a:solidFill>
                <a:latin typeface="Arial"/>
                <a:ea typeface="Arial"/>
                <a:cs typeface="Arial"/>
              </a:defRPr>
            </a:defPPr>
            <a:lvl1pPr algn="ctr">
              <a:defRPr sz="2175" b="1">
                <a:solidFill>
                  <a:srgbClr val="246BCE"/>
                </a:solidFill>
                <a:latin typeface="Arial"/>
                <a:ea typeface="Arial"/>
                <a:cs typeface="Arial"/>
              </a:defRPr>
            </a:lvl1pPr>
            <a:lvl2pPr algn="ctr">
              <a:defRPr sz="2175" b="1">
                <a:solidFill>
                  <a:srgbClr val="246BCE"/>
                </a:solidFill>
                <a:latin typeface="Arial"/>
                <a:ea typeface="Arial"/>
                <a:cs typeface="Arial"/>
              </a:defRPr>
            </a:lvl2pPr>
            <a:lvl3pPr algn="ctr">
              <a:defRPr sz="2175" b="1">
                <a:solidFill>
                  <a:srgbClr val="246BCE"/>
                </a:solidFill>
                <a:latin typeface="Arial"/>
                <a:ea typeface="Arial"/>
                <a:cs typeface="Arial"/>
              </a:defRPr>
            </a:lvl3pPr>
            <a:lvl4pPr algn="ctr">
              <a:defRPr sz="2175" b="1">
                <a:solidFill>
                  <a:srgbClr val="246BCE"/>
                </a:solidFill>
                <a:latin typeface="Arial"/>
                <a:ea typeface="Arial"/>
                <a:cs typeface="Arial"/>
              </a:defRPr>
            </a:lvl4pPr>
            <a:lvl5pPr algn="ctr">
              <a:defRPr sz="2175" b="1">
                <a:solidFill>
                  <a:srgbClr val="246BCE"/>
                </a:solidFill>
                <a:latin typeface="Arial"/>
                <a:ea typeface="Arial"/>
                <a:cs typeface="Arial"/>
              </a:defRPr>
            </a:lvl5pPr>
            <a:lvl6pPr algn="ctr">
              <a:defRPr sz="2175" b="1">
                <a:solidFill>
                  <a:srgbClr val="246BCE"/>
                </a:solidFill>
                <a:latin typeface="Arial"/>
                <a:ea typeface="Arial"/>
                <a:cs typeface="Arial"/>
              </a:defRPr>
            </a:lvl6pPr>
            <a:lvl7pPr algn="ctr">
              <a:defRPr sz="2175" b="1">
                <a:solidFill>
                  <a:srgbClr val="246BCE"/>
                </a:solidFill>
                <a:latin typeface="Arial"/>
                <a:ea typeface="Arial"/>
                <a:cs typeface="Arial"/>
              </a:defRPr>
            </a:lvl7pPr>
            <a:lvl8pPr algn="ctr">
              <a:defRPr sz="2175" b="1">
                <a:solidFill>
                  <a:srgbClr val="246BCE"/>
                </a:solidFill>
                <a:latin typeface="Arial"/>
                <a:ea typeface="Arial"/>
                <a:cs typeface="Arial"/>
              </a:defRPr>
            </a:lvl8pPr>
            <a:lvl9pPr algn="ctr">
              <a:defRPr sz="2175" b="1">
                <a:solidFill>
                  <a:srgbClr val="246BCE"/>
                </a:solidFill>
                <a:latin typeface="Arial"/>
                <a:ea typeface="Arial"/>
                <a:cs typeface="Arial"/>
              </a:defRPr>
            </a:lvl9pPr>
          </a:lstStyle>
          <a:p xmlns:a="http://schemas.openxmlformats.org/drawingml/2006/main">
            <a:pPr algn="ctr">
              <a:defRPr sz="2175" b="1">
                <a:solidFill>
                  <a:srgbClr val="246BCE"/>
                </a:solidFill>
                <a:latin typeface="Arial"/>
                <a:ea typeface="Arial"/>
                <a:cs typeface="Arial"/>
              </a:defRPr>
            </a:pPr>
            <a:r>
              <a:rPr sz="2175" b="1">
                <a:solidFill>
                  <a:srgbClr val="246BCE"/>
                </a:solidFill>
                <a:latin typeface="Arial"/>
                <a:ea typeface="Arial"/>
                <a:cs typeface="Arial"/>
              </a:rPr>
              <a:t>5</a:t>
            </a:r>
          </a:p>
        </p:txBody>
      </p:sp>
      <p:sp>
        <p:nvSpPr>
          <p:cNvPr id="23" name="diagram-170">
            <a:extLst xmlns:a="http://schemas.openxmlformats.org/drawingml/2006/main">
              <a:ext uri="{FF2B5EF4-FFF2-40B4-BE49-F238E27FC236}">
                <a16:creationId xmlns:a16="http://schemas.microsoft.com/office/drawing/2014/main" id="{1D2813E6-D001-4142-915B-EF582BD7866A}"/>
              </a:ext>
            </a:extLst>
          </p:cNvPr>
          <p:cNvSpPr>
            <a:spLocks xmlns:a="http://schemas.openxmlformats.org/drawingml/2006/main" noGrp="1"/>
          </p:cNvSpPr>
          <p:nvPr/>
        </p:nvSpPr>
        <p:spPr>
          <a:xfrm xmlns:a="http://schemas.openxmlformats.org/drawingml/2006/main">
            <a:off x="8191500" y="1809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246BCE"/>
                </a:solidFill>
                <a:latin typeface="Arial"/>
                <a:ea typeface="Arial"/>
                <a:cs typeface="Arial"/>
              </a:defRPr>
            </a:defPPr>
            <a:lvl1pPr algn="ctr">
              <a:defRPr sz="1800" b="1">
                <a:solidFill>
                  <a:srgbClr val="246BCE"/>
                </a:solidFill>
                <a:latin typeface="Arial"/>
                <a:ea typeface="Arial"/>
                <a:cs typeface="Arial"/>
              </a:defRPr>
            </a:lvl1pPr>
            <a:lvl2pPr algn="ctr">
              <a:defRPr sz="1800" b="1">
                <a:solidFill>
                  <a:srgbClr val="246BCE"/>
                </a:solidFill>
                <a:latin typeface="Arial"/>
                <a:ea typeface="Arial"/>
                <a:cs typeface="Arial"/>
              </a:defRPr>
            </a:lvl2pPr>
            <a:lvl3pPr algn="ctr">
              <a:defRPr sz="1800" b="1">
                <a:solidFill>
                  <a:srgbClr val="246BCE"/>
                </a:solidFill>
                <a:latin typeface="Arial"/>
                <a:ea typeface="Arial"/>
                <a:cs typeface="Arial"/>
              </a:defRPr>
            </a:lvl3pPr>
            <a:lvl4pPr algn="ctr">
              <a:defRPr sz="1800" b="1">
                <a:solidFill>
                  <a:srgbClr val="246BCE"/>
                </a:solidFill>
                <a:latin typeface="Arial"/>
                <a:ea typeface="Arial"/>
                <a:cs typeface="Arial"/>
              </a:defRPr>
            </a:lvl4pPr>
            <a:lvl5pPr algn="ctr">
              <a:defRPr sz="1800" b="1">
                <a:solidFill>
                  <a:srgbClr val="246BCE"/>
                </a:solidFill>
                <a:latin typeface="Arial"/>
                <a:ea typeface="Arial"/>
                <a:cs typeface="Arial"/>
              </a:defRPr>
            </a:lvl5pPr>
            <a:lvl6pPr algn="ctr">
              <a:defRPr sz="1800" b="1">
                <a:solidFill>
                  <a:srgbClr val="246BCE"/>
                </a:solidFill>
                <a:latin typeface="Arial"/>
                <a:ea typeface="Arial"/>
                <a:cs typeface="Arial"/>
              </a:defRPr>
            </a:lvl6pPr>
            <a:lvl7pPr algn="ctr">
              <a:defRPr sz="1800" b="1">
                <a:solidFill>
                  <a:srgbClr val="246BCE"/>
                </a:solidFill>
                <a:latin typeface="Arial"/>
                <a:ea typeface="Arial"/>
                <a:cs typeface="Arial"/>
              </a:defRPr>
            </a:lvl7pPr>
            <a:lvl8pPr algn="ctr">
              <a:defRPr sz="1800" b="1">
                <a:solidFill>
                  <a:srgbClr val="246BCE"/>
                </a:solidFill>
                <a:latin typeface="Arial"/>
                <a:ea typeface="Arial"/>
                <a:cs typeface="Arial"/>
              </a:defRPr>
            </a:lvl8pPr>
            <a:lvl9pPr algn="ctr">
              <a:defRPr sz="1800" b="1">
                <a:solidFill>
                  <a:srgbClr val="246BCE"/>
                </a:solidFill>
                <a:latin typeface="Arial"/>
                <a:ea typeface="Arial"/>
                <a:cs typeface="Arial"/>
              </a:defRPr>
            </a:lvl9pPr>
          </a:lstStyle>
          <a:p xmlns:a="http://schemas.openxmlformats.org/drawingml/2006/main">
            <a:pPr algn="ctr">
              <a:defRPr sz="1800" b="1">
                <a:solidFill>
                  <a:srgbClr val="246BCE"/>
                </a:solidFill>
                <a:latin typeface="Arial"/>
                <a:ea typeface="Arial"/>
                <a:cs typeface="Arial"/>
              </a:defRPr>
            </a:pPr>
            <a:r>
              <a:rPr sz="1800" b="1">
                <a:solidFill>
                  <a:srgbClr val="246BCE"/>
                </a:solidFill>
                <a:latin typeface="Arial"/>
                <a:ea typeface="Arial"/>
                <a:cs typeface="Arial"/>
              </a:rPr>
              <a:t>Ngày 6</a:t>
            </a:r>
          </a:p>
        </p:txBody>
      </p:sp>
      <p:sp>
        <p:nvSpPr>
          <p:cNvPr id="24" name="diagram-171">
            <a:extLst xmlns:a="http://schemas.openxmlformats.org/drawingml/2006/main">
              <a:ext uri="{FF2B5EF4-FFF2-40B4-BE49-F238E27FC236}">
                <a16:creationId xmlns:a16="http://schemas.microsoft.com/office/drawing/2014/main" id="{B83C3111-FA50-4162-9730-F5EEC330F068}"/>
              </a:ext>
            </a:extLst>
          </p:cNvPr>
          <p:cNvSpPr>
            <a:spLocks xmlns:a="http://schemas.openxmlformats.org/drawingml/2006/main" noGrp="1"/>
          </p:cNvSpPr>
          <p:nvPr/>
        </p:nvSpPr>
        <p:spPr>
          <a:xfrm xmlns:a="http://schemas.openxmlformats.org/drawingml/2006/main">
            <a:off x="8124825" y="3476625"/>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02A43"/>
                </a:solidFill>
                <a:latin typeface="Arial"/>
                <a:ea typeface="Arial"/>
                <a:cs typeface="Arial"/>
              </a:defRPr>
            </a:defPPr>
            <a:lvl1pPr algn="ctr">
              <a:defRPr sz="1800" b="1">
                <a:solidFill>
                  <a:srgbClr val="102A43"/>
                </a:solidFill>
                <a:latin typeface="Arial"/>
                <a:ea typeface="Arial"/>
                <a:cs typeface="Arial"/>
              </a:defRPr>
            </a:lvl1pPr>
            <a:lvl2pPr algn="ctr">
              <a:defRPr sz="1800" b="1">
                <a:solidFill>
                  <a:srgbClr val="102A43"/>
                </a:solidFill>
                <a:latin typeface="Arial"/>
                <a:ea typeface="Arial"/>
                <a:cs typeface="Arial"/>
              </a:defRPr>
            </a:lvl2pPr>
            <a:lvl3pPr algn="ctr">
              <a:defRPr sz="1800" b="1">
                <a:solidFill>
                  <a:srgbClr val="102A43"/>
                </a:solidFill>
                <a:latin typeface="Arial"/>
                <a:ea typeface="Arial"/>
                <a:cs typeface="Arial"/>
              </a:defRPr>
            </a:lvl3pPr>
            <a:lvl4pPr algn="ctr">
              <a:defRPr sz="1800" b="1">
                <a:solidFill>
                  <a:srgbClr val="102A43"/>
                </a:solidFill>
                <a:latin typeface="Arial"/>
                <a:ea typeface="Arial"/>
                <a:cs typeface="Arial"/>
              </a:defRPr>
            </a:lvl4pPr>
            <a:lvl5pPr algn="ctr">
              <a:defRPr sz="1800" b="1">
                <a:solidFill>
                  <a:srgbClr val="102A43"/>
                </a:solidFill>
                <a:latin typeface="Arial"/>
                <a:ea typeface="Arial"/>
                <a:cs typeface="Arial"/>
              </a:defRPr>
            </a:lvl5pPr>
            <a:lvl6pPr algn="ctr">
              <a:defRPr sz="1800" b="1">
                <a:solidFill>
                  <a:srgbClr val="102A43"/>
                </a:solidFill>
                <a:latin typeface="Arial"/>
                <a:ea typeface="Arial"/>
                <a:cs typeface="Arial"/>
              </a:defRPr>
            </a:lvl6pPr>
            <a:lvl7pPr algn="ctr">
              <a:defRPr sz="1800" b="1">
                <a:solidFill>
                  <a:srgbClr val="102A43"/>
                </a:solidFill>
                <a:latin typeface="Arial"/>
                <a:ea typeface="Arial"/>
                <a:cs typeface="Arial"/>
              </a:defRPr>
            </a:lvl7pPr>
            <a:lvl8pPr algn="ctr">
              <a:defRPr sz="1800" b="1">
                <a:solidFill>
                  <a:srgbClr val="102A43"/>
                </a:solidFill>
                <a:latin typeface="Arial"/>
                <a:ea typeface="Arial"/>
                <a:cs typeface="Arial"/>
              </a:defRPr>
            </a:lvl8pPr>
            <a:lvl9pPr algn="ctr">
              <a:defRPr sz="1800" b="1">
                <a:solidFill>
                  <a:srgbClr val="102A43"/>
                </a:solidFill>
                <a:latin typeface="Arial"/>
                <a:ea typeface="Arial"/>
                <a:cs typeface="Arial"/>
              </a:defRPr>
            </a:lvl9pPr>
          </a:lstStyle>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Thử</a:t>
            </a:r>
          </a:p>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người dùng</a:t>
            </a:r>
          </a:p>
        </p:txBody>
      </p:sp>
      <p:sp>
        <p:nvSpPr>
          <p:cNvPr id="25" name="diagram-172">
            <a:extLst xmlns:a="http://schemas.openxmlformats.org/drawingml/2006/main">
              <a:ext uri="{FF2B5EF4-FFF2-40B4-BE49-F238E27FC236}">
                <a16:creationId xmlns:a16="http://schemas.microsoft.com/office/drawing/2014/main" id="{DB962F57-C44E-4C85-A174-59CA7189FCFA}"/>
              </a:ext>
            </a:extLst>
          </p:cNvPr>
          <p:cNvSpPr>
            <a:spLocks xmlns:a="http://schemas.openxmlformats.org/drawingml/2006/main" noGrp="1"/>
          </p:cNvSpPr>
          <p:nvPr/>
        </p:nvSpPr>
        <p:spPr>
          <a:xfrm xmlns:a="http://schemas.openxmlformats.org/drawingml/2006/main">
            <a:off x="10572750" y="2400300"/>
            <a:ext cx="762000" cy="762000"/>
          </a:xfrm>
          <a:prstGeom xmlns:a="http://schemas.openxmlformats.org/drawingml/2006/main" prst="ellipse">
            <a:avLst/>
          </a:prstGeom>
          <a:solidFill xmlns:a="http://schemas.openxmlformats.org/drawingml/2006/main">
            <a:srgbClr val="E5EFFC"/>
          </a:solidFill>
          <a:ln xmlns:a="http://schemas.openxmlformats.org/drawingml/2006/main" w="0">
            <a:noFill/>
            <a:prstDash val="solid"/>
          </a:ln>
        </p:spPr>
      </p:sp>
      <p:sp>
        <p:nvSpPr>
          <p:cNvPr id="26" name="diagram-173">
            <a:extLst xmlns:a="http://schemas.openxmlformats.org/drawingml/2006/main">
              <a:ext uri="{FF2B5EF4-FFF2-40B4-BE49-F238E27FC236}">
                <a16:creationId xmlns:a16="http://schemas.microsoft.com/office/drawing/2014/main" id="{68186842-96FB-4697-925D-1F60196665C1}"/>
              </a:ext>
            </a:extLst>
          </p:cNvPr>
          <p:cNvSpPr>
            <a:spLocks xmlns:a="http://schemas.openxmlformats.org/drawingml/2006/main" noGrp="1"/>
          </p:cNvSpPr>
          <p:nvPr/>
        </p:nvSpPr>
        <p:spPr>
          <a:xfrm xmlns:a="http://schemas.openxmlformats.org/drawingml/2006/main">
            <a:off x="10572750" y="2400300"/>
            <a:ext cx="762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175" b="1">
                <a:solidFill>
                  <a:srgbClr val="246BCE"/>
                </a:solidFill>
                <a:latin typeface="Arial"/>
                <a:ea typeface="Arial"/>
                <a:cs typeface="Arial"/>
              </a:defRPr>
            </a:defPPr>
            <a:lvl1pPr algn="ctr">
              <a:defRPr sz="2175" b="1">
                <a:solidFill>
                  <a:srgbClr val="246BCE"/>
                </a:solidFill>
                <a:latin typeface="Arial"/>
                <a:ea typeface="Arial"/>
                <a:cs typeface="Arial"/>
              </a:defRPr>
            </a:lvl1pPr>
            <a:lvl2pPr algn="ctr">
              <a:defRPr sz="2175" b="1">
                <a:solidFill>
                  <a:srgbClr val="246BCE"/>
                </a:solidFill>
                <a:latin typeface="Arial"/>
                <a:ea typeface="Arial"/>
                <a:cs typeface="Arial"/>
              </a:defRPr>
            </a:lvl2pPr>
            <a:lvl3pPr algn="ctr">
              <a:defRPr sz="2175" b="1">
                <a:solidFill>
                  <a:srgbClr val="246BCE"/>
                </a:solidFill>
                <a:latin typeface="Arial"/>
                <a:ea typeface="Arial"/>
                <a:cs typeface="Arial"/>
              </a:defRPr>
            </a:lvl3pPr>
            <a:lvl4pPr algn="ctr">
              <a:defRPr sz="2175" b="1">
                <a:solidFill>
                  <a:srgbClr val="246BCE"/>
                </a:solidFill>
                <a:latin typeface="Arial"/>
                <a:ea typeface="Arial"/>
                <a:cs typeface="Arial"/>
              </a:defRPr>
            </a:lvl4pPr>
            <a:lvl5pPr algn="ctr">
              <a:defRPr sz="2175" b="1">
                <a:solidFill>
                  <a:srgbClr val="246BCE"/>
                </a:solidFill>
                <a:latin typeface="Arial"/>
                <a:ea typeface="Arial"/>
                <a:cs typeface="Arial"/>
              </a:defRPr>
            </a:lvl5pPr>
            <a:lvl6pPr algn="ctr">
              <a:defRPr sz="2175" b="1">
                <a:solidFill>
                  <a:srgbClr val="246BCE"/>
                </a:solidFill>
                <a:latin typeface="Arial"/>
                <a:ea typeface="Arial"/>
                <a:cs typeface="Arial"/>
              </a:defRPr>
            </a:lvl6pPr>
            <a:lvl7pPr algn="ctr">
              <a:defRPr sz="2175" b="1">
                <a:solidFill>
                  <a:srgbClr val="246BCE"/>
                </a:solidFill>
                <a:latin typeface="Arial"/>
                <a:ea typeface="Arial"/>
                <a:cs typeface="Arial"/>
              </a:defRPr>
            </a:lvl7pPr>
            <a:lvl8pPr algn="ctr">
              <a:defRPr sz="2175" b="1">
                <a:solidFill>
                  <a:srgbClr val="246BCE"/>
                </a:solidFill>
                <a:latin typeface="Arial"/>
                <a:ea typeface="Arial"/>
                <a:cs typeface="Arial"/>
              </a:defRPr>
            </a:lvl8pPr>
            <a:lvl9pPr algn="ctr">
              <a:defRPr sz="2175" b="1">
                <a:solidFill>
                  <a:srgbClr val="246BCE"/>
                </a:solidFill>
                <a:latin typeface="Arial"/>
                <a:ea typeface="Arial"/>
                <a:cs typeface="Arial"/>
              </a:defRPr>
            </a:lvl9pPr>
          </a:lstStyle>
          <a:p xmlns:a="http://schemas.openxmlformats.org/drawingml/2006/main">
            <a:pPr algn="ctr">
              <a:defRPr sz="2175" b="1">
                <a:solidFill>
                  <a:srgbClr val="246BCE"/>
                </a:solidFill>
                <a:latin typeface="Arial"/>
                <a:ea typeface="Arial"/>
                <a:cs typeface="Arial"/>
              </a:defRPr>
            </a:pPr>
            <a:r>
              <a:rPr sz="2175" b="1">
                <a:solidFill>
                  <a:srgbClr val="246BCE"/>
                </a:solidFill>
                <a:latin typeface="Arial"/>
                <a:ea typeface="Arial"/>
                <a:cs typeface="Arial"/>
              </a:rPr>
              <a:t>6</a:t>
            </a:r>
          </a:p>
        </p:txBody>
      </p:sp>
      <p:sp>
        <p:nvSpPr>
          <p:cNvPr id="27" name="diagram-174">
            <a:extLst xmlns:a="http://schemas.openxmlformats.org/drawingml/2006/main">
              <a:ext uri="{FF2B5EF4-FFF2-40B4-BE49-F238E27FC236}">
                <a16:creationId xmlns:a16="http://schemas.microsoft.com/office/drawing/2014/main" id="{5FBC9B0B-7434-4D62-907D-412E98057EB8}"/>
              </a:ext>
            </a:extLst>
          </p:cNvPr>
          <p:cNvSpPr>
            <a:spLocks xmlns:a="http://schemas.openxmlformats.org/drawingml/2006/main" noGrp="1"/>
          </p:cNvSpPr>
          <p:nvPr/>
        </p:nvSpPr>
        <p:spPr>
          <a:xfrm xmlns:a="http://schemas.openxmlformats.org/drawingml/2006/main">
            <a:off x="10144125" y="1809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246BCE"/>
                </a:solidFill>
                <a:latin typeface="Arial"/>
                <a:ea typeface="Arial"/>
                <a:cs typeface="Arial"/>
              </a:defRPr>
            </a:defPPr>
            <a:lvl1pPr algn="ctr">
              <a:defRPr sz="1800" b="1">
                <a:solidFill>
                  <a:srgbClr val="246BCE"/>
                </a:solidFill>
                <a:latin typeface="Arial"/>
                <a:ea typeface="Arial"/>
                <a:cs typeface="Arial"/>
              </a:defRPr>
            </a:lvl1pPr>
            <a:lvl2pPr algn="ctr">
              <a:defRPr sz="1800" b="1">
                <a:solidFill>
                  <a:srgbClr val="246BCE"/>
                </a:solidFill>
                <a:latin typeface="Arial"/>
                <a:ea typeface="Arial"/>
                <a:cs typeface="Arial"/>
              </a:defRPr>
            </a:lvl2pPr>
            <a:lvl3pPr algn="ctr">
              <a:defRPr sz="1800" b="1">
                <a:solidFill>
                  <a:srgbClr val="246BCE"/>
                </a:solidFill>
                <a:latin typeface="Arial"/>
                <a:ea typeface="Arial"/>
                <a:cs typeface="Arial"/>
              </a:defRPr>
            </a:lvl3pPr>
            <a:lvl4pPr algn="ctr">
              <a:defRPr sz="1800" b="1">
                <a:solidFill>
                  <a:srgbClr val="246BCE"/>
                </a:solidFill>
                <a:latin typeface="Arial"/>
                <a:ea typeface="Arial"/>
                <a:cs typeface="Arial"/>
              </a:defRPr>
            </a:lvl4pPr>
            <a:lvl5pPr algn="ctr">
              <a:defRPr sz="1800" b="1">
                <a:solidFill>
                  <a:srgbClr val="246BCE"/>
                </a:solidFill>
                <a:latin typeface="Arial"/>
                <a:ea typeface="Arial"/>
                <a:cs typeface="Arial"/>
              </a:defRPr>
            </a:lvl5pPr>
            <a:lvl6pPr algn="ctr">
              <a:defRPr sz="1800" b="1">
                <a:solidFill>
                  <a:srgbClr val="246BCE"/>
                </a:solidFill>
                <a:latin typeface="Arial"/>
                <a:ea typeface="Arial"/>
                <a:cs typeface="Arial"/>
              </a:defRPr>
            </a:lvl6pPr>
            <a:lvl7pPr algn="ctr">
              <a:defRPr sz="1800" b="1">
                <a:solidFill>
                  <a:srgbClr val="246BCE"/>
                </a:solidFill>
                <a:latin typeface="Arial"/>
                <a:ea typeface="Arial"/>
                <a:cs typeface="Arial"/>
              </a:defRPr>
            </a:lvl7pPr>
            <a:lvl8pPr algn="ctr">
              <a:defRPr sz="1800" b="1">
                <a:solidFill>
                  <a:srgbClr val="246BCE"/>
                </a:solidFill>
                <a:latin typeface="Arial"/>
                <a:ea typeface="Arial"/>
                <a:cs typeface="Arial"/>
              </a:defRPr>
            </a:lvl8pPr>
            <a:lvl9pPr algn="ctr">
              <a:defRPr sz="1800" b="1">
                <a:solidFill>
                  <a:srgbClr val="246BCE"/>
                </a:solidFill>
                <a:latin typeface="Arial"/>
                <a:ea typeface="Arial"/>
                <a:cs typeface="Arial"/>
              </a:defRPr>
            </a:lvl9pPr>
          </a:lstStyle>
          <a:p xmlns:a="http://schemas.openxmlformats.org/drawingml/2006/main">
            <a:pPr algn="ctr">
              <a:defRPr sz="1800" b="1">
                <a:solidFill>
                  <a:srgbClr val="246BCE"/>
                </a:solidFill>
                <a:latin typeface="Arial"/>
                <a:ea typeface="Arial"/>
                <a:cs typeface="Arial"/>
              </a:defRPr>
            </a:pPr>
            <a:r>
              <a:rPr sz="1800" b="1">
                <a:solidFill>
                  <a:srgbClr val="246BCE"/>
                </a:solidFill>
                <a:latin typeface="Arial"/>
                <a:ea typeface="Arial"/>
                <a:cs typeface="Arial"/>
              </a:rPr>
              <a:t>Ngày 7</a:t>
            </a:r>
          </a:p>
        </p:txBody>
      </p:sp>
      <p:sp>
        <p:nvSpPr>
          <p:cNvPr id="28" name="diagram-175">
            <a:extLst xmlns:a="http://schemas.openxmlformats.org/drawingml/2006/main">
              <a:ext uri="{FF2B5EF4-FFF2-40B4-BE49-F238E27FC236}">
                <a16:creationId xmlns:a16="http://schemas.microsoft.com/office/drawing/2014/main" id="{93571575-B4C2-4B64-A71D-C30C015CDD4A}"/>
              </a:ext>
            </a:extLst>
          </p:cNvPr>
          <p:cNvSpPr>
            <a:spLocks xmlns:a="http://schemas.openxmlformats.org/drawingml/2006/main" noGrp="1"/>
          </p:cNvSpPr>
          <p:nvPr/>
        </p:nvSpPr>
        <p:spPr>
          <a:xfrm xmlns:a="http://schemas.openxmlformats.org/drawingml/2006/main">
            <a:off x="10077450" y="3476625"/>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02A43"/>
                </a:solidFill>
                <a:latin typeface="Arial"/>
                <a:ea typeface="Arial"/>
                <a:cs typeface="Arial"/>
              </a:defRPr>
            </a:defPPr>
            <a:lvl1pPr algn="ctr">
              <a:defRPr sz="1800" b="1">
                <a:solidFill>
                  <a:srgbClr val="102A43"/>
                </a:solidFill>
                <a:latin typeface="Arial"/>
                <a:ea typeface="Arial"/>
                <a:cs typeface="Arial"/>
              </a:defRPr>
            </a:lvl1pPr>
            <a:lvl2pPr algn="ctr">
              <a:defRPr sz="1800" b="1">
                <a:solidFill>
                  <a:srgbClr val="102A43"/>
                </a:solidFill>
                <a:latin typeface="Arial"/>
                <a:ea typeface="Arial"/>
                <a:cs typeface="Arial"/>
              </a:defRPr>
            </a:lvl2pPr>
            <a:lvl3pPr algn="ctr">
              <a:defRPr sz="1800" b="1">
                <a:solidFill>
                  <a:srgbClr val="102A43"/>
                </a:solidFill>
                <a:latin typeface="Arial"/>
                <a:ea typeface="Arial"/>
                <a:cs typeface="Arial"/>
              </a:defRPr>
            </a:lvl3pPr>
            <a:lvl4pPr algn="ctr">
              <a:defRPr sz="1800" b="1">
                <a:solidFill>
                  <a:srgbClr val="102A43"/>
                </a:solidFill>
                <a:latin typeface="Arial"/>
                <a:ea typeface="Arial"/>
                <a:cs typeface="Arial"/>
              </a:defRPr>
            </a:lvl4pPr>
            <a:lvl5pPr algn="ctr">
              <a:defRPr sz="1800" b="1">
                <a:solidFill>
                  <a:srgbClr val="102A43"/>
                </a:solidFill>
                <a:latin typeface="Arial"/>
                <a:ea typeface="Arial"/>
                <a:cs typeface="Arial"/>
              </a:defRPr>
            </a:lvl5pPr>
            <a:lvl6pPr algn="ctr">
              <a:defRPr sz="1800" b="1">
                <a:solidFill>
                  <a:srgbClr val="102A43"/>
                </a:solidFill>
                <a:latin typeface="Arial"/>
                <a:ea typeface="Arial"/>
                <a:cs typeface="Arial"/>
              </a:defRPr>
            </a:lvl6pPr>
            <a:lvl7pPr algn="ctr">
              <a:defRPr sz="1800" b="1">
                <a:solidFill>
                  <a:srgbClr val="102A43"/>
                </a:solidFill>
                <a:latin typeface="Arial"/>
                <a:ea typeface="Arial"/>
                <a:cs typeface="Arial"/>
              </a:defRPr>
            </a:lvl7pPr>
            <a:lvl8pPr algn="ctr">
              <a:defRPr sz="1800" b="1">
                <a:solidFill>
                  <a:srgbClr val="102A43"/>
                </a:solidFill>
                <a:latin typeface="Arial"/>
                <a:ea typeface="Arial"/>
                <a:cs typeface="Arial"/>
              </a:defRPr>
            </a:lvl8pPr>
            <a:lvl9pPr algn="ctr">
              <a:defRPr sz="1800" b="1">
                <a:solidFill>
                  <a:srgbClr val="102A43"/>
                </a:solidFill>
                <a:latin typeface="Arial"/>
                <a:ea typeface="Arial"/>
                <a:cs typeface="Arial"/>
              </a:defRPr>
            </a:lvl9pPr>
          </a:lstStyle>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Repo</a:t>
            </a:r>
          </a:p>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và trình bày</a:t>
            </a:r>
          </a:p>
        </p:txBody>
      </p:sp>
      <p:pic>
        <p:nvPicPr>
          <p:cNvPr id="29" name="">
            <a:extLst xmlns:a="http://schemas.openxmlformats.org/drawingml/2006/main">
              <a:ext uri="{FF2B5EF4-FFF2-40B4-BE49-F238E27FC236}">
                <a16:creationId xmlns:a16="http://schemas.microsoft.com/office/drawing/2014/main" id="{9BC8464E-537C-41DE-BB79-4E1561B26F93}"/>
              </a:ext>
            </a:extLst>
          </p:cNvPr>
          <p:cNvPicPr>
            <a:picLocks xmlns:a="http://schemas.openxmlformats.org/drawingml/2006/main" noChangeAspect="1"/>
          </p:cNvPicPr>
          <p:nvPr/>
        </p:nvPicPr>
        <p:blipFill>
          <a:blip xmlns:r="http://schemas.openxmlformats.org/officeDocument/2006/relationships" xmlns:a="http://schemas.openxmlformats.org/drawingml/2006/main" r:embed="Rb3b2a0d0529e452d"/>
          <a:stretch xmlns:a="http://schemas.openxmlformats.org/drawingml/2006/main"/>
        </p:blipFill>
        <p:spPr>
          <a:xfrm xmlns:a="http://schemas.openxmlformats.org/drawingml/2006/main">
            <a:off x="1509713" y="4410075"/>
            <a:ext cx="2600325" cy="1733550"/>
          </a:xfrm>
          <a:prstGeom xmlns:a="http://schemas.openxmlformats.org/drawingml/2006/main" prst="rect">
            <a:avLst/>
          </a:prstGeom>
        </p:spPr>
      </p:pic>
      <p:sp>
        <p:nvSpPr>
          <p:cNvPr id="30" name="diagram-176">
            <a:extLst xmlns:a="http://schemas.openxmlformats.org/drawingml/2006/main">
              <a:ext uri="{FF2B5EF4-FFF2-40B4-BE49-F238E27FC236}">
                <a16:creationId xmlns:a16="http://schemas.microsoft.com/office/drawing/2014/main" id="{2652422D-18A2-47CE-AA07-2CF142C08A14}"/>
              </a:ext>
            </a:extLst>
          </p:cNvPr>
          <p:cNvSpPr>
            <a:spLocks xmlns:a="http://schemas.openxmlformats.org/drawingml/2006/main" noGrp="1"/>
          </p:cNvSpPr>
          <p:nvPr/>
        </p:nvSpPr>
        <p:spPr>
          <a:xfrm xmlns:a="http://schemas.openxmlformats.org/drawingml/2006/main">
            <a:off x="5715000" y="4514850"/>
            <a:ext cx="571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950" b="1">
                <a:solidFill>
                  <a:srgbClr val="246BCE"/>
                </a:solidFill>
                <a:latin typeface="Arial"/>
                <a:ea typeface="Arial"/>
                <a:cs typeface="Arial"/>
              </a:defRPr>
            </a:defPPr>
            <a:lvl1pPr algn="l">
              <a:defRPr sz="1950" b="1">
                <a:solidFill>
                  <a:srgbClr val="246BCE"/>
                </a:solidFill>
                <a:latin typeface="Arial"/>
                <a:ea typeface="Arial"/>
                <a:cs typeface="Arial"/>
              </a:defRPr>
            </a:lvl1pPr>
            <a:lvl2pPr algn="l">
              <a:defRPr sz="1950" b="1">
                <a:solidFill>
                  <a:srgbClr val="246BCE"/>
                </a:solidFill>
                <a:latin typeface="Arial"/>
                <a:ea typeface="Arial"/>
                <a:cs typeface="Arial"/>
              </a:defRPr>
            </a:lvl2pPr>
            <a:lvl3pPr algn="l">
              <a:defRPr sz="1950" b="1">
                <a:solidFill>
                  <a:srgbClr val="246BCE"/>
                </a:solidFill>
                <a:latin typeface="Arial"/>
                <a:ea typeface="Arial"/>
                <a:cs typeface="Arial"/>
              </a:defRPr>
            </a:lvl3pPr>
            <a:lvl4pPr algn="l">
              <a:defRPr sz="1950" b="1">
                <a:solidFill>
                  <a:srgbClr val="246BCE"/>
                </a:solidFill>
                <a:latin typeface="Arial"/>
                <a:ea typeface="Arial"/>
                <a:cs typeface="Arial"/>
              </a:defRPr>
            </a:lvl4pPr>
            <a:lvl5pPr algn="l">
              <a:defRPr sz="1950" b="1">
                <a:solidFill>
                  <a:srgbClr val="246BCE"/>
                </a:solidFill>
                <a:latin typeface="Arial"/>
                <a:ea typeface="Arial"/>
                <a:cs typeface="Arial"/>
              </a:defRPr>
            </a:lvl5pPr>
            <a:lvl6pPr algn="l">
              <a:defRPr sz="1950" b="1">
                <a:solidFill>
                  <a:srgbClr val="246BCE"/>
                </a:solidFill>
                <a:latin typeface="Arial"/>
                <a:ea typeface="Arial"/>
                <a:cs typeface="Arial"/>
              </a:defRPr>
            </a:lvl6pPr>
            <a:lvl7pPr algn="l">
              <a:defRPr sz="1950" b="1">
                <a:solidFill>
                  <a:srgbClr val="246BCE"/>
                </a:solidFill>
                <a:latin typeface="Arial"/>
                <a:ea typeface="Arial"/>
                <a:cs typeface="Arial"/>
              </a:defRPr>
            </a:lvl7pPr>
            <a:lvl8pPr algn="l">
              <a:defRPr sz="1950" b="1">
                <a:solidFill>
                  <a:srgbClr val="246BCE"/>
                </a:solidFill>
                <a:latin typeface="Arial"/>
                <a:ea typeface="Arial"/>
                <a:cs typeface="Arial"/>
              </a:defRPr>
            </a:lvl8pPr>
            <a:lvl9pPr algn="l">
              <a:defRPr sz="1950" b="1">
                <a:solidFill>
                  <a:srgbClr val="246BCE"/>
                </a:solidFill>
                <a:latin typeface="Arial"/>
                <a:ea typeface="Arial"/>
                <a:cs typeface="Arial"/>
              </a:defRPr>
            </a:lvl9pPr>
          </a:lstStyle>
          <a:p xmlns:a="http://schemas.openxmlformats.org/drawingml/2006/main">
            <a:pPr algn="l">
              <a:defRPr sz="1950" b="1">
                <a:solidFill>
                  <a:srgbClr val="246BCE"/>
                </a:solidFill>
                <a:latin typeface="Arial"/>
                <a:ea typeface="Arial"/>
                <a:cs typeface="Arial"/>
              </a:defRPr>
            </a:pPr>
            <a:r>
              <a:rPr sz="1950" b="1">
                <a:solidFill>
                  <a:srgbClr val="246BCE"/>
                </a:solidFill>
                <a:latin typeface="Arial"/>
                <a:ea typeface="Arial"/>
                <a:cs typeface="Arial"/>
              </a:rPr>
              <a:t>Check-in 10 phút mỗi ngày</a:t>
            </a:r>
          </a:p>
        </p:txBody>
      </p:sp>
      <p:sp>
        <p:nvSpPr>
          <p:cNvPr id="31" name="diagram-177">
            <a:extLst xmlns:a="http://schemas.openxmlformats.org/drawingml/2006/main">
              <a:ext uri="{FF2B5EF4-FFF2-40B4-BE49-F238E27FC236}">
                <a16:creationId xmlns:a16="http://schemas.microsoft.com/office/drawing/2014/main" id="{481A2A84-A811-4342-881C-4F756EB47163}"/>
              </a:ext>
            </a:extLst>
          </p:cNvPr>
          <p:cNvSpPr>
            <a:spLocks xmlns:a="http://schemas.openxmlformats.org/drawingml/2006/main" noGrp="1"/>
          </p:cNvSpPr>
          <p:nvPr/>
        </p:nvSpPr>
        <p:spPr>
          <a:xfrm xmlns:a="http://schemas.openxmlformats.org/drawingml/2006/main">
            <a:off x="5715000" y="5067300"/>
            <a:ext cx="571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950" b="1">
                <a:solidFill>
                  <a:srgbClr val="102A43"/>
                </a:solidFill>
                <a:latin typeface="Arial"/>
                <a:ea typeface="Arial"/>
                <a:cs typeface="Arial"/>
              </a:defRPr>
            </a:defPPr>
            <a:lvl1pPr algn="l">
              <a:defRPr sz="1950" b="1">
                <a:solidFill>
                  <a:srgbClr val="102A43"/>
                </a:solidFill>
                <a:latin typeface="Arial"/>
                <a:ea typeface="Arial"/>
                <a:cs typeface="Arial"/>
              </a:defRPr>
            </a:lvl1pPr>
            <a:lvl2pPr algn="l">
              <a:defRPr sz="1950" b="1">
                <a:solidFill>
                  <a:srgbClr val="102A43"/>
                </a:solidFill>
                <a:latin typeface="Arial"/>
                <a:ea typeface="Arial"/>
                <a:cs typeface="Arial"/>
              </a:defRPr>
            </a:lvl2pPr>
            <a:lvl3pPr algn="l">
              <a:defRPr sz="1950" b="1">
                <a:solidFill>
                  <a:srgbClr val="102A43"/>
                </a:solidFill>
                <a:latin typeface="Arial"/>
                <a:ea typeface="Arial"/>
                <a:cs typeface="Arial"/>
              </a:defRPr>
            </a:lvl3pPr>
            <a:lvl4pPr algn="l">
              <a:defRPr sz="1950" b="1">
                <a:solidFill>
                  <a:srgbClr val="102A43"/>
                </a:solidFill>
                <a:latin typeface="Arial"/>
                <a:ea typeface="Arial"/>
                <a:cs typeface="Arial"/>
              </a:defRPr>
            </a:lvl4pPr>
            <a:lvl5pPr algn="l">
              <a:defRPr sz="1950" b="1">
                <a:solidFill>
                  <a:srgbClr val="102A43"/>
                </a:solidFill>
                <a:latin typeface="Arial"/>
                <a:ea typeface="Arial"/>
                <a:cs typeface="Arial"/>
              </a:defRPr>
            </a:lvl5pPr>
            <a:lvl6pPr algn="l">
              <a:defRPr sz="1950" b="1">
                <a:solidFill>
                  <a:srgbClr val="102A43"/>
                </a:solidFill>
                <a:latin typeface="Arial"/>
                <a:ea typeface="Arial"/>
                <a:cs typeface="Arial"/>
              </a:defRPr>
            </a:lvl6pPr>
            <a:lvl7pPr algn="l">
              <a:defRPr sz="1950" b="1">
                <a:solidFill>
                  <a:srgbClr val="102A43"/>
                </a:solidFill>
                <a:latin typeface="Arial"/>
                <a:ea typeface="Arial"/>
                <a:cs typeface="Arial"/>
              </a:defRPr>
            </a:lvl7pPr>
            <a:lvl8pPr algn="l">
              <a:defRPr sz="1950" b="1">
                <a:solidFill>
                  <a:srgbClr val="102A43"/>
                </a:solidFill>
                <a:latin typeface="Arial"/>
                <a:ea typeface="Arial"/>
                <a:cs typeface="Arial"/>
              </a:defRPr>
            </a:lvl8pPr>
            <a:lvl9pPr algn="l">
              <a:defRPr sz="1950" b="1">
                <a:solidFill>
                  <a:srgbClr val="102A43"/>
                </a:solidFill>
                <a:latin typeface="Arial"/>
                <a:ea typeface="Arial"/>
                <a:cs typeface="Arial"/>
              </a:defRPr>
            </a:lvl9pPr>
          </a:lstStyle>
          <a:p xmlns:a="http://schemas.openxmlformats.org/drawingml/2006/main">
            <a:pPr algn="l">
              <a:defRPr sz="1950" b="1">
                <a:solidFill>
                  <a:srgbClr val="102A43"/>
                </a:solidFill>
                <a:latin typeface="Arial"/>
                <a:ea typeface="Arial"/>
                <a:cs typeface="Arial"/>
              </a:defRPr>
            </a:pPr>
            <a:r>
              <a:rPr sz="1950" b="1">
                <a:solidFill>
                  <a:srgbClr val="102A43"/>
                </a:solidFill>
                <a:latin typeface="Arial"/>
                <a:ea typeface="Arial"/>
                <a:cs typeface="Arial"/>
              </a:rPr>
              <a:t>Gỡ kẹt từ sản phẩm và bằng chứng</a:t>
            </a:r>
          </a:p>
        </p:txBody>
      </p:sp>
      <p:sp>
        <p:nvSpPr>
          <p:cNvPr id="32" name="diagram-178">
            <a:extLst xmlns:a="http://schemas.openxmlformats.org/drawingml/2006/main">
              <a:ext uri="{FF2B5EF4-FFF2-40B4-BE49-F238E27FC236}">
                <a16:creationId xmlns:a16="http://schemas.microsoft.com/office/drawing/2014/main" id="{04C4FB52-8B75-4E13-9206-0B0589E3B3CA}"/>
              </a:ext>
            </a:extLst>
          </p:cNvPr>
          <p:cNvSpPr>
            <a:spLocks xmlns:a="http://schemas.openxmlformats.org/drawingml/2006/main" noGrp="1"/>
          </p:cNvSpPr>
          <p:nvPr/>
        </p:nvSpPr>
        <p:spPr>
          <a:xfrm xmlns:a="http://schemas.openxmlformats.org/drawingml/2006/main">
            <a:off x="5715000" y="5619750"/>
            <a:ext cx="571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950" b="0">
                <a:solidFill>
                  <a:srgbClr val="526773"/>
                </a:solidFill>
                <a:latin typeface="Arial"/>
                <a:ea typeface="Arial"/>
                <a:cs typeface="Arial"/>
              </a:defRPr>
            </a:defPPr>
            <a:lvl1pPr algn="l">
              <a:defRPr sz="1950" b="0">
                <a:solidFill>
                  <a:srgbClr val="526773"/>
                </a:solidFill>
                <a:latin typeface="Arial"/>
                <a:ea typeface="Arial"/>
                <a:cs typeface="Arial"/>
              </a:defRPr>
            </a:lvl1pPr>
            <a:lvl2pPr algn="l">
              <a:defRPr sz="1950" b="0">
                <a:solidFill>
                  <a:srgbClr val="526773"/>
                </a:solidFill>
                <a:latin typeface="Arial"/>
                <a:ea typeface="Arial"/>
                <a:cs typeface="Arial"/>
              </a:defRPr>
            </a:lvl2pPr>
            <a:lvl3pPr algn="l">
              <a:defRPr sz="1950" b="0">
                <a:solidFill>
                  <a:srgbClr val="526773"/>
                </a:solidFill>
                <a:latin typeface="Arial"/>
                <a:ea typeface="Arial"/>
                <a:cs typeface="Arial"/>
              </a:defRPr>
            </a:lvl3pPr>
            <a:lvl4pPr algn="l">
              <a:defRPr sz="1950" b="0">
                <a:solidFill>
                  <a:srgbClr val="526773"/>
                </a:solidFill>
                <a:latin typeface="Arial"/>
                <a:ea typeface="Arial"/>
                <a:cs typeface="Arial"/>
              </a:defRPr>
            </a:lvl4pPr>
            <a:lvl5pPr algn="l">
              <a:defRPr sz="1950" b="0">
                <a:solidFill>
                  <a:srgbClr val="526773"/>
                </a:solidFill>
                <a:latin typeface="Arial"/>
                <a:ea typeface="Arial"/>
                <a:cs typeface="Arial"/>
              </a:defRPr>
            </a:lvl5pPr>
            <a:lvl6pPr algn="l">
              <a:defRPr sz="1950" b="0">
                <a:solidFill>
                  <a:srgbClr val="526773"/>
                </a:solidFill>
                <a:latin typeface="Arial"/>
                <a:ea typeface="Arial"/>
                <a:cs typeface="Arial"/>
              </a:defRPr>
            </a:lvl6pPr>
            <a:lvl7pPr algn="l">
              <a:defRPr sz="1950" b="0">
                <a:solidFill>
                  <a:srgbClr val="526773"/>
                </a:solidFill>
                <a:latin typeface="Arial"/>
                <a:ea typeface="Arial"/>
                <a:cs typeface="Arial"/>
              </a:defRPr>
            </a:lvl7pPr>
            <a:lvl8pPr algn="l">
              <a:defRPr sz="1950" b="0">
                <a:solidFill>
                  <a:srgbClr val="526773"/>
                </a:solidFill>
                <a:latin typeface="Arial"/>
                <a:ea typeface="Arial"/>
                <a:cs typeface="Arial"/>
              </a:defRPr>
            </a:lvl8pPr>
            <a:lvl9pPr algn="l">
              <a:defRPr sz="1950" b="0">
                <a:solidFill>
                  <a:srgbClr val="526773"/>
                </a:solidFill>
                <a:latin typeface="Arial"/>
                <a:ea typeface="Arial"/>
                <a:cs typeface="Arial"/>
              </a:defRPr>
            </a:lvl9pPr>
          </a:lstStyle>
          <a:p xmlns:a="http://schemas.openxmlformats.org/drawingml/2006/main">
            <a:pPr algn="l">
              <a:defRPr sz="1950" b="0">
                <a:solidFill>
                  <a:srgbClr val="526773"/>
                </a:solidFill>
                <a:latin typeface="Arial"/>
                <a:ea typeface="Arial"/>
                <a:cs typeface="Arial"/>
              </a:defRPr>
            </a:pPr>
            <a:r>
              <a:rPr sz="1950" b="0">
                <a:solidFill>
                  <a:srgbClr val="526773"/>
                </a:solidFill>
                <a:latin typeface="Arial"/>
                <a:ea typeface="Arial"/>
                <a:cs typeface="Arial"/>
              </a:rPr>
              <a:t>Đọc chéo trước khi hoàn thiện bài</a:t>
            </a:r>
          </a:p>
        </p:txBody>
      </p:sp>
      <p:sp>
        <p:nvSpPr>
          <p:cNvPr id="33" name="diagram-179">
            <a:extLst xmlns:a="http://schemas.openxmlformats.org/drawingml/2006/main">
              <a:ext uri="{FF2B5EF4-FFF2-40B4-BE49-F238E27FC236}">
                <a16:creationId xmlns:a16="http://schemas.microsoft.com/office/drawing/2014/main" id="{C5E68F03-5A03-40BA-9487-6B71B2672D4C}"/>
              </a:ext>
            </a:extLst>
          </p:cNvPr>
          <p:cNvSpPr>
            <a:spLocks xmlns:a="http://schemas.openxmlformats.org/drawingml/2006/main" noGrp="1"/>
          </p:cNvSpPr>
          <p:nvPr/>
        </p:nvSpPr>
        <p:spPr>
          <a:xfrm xmlns:a="http://schemas.openxmlformats.org/drawingml/2006/main">
            <a:off x="571500" y="6324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26773"/>
                </a:solidFill>
                <a:latin typeface="Arial"/>
                <a:ea typeface="Arial"/>
                <a:cs typeface="Arial"/>
              </a:defRPr>
            </a:defPPr>
            <a:lvl1pPr algn="l">
              <a:defRPr sz="1125" b="0">
                <a:solidFill>
                  <a:srgbClr val="526773"/>
                </a:solidFill>
                <a:latin typeface="Arial"/>
                <a:ea typeface="Arial"/>
                <a:cs typeface="Arial"/>
              </a:defRPr>
            </a:lvl1pPr>
            <a:lvl2pPr algn="l">
              <a:defRPr sz="1125" b="0">
                <a:solidFill>
                  <a:srgbClr val="526773"/>
                </a:solidFill>
                <a:latin typeface="Arial"/>
                <a:ea typeface="Arial"/>
                <a:cs typeface="Arial"/>
              </a:defRPr>
            </a:lvl2pPr>
            <a:lvl3pPr algn="l">
              <a:defRPr sz="1125" b="0">
                <a:solidFill>
                  <a:srgbClr val="526773"/>
                </a:solidFill>
                <a:latin typeface="Arial"/>
                <a:ea typeface="Arial"/>
                <a:cs typeface="Arial"/>
              </a:defRPr>
            </a:lvl3pPr>
            <a:lvl4pPr algn="l">
              <a:defRPr sz="1125" b="0">
                <a:solidFill>
                  <a:srgbClr val="526773"/>
                </a:solidFill>
                <a:latin typeface="Arial"/>
                <a:ea typeface="Arial"/>
                <a:cs typeface="Arial"/>
              </a:defRPr>
            </a:lvl4pPr>
            <a:lvl5pPr algn="l">
              <a:defRPr sz="1125" b="0">
                <a:solidFill>
                  <a:srgbClr val="526773"/>
                </a:solidFill>
                <a:latin typeface="Arial"/>
                <a:ea typeface="Arial"/>
                <a:cs typeface="Arial"/>
              </a:defRPr>
            </a:lvl5pPr>
            <a:lvl6pPr algn="l">
              <a:defRPr sz="1125" b="0">
                <a:solidFill>
                  <a:srgbClr val="526773"/>
                </a:solidFill>
                <a:latin typeface="Arial"/>
                <a:ea typeface="Arial"/>
                <a:cs typeface="Arial"/>
              </a:defRPr>
            </a:lvl6pPr>
            <a:lvl7pPr algn="l">
              <a:defRPr sz="1125" b="0">
                <a:solidFill>
                  <a:srgbClr val="526773"/>
                </a:solidFill>
                <a:latin typeface="Arial"/>
                <a:ea typeface="Arial"/>
                <a:cs typeface="Arial"/>
              </a:defRPr>
            </a:lvl7pPr>
            <a:lvl8pPr algn="l">
              <a:defRPr sz="1125" b="0">
                <a:solidFill>
                  <a:srgbClr val="526773"/>
                </a:solidFill>
                <a:latin typeface="Arial"/>
                <a:ea typeface="Arial"/>
                <a:cs typeface="Arial"/>
              </a:defRPr>
            </a:lvl8pPr>
            <a:lvl9pPr algn="l">
              <a:defRPr sz="1125" b="0">
                <a:solidFill>
                  <a:srgbClr val="526773"/>
                </a:solidFill>
                <a:latin typeface="Arial"/>
                <a:ea typeface="Arial"/>
                <a:cs typeface="Arial"/>
              </a:defRPr>
            </a:lvl9pPr>
          </a:lstStyle>
          <a:p xmlns:a="http://schemas.openxmlformats.org/drawingml/2006/main">
            <a:pPr algn="l">
              <a:defRPr sz="1125" b="0">
                <a:solidFill>
                  <a:srgbClr val="526773"/>
                </a:solidFill>
                <a:latin typeface="Arial"/>
                <a:ea typeface="Arial"/>
                <a:cs typeface="Arial"/>
              </a:defRPr>
            </a:pPr>
            <a:r>
              <a:rPr sz="1125" b="0">
                <a:solidFill>
                  <a:srgbClr val="526773"/>
                </a:solidFill>
                <a:latin typeface="Arial"/>
                <a:ea typeface="Arial"/>
                <a:cs typeface="Arial"/>
              </a:rPr>
              <a:t>Kế hoạch dự kiến cho nhóm 5–10 bạn; check-in 10 phút mỗi ngày.</a:t>
            </a:r>
          </a:p>
        </p:txBody>
      </p:sp>
      <p:sp>
        <p:nvSpPr>
          <p:cNvPr id="34" name="diagram-180">
            <a:extLst xmlns:a="http://schemas.openxmlformats.org/drawingml/2006/main">
              <a:ext uri="{FF2B5EF4-FFF2-40B4-BE49-F238E27FC236}">
                <a16:creationId xmlns:a16="http://schemas.microsoft.com/office/drawing/2014/main" id="{5F9CF934-D90A-4888-9977-A7E8434E1AA8}"/>
              </a:ext>
            </a:extLst>
          </p:cNvPr>
          <p:cNvSpPr>
            <a:spLocks xmlns:a="http://schemas.openxmlformats.org/drawingml/2006/main" noGrp="1"/>
          </p:cNvSpPr>
          <p:nvPr/>
        </p:nvSpPr>
        <p:spPr>
          <a:xfrm xmlns:a="http://schemas.openxmlformats.org/drawingml/2006/main">
            <a:off x="11334750" y="63246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1">
                <a:solidFill>
                  <a:srgbClr val="246BCE"/>
                </a:solidFill>
                <a:latin typeface="Arial"/>
                <a:ea typeface="Arial"/>
                <a:cs typeface="Arial"/>
              </a:defRPr>
            </a:defPPr>
            <a:lvl1pPr algn="r">
              <a:defRPr sz="1275" b="1">
                <a:solidFill>
                  <a:srgbClr val="246BCE"/>
                </a:solidFill>
                <a:latin typeface="Arial"/>
                <a:ea typeface="Arial"/>
                <a:cs typeface="Arial"/>
              </a:defRPr>
            </a:lvl1pPr>
            <a:lvl2pPr algn="r">
              <a:defRPr sz="1275" b="1">
                <a:solidFill>
                  <a:srgbClr val="246BCE"/>
                </a:solidFill>
                <a:latin typeface="Arial"/>
                <a:ea typeface="Arial"/>
                <a:cs typeface="Arial"/>
              </a:defRPr>
            </a:lvl2pPr>
            <a:lvl3pPr algn="r">
              <a:defRPr sz="1275" b="1">
                <a:solidFill>
                  <a:srgbClr val="246BCE"/>
                </a:solidFill>
                <a:latin typeface="Arial"/>
                <a:ea typeface="Arial"/>
                <a:cs typeface="Arial"/>
              </a:defRPr>
            </a:lvl3pPr>
            <a:lvl4pPr algn="r">
              <a:defRPr sz="1275" b="1">
                <a:solidFill>
                  <a:srgbClr val="246BCE"/>
                </a:solidFill>
                <a:latin typeface="Arial"/>
                <a:ea typeface="Arial"/>
                <a:cs typeface="Arial"/>
              </a:defRPr>
            </a:lvl4pPr>
            <a:lvl5pPr algn="r">
              <a:defRPr sz="1275" b="1">
                <a:solidFill>
                  <a:srgbClr val="246BCE"/>
                </a:solidFill>
                <a:latin typeface="Arial"/>
                <a:ea typeface="Arial"/>
                <a:cs typeface="Arial"/>
              </a:defRPr>
            </a:lvl5pPr>
            <a:lvl6pPr algn="r">
              <a:defRPr sz="1275" b="1">
                <a:solidFill>
                  <a:srgbClr val="246BCE"/>
                </a:solidFill>
                <a:latin typeface="Arial"/>
                <a:ea typeface="Arial"/>
                <a:cs typeface="Arial"/>
              </a:defRPr>
            </a:lvl6pPr>
            <a:lvl7pPr algn="r">
              <a:defRPr sz="1275" b="1">
                <a:solidFill>
                  <a:srgbClr val="246BCE"/>
                </a:solidFill>
                <a:latin typeface="Arial"/>
                <a:ea typeface="Arial"/>
                <a:cs typeface="Arial"/>
              </a:defRPr>
            </a:lvl7pPr>
            <a:lvl8pPr algn="r">
              <a:defRPr sz="1275" b="1">
                <a:solidFill>
                  <a:srgbClr val="246BCE"/>
                </a:solidFill>
                <a:latin typeface="Arial"/>
                <a:ea typeface="Arial"/>
                <a:cs typeface="Arial"/>
              </a:defRPr>
            </a:lvl8pPr>
            <a:lvl9pPr algn="r">
              <a:defRPr sz="1275" b="1">
                <a:solidFill>
                  <a:srgbClr val="246BCE"/>
                </a:solidFill>
                <a:latin typeface="Arial"/>
                <a:ea typeface="Arial"/>
                <a:cs typeface="Arial"/>
              </a:defRPr>
            </a:lvl9pPr>
          </a:lstStyle>
          <a:p xmlns:a="http://schemas.openxmlformats.org/drawingml/2006/main">
            <a:pPr algn="r">
              <a:defRPr sz="1275" b="1">
                <a:solidFill>
                  <a:srgbClr val="246BCE"/>
                </a:solidFill>
                <a:latin typeface="Arial"/>
                <a:ea typeface="Arial"/>
                <a:cs typeface="Arial"/>
              </a:defRPr>
            </a:pPr>
            <a:r>
              <a:rPr sz="1275" b="1">
                <a:solidFill>
                  <a:srgbClr val="246BCE"/>
                </a:solidFill>
                <a:latin typeface="Arial"/>
                <a:ea typeface="Arial"/>
                <a:cs typeface="Arial"/>
              </a:rPr>
              <a:t>10</a:t>
            </a:r>
          </a:p>
        </p:txBody>
      </p:sp>
    </p:spTree>
    <p:extLst>
      <p:ext uri="{BB962C8B-B14F-4D97-AF65-F5344CB8AC3E}">
        <p14:creationId xmlns:p14="http://schemas.microsoft.com/office/powerpoint/2010/main" val="6142340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2026-10-19T13:19:56.7810000Z</dcterms:created>
  <dcterms:modified xsi:type="dcterms:W3CDTF">2026-10-19T13:19:56.7810000Z</dcterms:modified>
</coreProperties>
</file>