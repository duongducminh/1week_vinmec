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ac594ac51004ae6" /><Relationship Type="http://schemas.openxmlformats.org/officeDocument/2006/relationships/extended-properties" Target="/docProps/app.xml" Id="Rc9c47defb97b46e2" /><Relationship Type="http://schemas.openxmlformats.org/officeDocument/2006/relationships/officeDocument" Target="/ppt/presentation.xml" Id="Ra6e7cf481666417e" /></Relationships>
</file>

<file path=ppt/presentation.xml><?xml version="1.0" encoding="utf-8"?>
<p:presentation xmlns:p="http://schemas.openxmlformats.org/presentationml/2006/main">
  <p:sldMasterIdLst>
    <p:sldMasterId xmlns:r="http://schemas.openxmlformats.org/officeDocument/2006/relationships" id="2147483648" r:id="Rbd026a5f289b457a"/>
  </p:sldMasterIdLst>
  <p:notesMasterIdLst>
    <p:notesMasterId xmlns:r="http://schemas.openxmlformats.org/officeDocument/2006/relationships" r:id="R92a5bcf4ef7243d9"/>
  </p:notesMasterIdLst>
  <p:sldIdLst>
    <p:sldId xmlns:r="http://schemas.openxmlformats.org/officeDocument/2006/relationships" id="256" r:id="Rd19fc157e2ee4616"/>
    <p:sldId xmlns:r="http://schemas.openxmlformats.org/officeDocument/2006/relationships" id="257" r:id="Reada979c7bf44385"/>
    <p:sldId xmlns:r="http://schemas.openxmlformats.org/officeDocument/2006/relationships" id="258" r:id="Rd5de77f1d2c34a98"/>
    <p:sldId xmlns:r="http://schemas.openxmlformats.org/officeDocument/2006/relationships" id="259" r:id="R32722731cd204493"/>
    <p:sldId xmlns:r="http://schemas.openxmlformats.org/officeDocument/2006/relationships" id="260" r:id="Rb5ae9c0ffb1d4f8a"/>
    <p:sldId xmlns:r="http://schemas.openxmlformats.org/officeDocument/2006/relationships" id="261" r:id="Rdba245fd03954b64"/>
    <p:sldId xmlns:r="http://schemas.openxmlformats.org/officeDocument/2006/relationships" id="262" r:id="Rd8f8c1b7835e43ff"/>
    <p:sldId xmlns:r="http://schemas.openxmlformats.org/officeDocument/2006/relationships" id="263" r:id="R04e0f6b6768b4986"/>
    <p:sldId xmlns:r="http://schemas.openxmlformats.org/officeDocument/2006/relationships" id="264" r:id="R69dcd43bf42c4cde"/>
    <p:sldId xmlns:r="http://schemas.openxmlformats.org/officeDocument/2006/relationships" id="265" r:id="R5306d191db75462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981260b27ac4d95" /><Relationship Type="http://schemas.openxmlformats.org/officeDocument/2006/relationships/slideMaster" Target="/ppt/slideMasters/slideMaster1.xml" Id="Rbd026a5f289b457a" /><Relationship Type="http://schemas.openxmlformats.org/officeDocument/2006/relationships/notesMaster" Target="/ppt/notesMasters/notesMaster1.xml" Id="R92a5bcf4ef7243d9" /><Relationship Type="http://schemas.openxmlformats.org/officeDocument/2006/relationships/presProps" Target="/ppt/presProps.xml" Id="R1c5ed448e64e48b0" /><Relationship Type="http://schemas.openxmlformats.org/officeDocument/2006/relationships/tableStyles" Target="/ppt/tableStyles.xml" Id="Rb9d9b0a6a1324af4" /><Relationship Type="http://schemas.openxmlformats.org/officeDocument/2006/relationships/slide" Target="/ppt/slides/slide1.xml" Id="Rd19fc157e2ee4616" /><Relationship Type="http://schemas.openxmlformats.org/officeDocument/2006/relationships/slide" Target="/ppt/slides/slide2.xml" Id="Reada979c7bf44385" /><Relationship Type="http://schemas.openxmlformats.org/officeDocument/2006/relationships/slide" Target="/ppt/slides/slide3.xml" Id="Rd5de77f1d2c34a98" /><Relationship Type="http://schemas.openxmlformats.org/officeDocument/2006/relationships/slide" Target="/ppt/slides/slide4.xml" Id="R32722731cd204493" /><Relationship Type="http://schemas.openxmlformats.org/officeDocument/2006/relationships/slide" Target="/ppt/slides/slide5.xml" Id="Rb5ae9c0ffb1d4f8a" /><Relationship Type="http://schemas.openxmlformats.org/officeDocument/2006/relationships/slide" Target="/ppt/slides/slide6.xml" Id="Rdba245fd03954b64" /><Relationship Type="http://schemas.openxmlformats.org/officeDocument/2006/relationships/slide" Target="/ppt/slides/slide7.xml" Id="Rd8f8c1b7835e43ff" /><Relationship Type="http://schemas.openxmlformats.org/officeDocument/2006/relationships/slide" Target="/ppt/slides/slide8.xml" Id="R04e0f6b6768b4986" /><Relationship Type="http://schemas.openxmlformats.org/officeDocument/2006/relationships/slide" Target="/ppt/slides/slide9.xml" Id="R69dcd43bf42c4cde" /><Relationship Type="http://schemas.openxmlformats.org/officeDocument/2006/relationships/slide" Target="/ppt/slides/slide10.xml" Id="R5306d191db75462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442c29f6af34c8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9e3e45220d64f16" /><Relationship Type="http://schemas.openxmlformats.org/officeDocument/2006/relationships/notesMaster" Target="/ppt/notesMasters/notesMaster1.xml" Id="Rd9bf3411ce3d4cc9" /></Relationships>
</file>

<file path=ppt/notesSlides/_rels/notesSlide2.xml.rels>&#65279;<?xml version="1.0" encoding="utf-8"?><Relationships xmlns="http://schemas.openxmlformats.org/package/2006/relationships"><Relationship Type="http://schemas.openxmlformats.org/officeDocument/2006/relationships/slide" Target="/ppt/slides/slide2.xml" Id="Rb74e4490b1eb4f43" /><Relationship Type="http://schemas.openxmlformats.org/officeDocument/2006/relationships/notesMaster" Target="/ppt/notesMasters/notesMaster1.xml" Id="R2107f3151eb44d48" /></Relationships>
</file>

<file path=ppt/notesSlides/_rels/notesSlide3.xml.rels>&#65279;<?xml version="1.0" encoding="utf-8"?><Relationships xmlns="http://schemas.openxmlformats.org/package/2006/relationships"><Relationship Type="http://schemas.openxmlformats.org/officeDocument/2006/relationships/slide" Target="/ppt/slides/slide3.xml" Id="Rd9bce63cfc0c4a27" /><Relationship Type="http://schemas.openxmlformats.org/officeDocument/2006/relationships/notesMaster" Target="/ppt/notesMasters/notesMaster1.xml" Id="R1c0621ef9b7d429f" /></Relationships>
</file>

<file path=ppt/notesSlides/_rels/notesSlide4.xml.rels>&#65279;<?xml version="1.0" encoding="utf-8"?><Relationships xmlns="http://schemas.openxmlformats.org/package/2006/relationships"><Relationship Type="http://schemas.openxmlformats.org/officeDocument/2006/relationships/slide" Target="/ppt/slides/slide4.xml" Id="R11ac76e75979426e" /><Relationship Type="http://schemas.openxmlformats.org/officeDocument/2006/relationships/notesMaster" Target="/ppt/notesMasters/notesMaster1.xml" Id="R499b8eb475d7476a" /></Relationships>
</file>

<file path=ppt/notesSlides/_rels/notesSlide5.xml.rels>&#65279;<?xml version="1.0" encoding="utf-8"?><Relationships xmlns="http://schemas.openxmlformats.org/package/2006/relationships"><Relationship Type="http://schemas.openxmlformats.org/officeDocument/2006/relationships/slide" Target="/ppt/slides/slide5.xml" Id="R349986e8d8484261" /><Relationship Type="http://schemas.openxmlformats.org/officeDocument/2006/relationships/notesMaster" Target="/ppt/notesMasters/notesMaster1.xml" Id="R3269d378476741d9" /></Relationships>
</file>

<file path=ppt/notesSlides/_rels/notesSlide6.xml.rels>&#65279;<?xml version="1.0" encoding="utf-8"?><Relationships xmlns="http://schemas.openxmlformats.org/package/2006/relationships"><Relationship Type="http://schemas.openxmlformats.org/officeDocument/2006/relationships/slide" Target="/ppt/slides/slide6.xml" Id="Ra3f392c17eff4e63" /><Relationship Type="http://schemas.openxmlformats.org/officeDocument/2006/relationships/notesMaster" Target="/ppt/notesMasters/notesMaster1.xml" Id="Rc3dc2406cea7439f" /></Relationships>
</file>

<file path=ppt/notesSlides/_rels/notesSlide7.xml.rels>&#65279;<?xml version="1.0" encoding="utf-8"?><Relationships xmlns="http://schemas.openxmlformats.org/package/2006/relationships"><Relationship Type="http://schemas.openxmlformats.org/officeDocument/2006/relationships/slide" Target="/ppt/slides/slide7.xml" Id="Rf37e4ec422724fa3" /><Relationship Type="http://schemas.openxmlformats.org/officeDocument/2006/relationships/notesMaster" Target="/ppt/notesMasters/notesMaster1.xml" Id="R2fde8302d98f4b8f" /></Relationships>
</file>

<file path=ppt/notesSlides/_rels/notesSlide8.xml.rels>&#65279;<?xml version="1.0" encoding="utf-8"?><Relationships xmlns="http://schemas.openxmlformats.org/package/2006/relationships"><Relationship Type="http://schemas.openxmlformats.org/officeDocument/2006/relationships/slide" Target="/ppt/slides/slide8.xml" Id="R8daf0ace612d4424" /><Relationship Type="http://schemas.openxmlformats.org/officeDocument/2006/relationships/notesMaster" Target="/ppt/notesMasters/notesMaster1.xml" Id="Rbff61b26b3ab4d67" /></Relationships>
</file>

<file path=ppt/notesSlides/_rels/notesSlide9.xml.rels>&#65279;<?xml version="1.0" encoding="utf-8"?><Relationships xmlns="http://schemas.openxmlformats.org/package/2006/relationships"><Relationship Type="http://schemas.openxmlformats.org/officeDocument/2006/relationships/slide" Target="/ppt/slides/slide9.xml" Id="R659e4a08ef44412b" /><Relationship Type="http://schemas.openxmlformats.org/officeDocument/2006/relationships/notesMaster" Target="/ppt/notesMasters/notesMaster1.xml" Id="R6e5c622b7eac409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91ec5012ec347e4" /><Relationship Type="http://schemas.openxmlformats.org/officeDocument/2006/relationships/notesMaster" Target="/ppt/notesMasters/notesMaster1.xml" Id="R4e68da4d0ef14d1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Minh họa AI mang tính ý tưởng, không phải ảnh người tham gia. Nguồn: README.md; need-statement.md. Nội dung mô phỏng, chưa tích hợp MyVinmec. Codex hỗ trợ soạn nội dung và thiết kế. Người làm bài kiểm tra bản cuối.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Nguồn: 01-phong-van/P1.md, P2.md, P3.md. Hai phỏng vấn ngày 17/10/2026, mỗi buổi 60–90 phút, có đồng ý dùng ẩn danh. Ghi chép chủ yếu diễn giải. Phương pháp theo lựa chọn người làm bài là 2 phỏng vấn + 1 tự thuật. Minh họa AI mang tính ý tưởng, không phải ảnh nghiên cứu thực tế.</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Nguồn và mã bằng chứng giữ trong 02-journey-map/journey-map.md, P1/P2/P3. Tổng hợp tình huống, không phải một người gặp toàn bộ điểm đau. P1 có điều phối hỗ trợ; P2 nhớ phòng đầu; P3 biết nơi quay lại. Không gán thang cảm xúc hoặc thời gian giả. Minh họa AI mang tính ý tưởng, không phải ảnh nghiên cứu thực tế.</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Nguồn: 03-need-statement/need-statement.md. Problem–population–outcome, không đưa giải pháp vào need statement. Hiệu quả giảm hỏi/chờ/di chuyển chưa đo. Minh họa AI mang tính ý tưởng, không phải ảnh nghiên cứu thực tế.</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Nguồn: CUH Directions - mobile app (https://www.cuh.nhs.uk/visiting-our-hospitals/cuh-directions-mobile-app/); Mayo Clinic Scheduling an appointment online (https://www.mayoclinic.org/scheduling-an-appointment-online/vid-20521112); Registration (https://www.mayoclinic.org/billing-insurance/before-arrival/registration). Đọc 18/10/2026. Chưa chứng minh hiệu quả tại Vinmec. Minh họa AI mang tính ý tưởng, không phải ảnh nghiên cứu thực tế.</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Nguồn: 05-prototype/simulation-spec.md và adaptive-routing.md, cập nhật 20/10/2026. Sau chốt chỉ định và mỗi lần hoàn tất, so sánh các phòng chưa làm theo người đang chờ hoặc thực hiện, loại chính bệnh nhân. Bằng nhau chọn đường ngắn nhất theo loại thang; nếu vẫn bằng dùng thứ tự chỉ định. Giữ điểm đến trong lúc di chuyển. B/C là dự kiến; khi xong A có thể đổi C trước B. Mỗi phòng một bác sĩ, chưa tính thời lượng hay phục vụ song song. Hoàn tất đủ thủ tục tự vào cột sẵn sàng và quay về đúng khoa đầu; kết quả công bố riêng. Hiệu quả giảm chờ chưa đo trên người bệnh thật.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Minh họa AI mang tính ý tưởng, không phải ảnh buổi thử thực tế. Nguồn: 05-prototype/user-test-log.md. Người làm bài cung cấp phản hồi của T1 và T2 ngày 19/10/2026. Đây là diễn giải, không phải trích dẫn nguyên văn. Chưa cung cấp ngày thử, đồng ý, nhiệm vụ, thời gian, tỷ lệ hoàn thành. T2 đề xuất âm thanh cho người mắt kém, chưa chứng minh đã thử với nhóm này.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Nguồn: 05-prototype/user-feedback-revision.md và adaptive-routing.md. T1/T2 góp ý về chữ, hướng rẽ và giọng đọc. Lựa chọn thang và điều phối theo lượng người là yêu cầu sản phẩm bổ sung ngày 20/10, không gán thành lời người tham gia. Bệnh nhân đổi thang máy/thang bộ, tuyến vẽ và hướng dẫn đổi theo; thang máy mặc định, lựa chọn lưu cùng lượt. Thang bộ đi qua từng tầng, thang máy gộp các tầng trung gian. Chưa có định vị tự động hoặc bằng chứng thử lại với T1/T2. Minh họa ý tưởng, không phải ảnh buổi thử thực tế.</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Nguồn: 06-rui-ro-dao-duc/risk-register.md (R01–R11). Đây là biện pháp thiết kế dự kiến, chưa chứng minh an toàn triển khai. Đường khẩn cấp còn cần hoàn thiện, xác nhận với cơ sở và kiểm chứng. AI LIVE chưa xác minh. Dữ liệu mô phỏng và minh họa ý tưởng. Minh họa AI mang tính ý tưởng, không phải ảnh nghiên cứu thực tế.</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Nguồn: 07-coach-plan/coach-plan.md. Kế hoạch dự kiến, chưa phải hoạt động coach đã thực hiện. Nhóm 5–10 bạn chia cặp luân phiên vai; check-in 10 phút/ngày. Codex hỗ trợ tổng hợp, code và soạn bài; Canva hỗ trợ thiết kế; người làm bài chịu trách nhiệm. Minh họa AI mang tính ý tưởng, không phải ảnh nghiên cứu thực tế.</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ccf24dd48f741d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1327b8a00384c4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fed35805b0d477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c5367ab09664f1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ed220f3f14348f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925e87feda6412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1996074-C1A2-49B2-98EC-95BF6A4CA236}"/>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A71BE1E-93E3-4FDA-B655-E67208CDB464}"/>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6E07964-F26F-4B12-BFE5-42F5AE3F05E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6B4BDE8-E62C-4293-935D-538A98FFD6E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AF411ED-A760-497A-898A-3F8F3685ADF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953DBFF-C1F1-4C88-B2D0-6D4F42371B0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B0911A3-95EC-42CF-B708-DCBE3AF5788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168F59E-4609-4D92-B89B-6CE1AD87359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3CC070B-E87D-479A-8DA4-6C8479331DA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22428F8-42B1-4647-96DC-3B211D11890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61136b21c1547f6" /><Relationship Type="http://schemas.openxmlformats.org/officeDocument/2006/relationships/slideLayout" Target="/ppt/slideLayouts/slideLayout1.xml" Id="R259bbf263ebf4e90" /><Relationship Type="http://schemas.openxmlformats.org/officeDocument/2006/relationships/slideLayout" Target="/ppt/slideLayouts/slideLayout2.xml" Id="R0f75b2b6b0b74261" /><Relationship Type="http://schemas.openxmlformats.org/officeDocument/2006/relationships/slideLayout" Target="/ppt/slideLayouts/slideLayout3.xml" Id="R951413c6a80d41f4" /><Relationship Type="http://schemas.openxmlformats.org/officeDocument/2006/relationships/slideLayout" Target="/ppt/slideLayouts/slideLayout4.xml" Id="R278d2833d07a44a3" /><Relationship Type="http://schemas.openxmlformats.org/officeDocument/2006/relationships/slideLayout" Target="/ppt/slideLayouts/slideLayout5.xml" Id="R92be12a81cca4c50" /><Relationship Type="http://schemas.openxmlformats.org/officeDocument/2006/relationships/slideLayout" Target="/ppt/slideLayouts/slideLayout6.xml" Id="R824a0df03bd3462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59bbf263ebf4e90"/>
    <p:sldLayoutId xmlns:r="http://schemas.openxmlformats.org/officeDocument/2006/relationships" id="2147483650" r:id="R0f75b2b6b0b74261"/>
    <p:sldLayoutId xmlns:r="http://schemas.openxmlformats.org/officeDocument/2006/relationships" id="2147483651" r:id="R951413c6a80d41f4"/>
    <p:sldLayoutId xmlns:r="http://schemas.openxmlformats.org/officeDocument/2006/relationships" id="2147483652" r:id="R278d2833d07a44a3"/>
    <p:sldLayoutId xmlns:r="http://schemas.openxmlformats.org/officeDocument/2006/relationships" id="2147483653" r:id="R92be12a81cca4c50"/>
    <p:sldLayoutId xmlns:r="http://schemas.openxmlformats.org/officeDocument/2006/relationships" id="2147483654" r:id="R824a0df03bd3462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6ef49c055b644fe" /><Relationship Type="http://schemas.openxmlformats.org/officeDocument/2006/relationships/image" Target="/ppt/media/image.png" Id="R5b22cb37af7d43f5" /><Relationship Type="http://schemas.openxmlformats.org/officeDocument/2006/relationships/notesSlide" Target="/ppt/notesSlides/notesSlide1.xml" Id="Rc1b1792456f6457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d64db959c0c4f85" /><Relationship Type="http://schemas.openxmlformats.org/officeDocument/2006/relationships/image" Target="/ppt/media/image2.png" Id="R61b8daf4d19c4c7b" /><Relationship Type="http://schemas.openxmlformats.org/officeDocument/2006/relationships/notesSlide" Target="/ppt/notesSlides/notesSlide2.xml" Id="R74477d4a8d3b4c5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2cc02fe41b149d4" /><Relationship Type="http://schemas.openxmlformats.org/officeDocument/2006/relationships/image" Target="/ppt/media/image.svg" Id="Rd520c259987a4eba" /><Relationship Type="http://schemas.openxmlformats.org/officeDocument/2006/relationships/image" Target="/ppt/media/image.png" Id="R854eac14d61b45da" /><Relationship Type="http://schemas.openxmlformats.org/officeDocument/2006/relationships/image" Target="/ppt/media/image2.svg" Id="R69017284891c4db6" /><Relationship Type="http://schemas.openxmlformats.org/officeDocument/2006/relationships/image" Target="/ppt/media/image2.png" Id="Rb5b4c5e1340b4aea" /><Relationship Type="http://schemas.openxmlformats.org/officeDocument/2006/relationships/image" Target="/ppt/media/image3.png" Id="Rc3df9094567b48f7" /><Relationship Type="http://schemas.openxmlformats.org/officeDocument/2006/relationships/image" Target="/ppt/media/image3.svg" Id="R30c8ae88d2e043c9" /><Relationship Type="http://schemas.openxmlformats.org/officeDocument/2006/relationships/image" Target="/ppt/media/image4.png" Id="R0a370fbf7f0e456d" /><Relationship Type="http://schemas.openxmlformats.org/officeDocument/2006/relationships/image" Target="/ppt/media/image4.svg" Id="Rd6a6287bf7fd442b" /><Relationship Type="http://schemas.openxmlformats.org/officeDocument/2006/relationships/image" Target="/ppt/media/image5.png" Id="R3cf1db5ea55c4ddf" /><Relationship Type="http://schemas.openxmlformats.org/officeDocument/2006/relationships/image" Target="/ppt/media/image5.svg" Id="R5da1d438f0df4cdb" /><Relationship Type="http://schemas.openxmlformats.org/officeDocument/2006/relationships/notesSlide" Target="/ppt/notesSlides/notesSlide3.xml" Id="R77c689df180d47c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02b24d7249b4cad" /><Relationship Type="http://schemas.openxmlformats.org/officeDocument/2006/relationships/image" Target="/ppt/media/image6.png" Id="R5abd3fdaf27745e3" /><Relationship Type="http://schemas.openxmlformats.org/officeDocument/2006/relationships/image" Target="/ppt/media/image6.svg" Id="R01100fb5f9c14a57" /><Relationship Type="http://schemas.openxmlformats.org/officeDocument/2006/relationships/image" Target="/ppt/media/image7.png" Id="R67f332171ee34881" /><Relationship Type="http://schemas.openxmlformats.org/officeDocument/2006/relationships/image" Target="/ppt/media/image7.svg" Id="R78fb789ea528421a" /><Relationship Type="http://schemas.openxmlformats.org/officeDocument/2006/relationships/image" Target="/ppt/media/image8.png" Id="Rdd552334697b4e79" /><Relationship Type="http://schemas.openxmlformats.org/officeDocument/2006/relationships/image" Target="/ppt/media/image8.svg" Id="Re7f3676311c945f4" /><Relationship Type="http://schemas.openxmlformats.org/officeDocument/2006/relationships/image" Target="/ppt/media/image9.png" Id="R25f6c1cc02884eee" /><Relationship Type="http://schemas.openxmlformats.org/officeDocument/2006/relationships/image" Target="/ppt/media/image9.svg" Id="R5bcc300f136243c3" /><Relationship Type="http://schemas.openxmlformats.org/officeDocument/2006/relationships/image" Target="/ppt/media/image10.png" Id="Recf68f7b26684075" /><Relationship Type="http://schemas.openxmlformats.org/officeDocument/2006/relationships/notesSlide" Target="/ppt/notesSlides/notesSlide4.xml" Id="R466ca12244614c5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4fc2ead3c4fb4a54" /><Relationship Type="http://schemas.openxmlformats.org/officeDocument/2006/relationships/image" Target="/ppt/media/image11.png" Id="Ra2447316487e4776" /><Relationship Type="http://schemas.openxmlformats.org/officeDocument/2006/relationships/image" Target="/ppt/media/image10.svg" Id="R3732f4d6f9e3483b" /><Relationship Type="http://schemas.openxmlformats.org/officeDocument/2006/relationships/image" Target="/ppt/media/image12.png" Id="Rec270f048afc4d4d" /><Relationship Type="http://schemas.openxmlformats.org/officeDocument/2006/relationships/image" Target="/ppt/media/image11.svg" Id="R351364efdf7e41a8" /><Relationship Type="http://schemas.openxmlformats.org/officeDocument/2006/relationships/image" Target="/ppt/media/image12.svg" Id="R168350ce48e84a81" /><Relationship Type="http://schemas.openxmlformats.org/officeDocument/2006/relationships/image" Target="/ppt/media/image10.png" Id="R0cb9af9cb46b460e" /><Relationship Type="http://schemas.openxmlformats.org/officeDocument/2006/relationships/image" Target="/ppt/media/image13.png" Id="R3e51f2ae0e5844c1" /><Relationship Type="http://schemas.openxmlformats.org/officeDocument/2006/relationships/image" Target="/ppt/media/image13.svg" Id="Rfd11ad33d19349be" /><Relationship Type="http://schemas.openxmlformats.org/officeDocument/2006/relationships/notesSlide" Target="/ppt/notesSlides/notesSlide5.xml" Id="R05da672add6a426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fc6173cb97be4c8a" /><Relationship Type="http://schemas.openxmlformats.org/officeDocument/2006/relationships/image" Target="/ppt/media/image14.png" Id="Rcf81c6590ba24a2c" /><Relationship Type="http://schemas.openxmlformats.org/officeDocument/2006/relationships/image" Target="/ppt/media/image14.svg" Id="Rf6a11b4b2ae64d07" /><Relationship Type="http://schemas.openxmlformats.org/officeDocument/2006/relationships/image" Target="/ppt/media/image15.png" Id="R657627d52cd54f5c" /><Relationship Type="http://schemas.openxmlformats.org/officeDocument/2006/relationships/image" Target="/ppt/media/image15.svg" Id="R0456e3a9ca0246b9" /><Relationship Type="http://schemas.openxmlformats.org/officeDocument/2006/relationships/image" Target="/ppt/media/image16.png" Id="R7bb72e9976d044b2" /><Relationship Type="http://schemas.openxmlformats.org/officeDocument/2006/relationships/image" Target="/ppt/media/image16.svg" Id="Re7a36849247e41ac" /><Relationship Type="http://schemas.openxmlformats.org/officeDocument/2006/relationships/image" Target="/ppt/media/image17.png" Id="R4c9b48340953423e" /><Relationship Type="http://schemas.openxmlformats.org/officeDocument/2006/relationships/image" Target="/ppt/media/image17.svg" Id="R013e90ce51944a07" /><Relationship Type="http://schemas.openxmlformats.org/officeDocument/2006/relationships/image" Target="/ppt/media/image18.png" Id="R68e1936883ea4805" /><Relationship Type="http://schemas.openxmlformats.org/officeDocument/2006/relationships/image" Target="/ppt/media/image18.svg" Id="R6f728dc28a734a6c" /><Relationship Type="http://schemas.openxmlformats.org/officeDocument/2006/relationships/image" Target="/ppt/media/image19.png" Id="Ra566a795b38c4623" /><Relationship Type="http://schemas.openxmlformats.org/officeDocument/2006/relationships/image" Target="/ppt/media/image19.svg" Id="R4584d9e9d6f14232" /><Relationship Type="http://schemas.openxmlformats.org/officeDocument/2006/relationships/notesSlide" Target="/ppt/notesSlides/notesSlide6.xml" Id="Rab9a4d04750d4cb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ae2646e0b444ae1" /><Relationship Type="http://schemas.openxmlformats.org/officeDocument/2006/relationships/image" Target="/ppt/media/image20.png" Id="Rf63736b93ae14750" /><Relationship Type="http://schemas.openxmlformats.org/officeDocument/2006/relationships/notesSlide" Target="/ppt/notesSlides/notesSlide7.xml" Id="Ra076ea0690af4e6a"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531a6a9778649bb" /><Relationship Type="http://schemas.openxmlformats.org/officeDocument/2006/relationships/image" Target="/ppt/media/image21.png" Id="R5400c189d3fe4c17" /><Relationship Type="http://schemas.openxmlformats.org/officeDocument/2006/relationships/image" Target="/ppt/media/image20.svg" Id="R19ba5914bde844fd" /><Relationship Type="http://schemas.openxmlformats.org/officeDocument/2006/relationships/image" Target="/ppt/media/image22.png" Id="R8d216153fac841ad" /><Relationship Type="http://schemas.openxmlformats.org/officeDocument/2006/relationships/notesSlide" Target="/ppt/notesSlides/notesSlide8.xml" Id="R6994b2c83fc04f5b"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af804135b1744a0" /><Relationship Type="http://schemas.openxmlformats.org/officeDocument/2006/relationships/image" Target="/ppt/media/image23.png" Id="Rd5490770aadc44b4" /><Relationship Type="http://schemas.openxmlformats.org/officeDocument/2006/relationships/image" Target="/ppt/media/image21.svg" Id="R2d2886be9bf24b6c" /><Relationship Type="http://schemas.openxmlformats.org/officeDocument/2006/relationships/image" Target="/ppt/media/image24.png" Id="R98e8fef39c8942d3" /><Relationship Type="http://schemas.openxmlformats.org/officeDocument/2006/relationships/image" Target="/ppt/media/image22.svg" Id="Rde8f0c4289d84545" /><Relationship Type="http://schemas.openxmlformats.org/officeDocument/2006/relationships/image" Target="/ppt/media/image23.svg" Id="R9e6b3c2252b5477f" /><Relationship Type="http://schemas.openxmlformats.org/officeDocument/2006/relationships/image" Target="/ppt/media/image20.png" Id="Rb30445d04cef45cd" /><Relationship Type="http://schemas.openxmlformats.org/officeDocument/2006/relationships/image" Target="/ppt/media/image25.png" Id="Rb7eaad8317ab4332" /><Relationship Type="http://schemas.openxmlformats.org/officeDocument/2006/relationships/image" Target="/ppt/media/image24.svg" Id="Rdbd2494caba74d0a" /><Relationship Type="http://schemas.openxmlformats.org/officeDocument/2006/relationships/image" Target="/ppt/media/image25.svg" Id="R1ff56e8fcf0e4cc7" /><Relationship Type="http://schemas.openxmlformats.org/officeDocument/2006/relationships/image" Target="/ppt/media/image22.png" Id="Ra1e932118fac4a74" /><Relationship Type="http://schemas.openxmlformats.org/officeDocument/2006/relationships/notesSlide" Target="/ppt/notesSlides/notesSlide9.xml" Id="Rdcf5562ae6504ef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456d2aaaa1d47d6" /><Relationship Type="http://schemas.openxmlformats.org/officeDocument/2006/relationships/image" Target="/ppt/media/image26.png" Id="Re3c4bba70e214d11" /><Relationship Type="http://schemas.openxmlformats.org/officeDocument/2006/relationships/image" Target="/ppt/media/image26.svg" Id="Rab6ff5b276ae470c" /><Relationship Type="http://schemas.openxmlformats.org/officeDocument/2006/relationships/image" Target="/ppt/media/image27.png" Id="R2ecb438185644e2c" /><Relationship Type="http://schemas.openxmlformats.org/officeDocument/2006/relationships/notesSlide" Target="/ppt/notesSlides/notesSlide10.xml" Id="R098f80ddf4af42d4" /></Relationships>
</file>

<file path=ppt/slides/slide1.xml><?xml version="1.0" encoding="utf-8"?>
<p:sld xmlns:p="http://schemas.openxmlformats.org/presentationml/2006/main">
  <p:cSld>
    <p:bg>
      <p:bgPr>
        <a:solidFill xmlns:a="http://schemas.openxmlformats.org/drawingml/2006/main">
          <a:srgbClr val="102A43"/>
        </a:solidFill>
      </p:bgPr>
    </p:bg>
    <p:spTree>
      <p:nvGrpSpPr>
        <p:cNvPr id="1" name=""/>
        <p:cNvGrpSpPr/>
        <p:nvPr/>
      </p:nvGrpSpPr>
      <p:grpSpPr>
        <a:xfrm xmlns:a="http://schemas.openxmlformats.org/drawingml/2006/main"/>
      </p:grpSpPr>
      <p:sp>
        <p:nvSpPr>
          <p:cNvPr id="8" name="diagram-1">
            <a:extLst xmlns:a="http://schemas.openxmlformats.org/drawingml/2006/main">
              <a:ext uri="{FF2B5EF4-FFF2-40B4-BE49-F238E27FC236}">
                <a16:creationId xmlns:a16="http://schemas.microsoft.com/office/drawing/2014/main" id="{80A0F243-5AFB-432C-8490-C4DAA17B876A}"/>
              </a:ext>
            </a:extLst>
          </p:cNvPr>
          <p:cNvSpPr>
            <a:spLocks xmlns:a="http://schemas.openxmlformats.org/drawingml/2006/main" noGrp="1"/>
          </p:cNvSpPr>
          <p:nvPr/>
        </p:nvSpPr>
        <p:spPr>
          <a:xfrm xmlns:a="http://schemas.openxmlformats.org/drawingml/2006/main">
            <a:off x="619125" y="542925"/>
            <a:ext cx="9525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500" b="1">
                <a:solidFill>
                  <a:srgbClr val="79B8FF"/>
                </a:solidFill>
                <a:latin typeface="Arial"/>
                <a:ea typeface="Arial"/>
                <a:cs typeface="Arial"/>
              </a:defRPr>
            </a:defPPr>
            <a:lvl1pPr algn="l">
              <a:buNone/>
              <a:defRPr sz="1500" b="1">
                <a:solidFill>
                  <a:srgbClr val="79B8FF"/>
                </a:solidFill>
                <a:latin typeface="Arial"/>
                <a:ea typeface="Arial"/>
                <a:cs typeface="Arial"/>
              </a:defRPr>
            </a:lvl1pPr>
            <a:lvl2pPr algn="l">
              <a:buNone/>
              <a:defRPr sz="1500" b="1">
                <a:solidFill>
                  <a:srgbClr val="79B8FF"/>
                </a:solidFill>
                <a:latin typeface="Arial"/>
                <a:ea typeface="Arial"/>
                <a:cs typeface="Arial"/>
              </a:defRPr>
            </a:lvl2pPr>
            <a:lvl3pPr algn="l">
              <a:buNone/>
              <a:defRPr sz="1500" b="1">
                <a:solidFill>
                  <a:srgbClr val="79B8FF"/>
                </a:solidFill>
                <a:latin typeface="Arial"/>
                <a:ea typeface="Arial"/>
                <a:cs typeface="Arial"/>
              </a:defRPr>
            </a:lvl3pPr>
            <a:lvl4pPr algn="l">
              <a:buNone/>
              <a:defRPr sz="1500" b="1">
                <a:solidFill>
                  <a:srgbClr val="79B8FF"/>
                </a:solidFill>
                <a:latin typeface="Arial"/>
                <a:ea typeface="Arial"/>
                <a:cs typeface="Arial"/>
              </a:defRPr>
            </a:lvl4pPr>
            <a:lvl5pPr algn="l">
              <a:buNone/>
              <a:defRPr sz="1500" b="1">
                <a:solidFill>
                  <a:srgbClr val="79B8FF"/>
                </a:solidFill>
                <a:latin typeface="Arial"/>
                <a:ea typeface="Arial"/>
                <a:cs typeface="Arial"/>
              </a:defRPr>
            </a:lvl5pPr>
            <a:lvl6pPr algn="l">
              <a:buNone/>
              <a:defRPr sz="1500" b="1">
                <a:solidFill>
                  <a:srgbClr val="79B8FF"/>
                </a:solidFill>
                <a:latin typeface="Arial"/>
                <a:ea typeface="Arial"/>
                <a:cs typeface="Arial"/>
              </a:defRPr>
            </a:lvl6pPr>
            <a:lvl7pPr algn="l">
              <a:buNone/>
              <a:defRPr sz="1500" b="1">
                <a:solidFill>
                  <a:srgbClr val="79B8FF"/>
                </a:solidFill>
                <a:latin typeface="Arial"/>
                <a:ea typeface="Arial"/>
                <a:cs typeface="Arial"/>
              </a:defRPr>
            </a:lvl7pPr>
            <a:lvl8pPr algn="l">
              <a:buNone/>
              <a:defRPr sz="1500" b="1">
                <a:solidFill>
                  <a:srgbClr val="79B8FF"/>
                </a:solidFill>
                <a:latin typeface="Arial"/>
                <a:ea typeface="Arial"/>
                <a:cs typeface="Arial"/>
              </a:defRPr>
            </a:lvl8pPr>
            <a:lvl9pPr algn="l">
              <a:buNone/>
              <a:defRPr sz="1500" b="1">
                <a:solidFill>
                  <a:srgbClr val="79B8FF"/>
                </a:solidFill>
                <a:latin typeface="Arial"/>
                <a:ea typeface="Arial"/>
                <a:cs typeface="Arial"/>
              </a:defRPr>
            </a:lvl9pPr>
          </a:lstStyle>
          <a:p xmlns:a="http://schemas.openxmlformats.org/drawingml/2006/main">
            <a:pPr algn="l">
              <a:buNone/>
              <a:defRPr sz="1500" b="1">
                <a:solidFill>
                  <a:srgbClr val="79B8FF"/>
                </a:solidFill>
                <a:latin typeface="Arial"/>
                <a:ea typeface="Arial"/>
                <a:cs typeface="Arial"/>
              </a:defRPr>
            </a:pPr>
            <a:r>
              <a:rPr sz="1500" b="1">
                <a:solidFill>
                  <a:srgbClr val="79B8FF"/>
                </a:solidFill>
                <a:latin typeface="Arial"/>
                <a:ea typeface="Arial"/>
                <a:cs typeface="Arial"/>
              </a:rPr>
              <a:t>EXPLORATION SPRINT 2026</a:t>
            </a:r>
          </a:p>
        </p:txBody>
      </p:sp>
      <p:sp>
        <p:nvSpPr>
          <p:cNvPr id="2" name="diagram-2">
            <a:extLst xmlns:a="http://schemas.openxmlformats.org/drawingml/2006/main">
              <a:ext uri="{FF2B5EF4-FFF2-40B4-BE49-F238E27FC236}">
                <a16:creationId xmlns:a16="http://schemas.microsoft.com/office/drawing/2014/main" id="{2109E7E6-D416-4797-A5EF-1B28C0BEB86B}"/>
              </a:ext>
            </a:extLst>
          </p:cNvPr>
          <p:cNvSpPr>
            <a:spLocks xmlns:a="http://schemas.openxmlformats.org/drawingml/2006/main" noGrp="1"/>
          </p:cNvSpPr>
          <p:nvPr/>
        </p:nvSpPr>
        <p:spPr>
          <a:xfrm xmlns:a="http://schemas.openxmlformats.org/drawingml/2006/main">
            <a:off x="619125" y="1495425"/>
            <a:ext cx="6953250" cy="2047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4800" b="1">
                <a:solidFill>
                  <a:srgbClr val="FFFFFF"/>
                </a:solidFill>
                <a:latin typeface="Arial"/>
                <a:ea typeface="Arial"/>
                <a:cs typeface="Arial"/>
              </a:defRPr>
            </a:defPPr>
            <a:lvl1pPr algn="l">
              <a:buNone/>
              <a:defRPr sz="6000" b="1">
                <a:solidFill>
                  <a:srgbClr val="FFFFFF"/>
                </a:solidFill>
                <a:latin typeface="Arial"/>
                <a:ea typeface="Arial"/>
                <a:cs typeface="Arial"/>
              </a:defRPr>
            </a:lvl1pPr>
            <a:lvl2pPr algn="l">
              <a:buNone/>
              <a:defRPr sz="6000" b="1">
                <a:solidFill>
                  <a:srgbClr val="FFFFFF"/>
                </a:solidFill>
                <a:latin typeface="Arial"/>
                <a:ea typeface="Arial"/>
                <a:cs typeface="Arial"/>
              </a:defRPr>
            </a:lvl2pPr>
            <a:lvl3pPr algn="l">
              <a:buNone/>
              <a:defRPr sz="6000" b="1">
                <a:solidFill>
                  <a:srgbClr val="FFFFFF"/>
                </a:solidFill>
                <a:latin typeface="Arial"/>
                <a:ea typeface="Arial"/>
                <a:cs typeface="Arial"/>
              </a:defRPr>
            </a:lvl3pPr>
            <a:lvl4pPr algn="l">
              <a:buNone/>
              <a:defRPr sz="6000" b="1">
                <a:solidFill>
                  <a:srgbClr val="FFFFFF"/>
                </a:solidFill>
                <a:latin typeface="Arial"/>
                <a:ea typeface="Arial"/>
                <a:cs typeface="Arial"/>
              </a:defRPr>
            </a:lvl4pPr>
            <a:lvl5pPr algn="l">
              <a:buNone/>
              <a:defRPr sz="6000" b="1">
                <a:solidFill>
                  <a:srgbClr val="FFFFFF"/>
                </a:solidFill>
                <a:latin typeface="Arial"/>
                <a:ea typeface="Arial"/>
                <a:cs typeface="Arial"/>
              </a:defRPr>
            </a:lvl5pPr>
            <a:lvl6pPr algn="l">
              <a:buNone/>
              <a:defRPr sz="6000" b="1">
                <a:solidFill>
                  <a:srgbClr val="FFFFFF"/>
                </a:solidFill>
                <a:latin typeface="Arial"/>
                <a:ea typeface="Arial"/>
                <a:cs typeface="Arial"/>
              </a:defRPr>
            </a:lvl6pPr>
            <a:lvl7pPr algn="l">
              <a:buNone/>
              <a:defRPr sz="6000" b="1">
                <a:solidFill>
                  <a:srgbClr val="FFFFFF"/>
                </a:solidFill>
                <a:latin typeface="Arial"/>
                <a:ea typeface="Arial"/>
                <a:cs typeface="Arial"/>
              </a:defRPr>
            </a:lvl7pPr>
            <a:lvl8pPr algn="l">
              <a:buNone/>
              <a:defRPr sz="6000" b="1">
                <a:solidFill>
                  <a:srgbClr val="FFFFFF"/>
                </a:solidFill>
                <a:latin typeface="Arial"/>
                <a:ea typeface="Arial"/>
                <a:cs typeface="Arial"/>
              </a:defRPr>
            </a:lvl8pPr>
            <a:lvl9pPr algn="l">
              <a:buNone/>
              <a:defRPr sz="6000" b="1">
                <a:solidFill>
                  <a:srgbClr val="FFFFFF"/>
                </a:solidFill>
                <a:latin typeface="Arial"/>
                <a:ea typeface="Arial"/>
                <a:cs typeface="Arial"/>
              </a:defRPr>
            </a:lvl9pPr>
          </a:lstStyle>
          <a:p xmlns:a="http://schemas.openxmlformats.org/drawingml/2006/main">
            <a:pPr algn="l">
              <a:buNone/>
              <a:defRPr sz="4800" b="1">
                <a:solidFill>
                  <a:srgbClr val="FFFFFF"/>
                </a:solidFill>
                <a:latin typeface="Arial"/>
                <a:ea typeface="Arial"/>
                <a:cs typeface="Arial"/>
              </a:defRPr>
            </a:pPr>
            <a:r>
              <a:rPr sz="4800" b="1">
                <a:solidFill>
                  <a:srgbClr val="FFFFFF"/>
                </a:solidFill>
                <a:latin typeface="Arial"/>
                <a:ea typeface="Arial"/>
                <a:cs typeface="Arial"/>
              </a:rPr>
              <a:t>Trợ lý</a:t>
            </a:r>
          </a:p>
          <a:p xmlns:a="http://schemas.openxmlformats.org/drawingml/2006/main">
            <a:pPr algn="l">
              <a:buNone/>
              <a:defRPr sz="4800" b="1">
                <a:solidFill>
                  <a:srgbClr val="FFFFFF"/>
                </a:solidFill>
                <a:latin typeface="Arial"/>
                <a:ea typeface="Arial"/>
                <a:cs typeface="Arial"/>
              </a:defRPr>
            </a:pPr>
            <a:r>
              <a:rPr sz="4800" b="1">
                <a:solidFill>
                  <a:srgbClr val="FFFFFF"/>
                </a:solidFill>
                <a:latin typeface="Arial"/>
                <a:ea typeface="Arial"/>
                <a:cs typeface="Arial"/>
              </a:rPr>
              <a:t>khám ngoại trú</a:t>
            </a:r>
          </a:p>
        </p:txBody>
      </p:sp>
      <p:sp>
        <p:nvSpPr>
          <p:cNvPr id="3" name="diagram-3">
            <a:extLst xmlns:a="http://schemas.openxmlformats.org/drawingml/2006/main">
              <a:ext uri="{FF2B5EF4-FFF2-40B4-BE49-F238E27FC236}">
                <a16:creationId xmlns:a16="http://schemas.microsoft.com/office/drawing/2014/main" id="{9A1F99F8-199C-405B-8457-2D03B926A47F}"/>
              </a:ext>
            </a:extLst>
          </p:cNvPr>
          <p:cNvSpPr>
            <a:spLocks xmlns:a="http://schemas.openxmlformats.org/drawingml/2006/main" noGrp="1"/>
          </p:cNvSpPr>
          <p:nvPr/>
        </p:nvSpPr>
        <p:spPr>
          <a:xfrm xmlns:a="http://schemas.openxmlformats.org/drawingml/2006/main">
            <a:off x="619125" y="3914775"/>
            <a:ext cx="7239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250" b="0">
                <a:solidFill>
                  <a:srgbClr val="D5E4F0"/>
                </a:solidFill>
                <a:latin typeface="Arial"/>
                <a:ea typeface="Arial"/>
                <a:cs typeface="Arial"/>
              </a:defRPr>
            </a:defPPr>
            <a:lvl1pPr algn="l">
              <a:buNone/>
              <a:defRPr sz="2400" b="0">
                <a:solidFill>
                  <a:srgbClr val="D5E4F0"/>
                </a:solidFill>
                <a:latin typeface="Arial"/>
                <a:ea typeface="Arial"/>
                <a:cs typeface="Arial"/>
              </a:defRPr>
            </a:lvl1pPr>
            <a:lvl2pPr algn="l">
              <a:buNone/>
              <a:defRPr sz="2400" b="0">
                <a:solidFill>
                  <a:srgbClr val="D5E4F0"/>
                </a:solidFill>
                <a:latin typeface="Arial"/>
                <a:ea typeface="Arial"/>
                <a:cs typeface="Arial"/>
              </a:defRPr>
            </a:lvl2pPr>
            <a:lvl3pPr algn="l">
              <a:buNone/>
              <a:defRPr sz="2400" b="0">
                <a:solidFill>
                  <a:srgbClr val="D5E4F0"/>
                </a:solidFill>
                <a:latin typeface="Arial"/>
                <a:ea typeface="Arial"/>
                <a:cs typeface="Arial"/>
              </a:defRPr>
            </a:lvl3pPr>
            <a:lvl4pPr algn="l">
              <a:buNone/>
              <a:defRPr sz="2400" b="0">
                <a:solidFill>
                  <a:srgbClr val="D5E4F0"/>
                </a:solidFill>
                <a:latin typeface="Arial"/>
                <a:ea typeface="Arial"/>
                <a:cs typeface="Arial"/>
              </a:defRPr>
            </a:lvl4pPr>
            <a:lvl5pPr algn="l">
              <a:buNone/>
              <a:defRPr sz="2400" b="0">
                <a:solidFill>
                  <a:srgbClr val="D5E4F0"/>
                </a:solidFill>
                <a:latin typeface="Arial"/>
                <a:ea typeface="Arial"/>
                <a:cs typeface="Arial"/>
              </a:defRPr>
            </a:lvl5pPr>
            <a:lvl6pPr algn="l">
              <a:buNone/>
              <a:defRPr sz="2400" b="0">
                <a:solidFill>
                  <a:srgbClr val="D5E4F0"/>
                </a:solidFill>
                <a:latin typeface="Arial"/>
                <a:ea typeface="Arial"/>
                <a:cs typeface="Arial"/>
              </a:defRPr>
            </a:lvl6pPr>
            <a:lvl7pPr algn="l">
              <a:buNone/>
              <a:defRPr sz="2400" b="0">
                <a:solidFill>
                  <a:srgbClr val="D5E4F0"/>
                </a:solidFill>
                <a:latin typeface="Arial"/>
                <a:ea typeface="Arial"/>
                <a:cs typeface="Arial"/>
              </a:defRPr>
            </a:lvl7pPr>
            <a:lvl8pPr algn="l">
              <a:buNone/>
              <a:defRPr sz="2400" b="0">
                <a:solidFill>
                  <a:srgbClr val="D5E4F0"/>
                </a:solidFill>
                <a:latin typeface="Arial"/>
                <a:ea typeface="Arial"/>
                <a:cs typeface="Arial"/>
              </a:defRPr>
            </a:lvl8pPr>
            <a:lvl9pPr algn="l">
              <a:buNone/>
              <a:defRPr sz="2400" b="0">
                <a:solidFill>
                  <a:srgbClr val="D5E4F0"/>
                </a:solidFill>
                <a:latin typeface="Arial"/>
                <a:ea typeface="Arial"/>
                <a:cs typeface="Arial"/>
              </a:defRPr>
            </a:lvl9pPr>
          </a:lstStyle>
          <a:p xmlns:a="http://schemas.openxmlformats.org/drawingml/2006/main">
            <a:pPr algn="l">
              <a:buNone/>
              <a:defRPr sz="2250" b="0">
                <a:solidFill>
                  <a:srgbClr val="D5E4F0"/>
                </a:solidFill>
                <a:latin typeface="Arial"/>
                <a:ea typeface="Arial"/>
                <a:cs typeface="Arial"/>
              </a:defRPr>
            </a:pPr>
            <a:r>
              <a:rPr sz="2250" b="0">
                <a:solidFill>
                  <a:srgbClr val="D5E4F0"/>
                </a:solidFill>
                <a:latin typeface="Arial"/>
                <a:ea typeface="Arial"/>
                <a:cs typeface="Arial"/>
              </a:rPr>
              <a:t>Điều phối thủ tục theo lượng người chờ</a:t>
            </a:r>
          </a:p>
          <a:p xmlns:a="http://schemas.openxmlformats.org/drawingml/2006/main">
            <a:pPr algn="l">
              <a:buNone/>
              <a:defRPr sz="2250" b="0">
                <a:solidFill>
                  <a:srgbClr val="D5E4F0"/>
                </a:solidFill>
                <a:latin typeface="Arial"/>
                <a:ea typeface="Arial"/>
                <a:cs typeface="Arial"/>
              </a:defRPr>
            </a:pPr>
            <a:r>
              <a:rPr sz="2250" b="0">
                <a:solidFill>
                  <a:srgbClr val="D5E4F0"/>
                </a:solidFill>
                <a:latin typeface="Arial"/>
                <a:ea typeface="Arial"/>
                <a:cs typeface="Arial"/>
              </a:rPr>
              <a:t>và dẫn đường trong bệnh viện</a:t>
            </a:r>
          </a:p>
        </p:txBody>
      </p:sp>
      <p:sp>
        <p:nvSpPr>
          <p:cNvPr id="4" name="diagram-4">
            <a:extLst xmlns:a="http://schemas.openxmlformats.org/drawingml/2006/main">
              <a:ext uri="{FF2B5EF4-FFF2-40B4-BE49-F238E27FC236}">
                <a16:creationId xmlns:a16="http://schemas.microsoft.com/office/drawing/2014/main" id="{F2CABBD5-3B5C-421D-BAF8-67A9D1EA5B1A}"/>
              </a:ext>
            </a:extLst>
          </p:cNvPr>
          <p:cNvSpPr>
            <a:spLocks xmlns:a="http://schemas.openxmlformats.org/drawingml/2006/main" noGrp="1"/>
          </p:cNvSpPr>
          <p:nvPr/>
        </p:nvSpPr>
        <p:spPr>
          <a:xfrm xmlns:a="http://schemas.openxmlformats.org/drawingml/2006/main">
            <a:off x="8572500" y="1238250"/>
            <a:ext cx="2857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325" b="1">
                <a:solidFill>
                  <a:srgbClr val="79B8FF"/>
                </a:solidFill>
                <a:latin typeface="Arial"/>
                <a:ea typeface="Arial"/>
                <a:cs typeface="Arial"/>
              </a:defRPr>
            </a:defPPr>
            <a:lvl1pPr algn="l">
              <a:buNone/>
              <a:defRPr sz="2325" b="1">
                <a:solidFill>
                  <a:srgbClr val="79B8FF"/>
                </a:solidFill>
                <a:latin typeface="Arial"/>
                <a:ea typeface="Arial"/>
                <a:cs typeface="Arial"/>
              </a:defRPr>
            </a:lvl1pPr>
            <a:lvl2pPr algn="l">
              <a:buNone/>
              <a:defRPr sz="2325" b="1">
                <a:solidFill>
                  <a:srgbClr val="79B8FF"/>
                </a:solidFill>
                <a:latin typeface="Arial"/>
                <a:ea typeface="Arial"/>
                <a:cs typeface="Arial"/>
              </a:defRPr>
            </a:lvl2pPr>
            <a:lvl3pPr algn="l">
              <a:buNone/>
              <a:defRPr sz="2325" b="1">
                <a:solidFill>
                  <a:srgbClr val="79B8FF"/>
                </a:solidFill>
                <a:latin typeface="Arial"/>
                <a:ea typeface="Arial"/>
                <a:cs typeface="Arial"/>
              </a:defRPr>
            </a:lvl3pPr>
            <a:lvl4pPr algn="l">
              <a:buNone/>
              <a:defRPr sz="2325" b="1">
                <a:solidFill>
                  <a:srgbClr val="79B8FF"/>
                </a:solidFill>
                <a:latin typeface="Arial"/>
                <a:ea typeface="Arial"/>
                <a:cs typeface="Arial"/>
              </a:defRPr>
            </a:lvl4pPr>
            <a:lvl5pPr algn="l">
              <a:buNone/>
              <a:defRPr sz="2325" b="1">
                <a:solidFill>
                  <a:srgbClr val="79B8FF"/>
                </a:solidFill>
                <a:latin typeface="Arial"/>
                <a:ea typeface="Arial"/>
                <a:cs typeface="Arial"/>
              </a:defRPr>
            </a:lvl5pPr>
            <a:lvl6pPr algn="l">
              <a:buNone/>
              <a:defRPr sz="2325" b="1">
                <a:solidFill>
                  <a:srgbClr val="79B8FF"/>
                </a:solidFill>
                <a:latin typeface="Arial"/>
                <a:ea typeface="Arial"/>
                <a:cs typeface="Arial"/>
              </a:defRPr>
            </a:lvl6pPr>
            <a:lvl7pPr algn="l">
              <a:buNone/>
              <a:defRPr sz="2325" b="1">
                <a:solidFill>
                  <a:srgbClr val="79B8FF"/>
                </a:solidFill>
                <a:latin typeface="Arial"/>
                <a:ea typeface="Arial"/>
                <a:cs typeface="Arial"/>
              </a:defRPr>
            </a:lvl7pPr>
            <a:lvl8pPr algn="l">
              <a:buNone/>
              <a:defRPr sz="2325" b="1">
                <a:solidFill>
                  <a:srgbClr val="79B8FF"/>
                </a:solidFill>
                <a:latin typeface="Arial"/>
                <a:ea typeface="Arial"/>
                <a:cs typeface="Arial"/>
              </a:defRPr>
            </a:lvl8pPr>
            <a:lvl9pPr algn="l">
              <a:buNone/>
              <a:defRPr sz="2325" b="1">
                <a:solidFill>
                  <a:srgbClr val="79B8FF"/>
                </a:solidFill>
                <a:latin typeface="Arial"/>
                <a:ea typeface="Arial"/>
                <a:cs typeface="Arial"/>
              </a:defRPr>
            </a:lvl9pPr>
          </a:lstStyle>
          <a:p xmlns:a="http://schemas.openxmlformats.org/drawingml/2006/main">
            <a:pPr algn="l">
              <a:buNone/>
              <a:defRPr sz="2325" b="1">
                <a:solidFill>
                  <a:srgbClr val="79B8FF"/>
                </a:solidFill>
                <a:latin typeface="Arial"/>
                <a:ea typeface="Arial"/>
                <a:cs typeface="Arial"/>
              </a:defRPr>
            </a:pPr>
            <a:r>
              <a:rPr sz="2325" b="1">
                <a:solidFill>
                  <a:srgbClr val="79B8FF"/>
                </a:solidFill>
                <a:latin typeface="Arial"/>
                <a:ea typeface="Arial"/>
                <a:cs typeface="Arial"/>
              </a:rPr>
              <a:t>Việc gì tiếp?</a:t>
            </a:r>
          </a:p>
          <a:p xmlns:a="http://schemas.openxmlformats.org/drawingml/2006/main">
            <a:pPr algn="l">
              <a:buNone/>
              <a:defRPr sz="2325" b="1">
                <a:solidFill>
                  <a:srgbClr val="79B8FF"/>
                </a:solidFill>
                <a:latin typeface="Arial"/>
                <a:ea typeface="Arial"/>
                <a:cs typeface="Arial"/>
              </a:defRPr>
            </a:pPr>
            <a:r>
              <a:rPr sz="2325" b="1">
                <a:solidFill>
                  <a:srgbClr val="79B8FF"/>
                </a:solidFill>
                <a:latin typeface="Arial"/>
                <a:ea typeface="Arial"/>
                <a:cs typeface="Arial"/>
              </a:rPr>
              <a:t>Tới đâu?</a:t>
            </a:r>
          </a:p>
          <a:p xmlns:a="http://schemas.openxmlformats.org/drawingml/2006/main">
            <a:pPr algn="l">
              <a:buNone/>
              <a:defRPr sz="2325" b="1">
                <a:solidFill>
                  <a:srgbClr val="79B8FF"/>
                </a:solidFill>
                <a:latin typeface="Arial"/>
                <a:ea typeface="Arial"/>
                <a:cs typeface="Arial"/>
              </a:defRPr>
            </a:pPr>
            <a:r>
              <a:rPr sz="2325" b="1">
                <a:solidFill>
                  <a:srgbClr val="79B8FF"/>
                </a:solidFill>
                <a:latin typeface="Arial"/>
                <a:ea typeface="Arial"/>
                <a:cs typeface="Arial"/>
              </a:rPr>
              <a:t>Khi nào?</a:t>
            </a:r>
          </a:p>
        </p:txBody>
      </p:sp>
      <p:pic>
        <p:nvPicPr>
          <p:cNvPr id="5" name="">
            <a:extLst xmlns:a="http://schemas.openxmlformats.org/drawingml/2006/main">
              <a:ext uri="{FF2B5EF4-FFF2-40B4-BE49-F238E27FC236}">
                <a16:creationId xmlns:a16="http://schemas.microsoft.com/office/drawing/2014/main" id="{B8EA9BF3-E142-4E93-BCA4-B9DC665769E2}"/>
              </a:ext>
            </a:extLst>
          </p:cNvPr>
          <p:cNvPicPr>
            <a:picLocks xmlns:a="http://schemas.openxmlformats.org/drawingml/2006/main" noChangeAspect="1"/>
          </p:cNvPicPr>
          <p:nvPr/>
        </p:nvPicPr>
        <p:blipFill>
          <a:blip xmlns:r="http://schemas.openxmlformats.org/officeDocument/2006/relationships" xmlns:a="http://schemas.openxmlformats.org/drawingml/2006/main" r:embed="R5b22cb37af7d43f5"/>
          <a:stretch xmlns:a="http://schemas.openxmlformats.org/drawingml/2006/main"/>
        </p:blipFill>
        <p:spPr>
          <a:xfrm xmlns:a="http://schemas.openxmlformats.org/drawingml/2006/main">
            <a:off x="8167688" y="2905125"/>
            <a:ext cx="2619375" cy="3143250"/>
          </a:xfrm>
          <a:prstGeom xmlns:a="http://schemas.openxmlformats.org/drawingml/2006/main" prst="rect">
            <a:avLst/>
          </a:prstGeom>
        </p:spPr>
      </p:pic>
      <p:sp>
        <p:nvSpPr>
          <p:cNvPr id="6" name="diagram-5">
            <a:extLst xmlns:a="http://schemas.openxmlformats.org/drawingml/2006/main">
              <a:ext uri="{FF2B5EF4-FFF2-40B4-BE49-F238E27FC236}">
                <a16:creationId xmlns:a16="http://schemas.microsoft.com/office/drawing/2014/main" id="{BBE33AA6-0658-4157-BB2A-689BF51D2B9F}"/>
              </a:ext>
            </a:extLst>
          </p:cNvPr>
          <p:cNvSpPr>
            <a:spLocks xmlns:a="http://schemas.openxmlformats.org/drawingml/2006/main" noGrp="1"/>
          </p:cNvSpPr>
          <p:nvPr/>
        </p:nvSpPr>
        <p:spPr>
          <a:xfrm xmlns:a="http://schemas.openxmlformats.org/drawingml/2006/main">
            <a:off x="619125" y="6200775"/>
            <a:ext cx="10001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275" b="0">
                <a:solidFill>
                  <a:srgbClr val="C1D2E0"/>
                </a:solidFill>
                <a:latin typeface="Arial"/>
                <a:ea typeface="Arial"/>
                <a:cs typeface="Arial"/>
              </a:defRPr>
            </a:defPPr>
            <a:lvl1pPr algn="l">
              <a:buNone/>
              <a:defRPr sz="1275" b="0">
                <a:solidFill>
                  <a:srgbClr val="C1D2E0"/>
                </a:solidFill>
                <a:latin typeface="Arial"/>
                <a:ea typeface="Arial"/>
                <a:cs typeface="Arial"/>
              </a:defRPr>
            </a:lvl1pPr>
            <a:lvl2pPr algn="l">
              <a:buNone/>
              <a:defRPr sz="1275" b="0">
                <a:solidFill>
                  <a:srgbClr val="C1D2E0"/>
                </a:solidFill>
                <a:latin typeface="Arial"/>
                <a:ea typeface="Arial"/>
                <a:cs typeface="Arial"/>
              </a:defRPr>
            </a:lvl2pPr>
            <a:lvl3pPr algn="l">
              <a:buNone/>
              <a:defRPr sz="1275" b="0">
                <a:solidFill>
                  <a:srgbClr val="C1D2E0"/>
                </a:solidFill>
                <a:latin typeface="Arial"/>
                <a:ea typeface="Arial"/>
                <a:cs typeface="Arial"/>
              </a:defRPr>
            </a:lvl3pPr>
            <a:lvl4pPr algn="l">
              <a:buNone/>
              <a:defRPr sz="1275" b="0">
                <a:solidFill>
                  <a:srgbClr val="C1D2E0"/>
                </a:solidFill>
                <a:latin typeface="Arial"/>
                <a:ea typeface="Arial"/>
                <a:cs typeface="Arial"/>
              </a:defRPr>
            </a:lvl4pPr>
            <a:lvl5pPr algn="l">
              <a:buNone/>
              <a:defRPr sz="1275" b="0">
                <a:solidFill>
                  <a:srgbClr val="C1D2E0"/>
                </a:solidFill>
                <a:latin typeface="Arial"/>
                <a:ea typeface="Arial"/>
                <a:cs typeface="Arial"/>
              </a:defRPr>
            </a:lvl5pPr>
            <a:lvl6pPr algn="l">
              <a:buNone/>
              <a:defRPr sz="1275" b="0">
                <a:solidFill>
                  <a:srgbClr val="C1D2E0"/>
                </a:solidFill>
                <a:latin typeface="Arial"/>
                <a:ea typeface="Arial"/>
                <a:cs typeface="Arial"/>
              </a:defRPr>
            </a:lvl6pPr>
            <a:lvl7pPr algn="l">
              <a:buNone/>
              <a:defRPr sz="1275" b="0">
                <a:solidFill>
                  <a:srgbClr val="C1D2E0"/>
                </a:solidFill>
                <a:latin typeface="Arial"/>
                <a:ea typeface="Arial"/>
                <a:cs typeface="Arial"/>
              </a:defRPr>
            </a:lvl7pPr>
            <a:lvl8pPr algn="l">
              <a:buNone/>
              <a:defRPr sz="1275" b="0">
                <a:solidFill>
                  <a:srgbClr val="C1D2E0"/>
                </a:solidFill>
                <a:latin typeface="Arial"/>
                <a:ea typeface="Arial"/>
                <a:cs typeface="Arial"/>
              </a:defRPr>
            </a:lvl8pPr>
            <a:lvl9pPr algn="l">
              <a:buNone/>
              <a:defRPr sz="1275" b="0">
                <a:solidFill>
                  <a:srgbClr val="C1D2E0"/>
                </a:solidFill>
                <a:latin typeface="Arial"/>
                <a:ea typeface="Arial"/>
                <a:cs typeface="Arial"/>
              </a:defRPr>
            </a:lvl9pPr>
          </a:lstStyle>
          <a:p xmlns:a="http://schemas.openxmlformats.org/drawingml/2006/main">
            <a:pPr algn="l">
              <a:buNone/>
              <a:defRPr sz="1275" b="0">
                <a:solidFill>
                  <a:srgbClr val="C1D2E0"/>
                </a:solidFill>
                <a:latin typeface="Arial"/>
                <a:ea typeface="Arial"/>
                <a:cs typeface="Arial"/>
              </a:defRPr>
            </a:pPr>
            <a:r>
              <a:rPr sz="1275" b="0">
                <a:solidFill>
                  <a:srgbClr val="C1D2E0"/>
                </a:solidFill>
                <a:latin typeface="Arial"/>
                <a:ea typeface="Arial"/>
                <a:cs typeface="Arial"/>
              </a:rPr>
              <a:t>Vinmec · Prototype điều phối và dẫn đường · 20/10/2026</a:t>
            </a:r>
          </a:p>
        </p:txBody>
      </p:sp>
      <p:sp>
        <p:nvSpPr>
          <p:cNvPr id="7" name="diagram-6">
            <a:extLst xmlns:a="http://schemas.openxmlformats.org/drawingml/2006/main">
              <a:ext uri="{FF2B5EF4-FFF2-40B4-BE49-F238E27FC236}">
                <a16:creationId xmlns:a16="http://schemas.microsoft.com/office/drawing/2014/main" id="{7CFC3480-B452-4607-9032-1BF1B82BB0CA}"/>
              </a:ext>
            </a:extLst>
          </p:cNvPr>
          <p:cNvSpPr>
            <a:spLocks xmlns:a="http://schemas.openxmlformats.org/drawingml/2006/main" noGrp="1"/>
          </p:cNvSpPr>
          <p:nvPr/>
        </p:nvSpPr>
        <p:spPr>
          <a:xfrm xmlns:a="http://schemas.openxmlformats.org/drawingml/2006/main">
            <a:off x="11287125" y="6200775"/>
            <a:ext cx="4286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1350" b="1">
                <a:solidFill>
                  <a:srgbClr val="79B8FF"/>
                </a:solidFill>
                <a:latin typeface="Arial"/>
                <a:ea typeface="Arial"/>
                <a:cs typeface="Arial"/>
              </a:defRPr>
            </a:defPPr>
            <a:lvl1pPr algn="r">
              <a:buNone/>
              <a:defRPr sz="1350" b="1">
                <a:solidFill>
                  <a:srgbClr val="79B8FF"/>
                </a:solidFill>
                <a:latin typeface="Arial"/>
                <a:ea typeface="Arial"/>
                <a:cs typeface="Arial"/>
              </a:defRPr>
            </a:lvl1pPr>
            <a:lvl2pPr algn="r">
              <a:buNone/>
              <a:defRPr sz="1350" b="1">
                <a:solidFill>
                  <a:srgbClr val="79B8FF"/>
                </a:solidFill>
                <a:latin typeface="Arial"/>
                <a:ea typeface="Arial"/>
                <a:cs typeface="Arial"/>
              </a:defRPr>
            </a:lvl2pPr>
            <a:lvl3pPr algn="r">
              <a:buNone/>
              <a:defRPr sz="1350" b="1">
                <a:solidFill>
                  <a:srgbClr val="79B8FF"/>
                </a:solidFill>
                <a:latin typeface="Arial"/>
                <a:ea typeface="Arial"/>
                <a:cs typeface="Arial"/>
              </a:defRPr>
            </a:lvl3pPr>
            <a:lvl4pPr algn="r">
              <a:buNone/>
              <a:defRPr sz="1350" b="1">
                <a:solidFill>
                  <a:srgbClr val="79B8FF"/>
                </a:solidFill>
                <a:latin typeface="Arial"/>
                <a:ea typeface="Arial"/>
                <a:cs typeface="Arial"/>
              </a:defRPr>
            </a:lvl4pPr>
            <a:lvl5pPr algn="r">
              <a:buNone/>
              <a:defRPr sz="1350" b="1">
                <a:solidFill>
                  <a:srgbClr val="79B8FF"/>
                </a:solidFill>
                <a:latin typeface="Arial"/>
                <a:ea typeface="Arial"/>
                <a:cs typeface="Arial"/>
              </a:defRPr>
            </a:lvl5pPr>
            <a:lvl6pPr algn="r">
              <a:buNone/>
              <a:defRPr sz="1350" b="1">
                <a:solidFill>
                  <a:srgbClr val="79B8FF"/>
                </a:solidFill>
                <a:latin typeface="Arial"/>
                <a:ea typeface="Arial"/>
                <a:cs typeface="Arial"/>
              </a:defRPr>
            </a:lvl6pPr>
            <a:lvl7pPr algn="r">
              <a:buNone/>
              <a:defRPr sz="1350" b="1">
                <a:solidFill>
                  <a:srgbClr val="79B8FF"/>
                </a:solidFill>
                <a:latin typeface="Arial"/>
                <a:ea typeface="Arial"/>
                <a:cs typeface="Arial"/>
              </a:defRPr>
            </a:lvl7pPr>
            <a:lvl8pPr algn="r">
              <a:buNone/>
              <a:defRPr sz="1350" b="1">
                <a:solidFill>
                  <a:srgbClr val="79B8FF"/>
                </a:solidFill>
                <a:latin typeface="Arial"/>
                <a:ea typeface="Arial"/>
                <a:cs typeface="Arial"/>
              </a:defRPr>
            </a:lvl8pPr>
            <a:lvl9pPr algn="r">
              <a:buNone/>
              <a:defRPr sz="1350" b="1">
                <a:solidFill>
                  <a:srgbClr val="79B8FF"/>
                </a:solidFill>
                <a:latin typeface="Arial"/>
                <a:ea typeface="Arial"/>
                <a:cs typeface="Arial"/>
              </a:defRPr>
            </a:lvl9pPr>
          </a:lstStyle>
          <a:p xmlns:a="http://schemas.openxmlformats.org/drawingml/2006/main">
            <a:pPr algn="r">
              <a:buNone/>
              <a:defRPr sz="1350" b="1">
                <a:solidFill>
                  <a:srgbClr val="79B8FF"/>
                </a:solidFill>
                <a:latin typeface="Arial"/>
                <a:ea typeface="Arial"/>
                <a:cs typeface="Arial"/>
              </a:defRPr>
            </a:pPr>
            <a:r>
              <a:rPr sz="1350" b="1">
                <a:solidFill>
                  <a:srgbClr val="79B8FF"/>
                </a:solidFill>
                <a:latin typeface="Arial"/>
                <a:ea typeface="Arial"/>
                <a:cs typeface="Arial"/>
              </a:rPr>
              <a:t>01</a:t>
            </a:r>
          </a:p>
        </p:txBody>
      </p:sp>
    </p:spTree>
    <p:extLst>
      <p:ext uri="{BB962C8B-B14F-4D97-AF65-F5344CB8AC3E}">
        <p14:creationId xmlns:p14="http://schemas.microsoft.com/office/powerpoint/2010/main" val="403818456"/>
      </p:ext>
    </p:extLst>
  </p:cSld>
</p:sld>
</file>

<file path=ppt/slides/slide2.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4" name="diagram-7">
            <a:extLst xmlns:a="http://schemas.openxmlformats.org/drawingml/2006/main">
              <a:ext uri="{FF2B5EF4-FFF2-40B4-BE49-F238E27FC236}">
                <a16:creationId xmlns:a16="http://schemas.microsoft.com/office/drawing/2014/main" id="{1E7AB22E-A91A-4E7A-881A-51136075FF03}"/>
              </a:ext>
            </a:extLst>
          </p:cNvPr>
          <p:cNvSpPr>
            <a:spLocks xmlns:a="http://schemas.openxmlformats.org/drawingml/2006/main" noGrp="1"/>
          </p:cNvSpPr>
          <p:nvPr/>
        </p:nvSpPr>
        <p:spPr>
          <a:xfrm xmlns:a="http://schemas.openxmlformats.org/drawingml/2006/main">
            <a:off x="571500" y="4000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150" b="1">
                <a:solidFill>
                  <a:srgbClr val="102A43"/>
                </a:solidFill>
                <a:latin typeface="Arial"/>
                <a:ea typeface="Arial"/>
                <a:cs typeface="Arial"/>
              </a:defRPr>
            </a:defPPr>
            <a:lvl1pPr algn="l">
              <a:buNone/>
              <a:defRPr sz="3150" b="1">
                <a:solidFill>
                  <a:srgbClr val="102A43"/>
                </a:solidFill>
                <a:latin typeface="Arial"/>
                <a:ea typeface="Arial"/>
                <a:cs typeface="Arial"/>
              </a:defRPr>
            </a:lvl1pPr>
            <a:lvl2pPr algn="l">
              <a:buNone/>
              <a:defRPr sz="3150" b="1">
                <a:solidFill>
                  <a:srgbClr val="102A43"/>
                </a:solidFill>
                <a:latin typeface="Arial"/>
                <a:ea typeface="Arial"/>
                <a:cs typeface="Arial"/>
              </a:defRPr>
            </a:lvl2pPr>
            <a:lvl3pPr algn="l">
              <a:buNone/>
              <a:defRPr sz="3150" b="1">
                <a:solidFill>
                  <a:srgbClr val="102A43"/>
                </a:solidFill>
                <a:latin typeface="Arial"/>
                <a:ea typeface="Arial"/>
                <a:cs typeface="Arial"/>
              </a:defRPr>
            </a:lvl3pPr>
            <a:lvl4pPr algn="l">
              <a:buNone/>
              <a:defRPr sz="3150" b="1">
                <a:solidFill>
                  <a:srgbClr val="102A43"/>
                </a:solidFill>
                <a:latin typeface="Arial"/>
                <a:ea typeface="Arial"/>
                <a:cs typeface="Arial"/>
              </a:defRPr>
            </a:lvl4pPr>
            <a:lvl5pPr algn="l">
              <a:buNone/>
              <a:defRPr sz="3150" b="1">
                <a:solidFill>
                  <a:srgbClr val="102A43"/>
                </a:solidFill>
                <a:latin typeface="Arial"/>
                <a:ea typeface="Arial"/>
                <a:cs typeface="Arial"/>
              </a:defRPr>
            </a:lvl5pPr>
            <a:lvl6pPr algn="l">
              <a:buNone/>
              <a:defRPr sz="3150" b="1">
                <a:solidFill>
                  <a:srgbClr val="102A43"/>
                </a:solidFill>
                <a:latin typeface="Arial"/>
                <a:ea typeface="Arial"/>
                <a:cs typeface="Arial"/>
              </a:defRPr>
            </a:lvl6pPr>
            <a:lvl7pPr algn="l">
              <a:buNone/>
              <a:defRPr sz="3150" b="1">
                <a:solidFill>
                  <a:srgbClr val="102A43"/>
                </a:solidFill>
                <a:latin typeface="Arial"/>
                <a:ea typeface="Arial"/>
                <a:cs typeface="Arial"/>
              </a:defRPr>
            </a:lvl7pPr>
            <a:lvl8pPr algn="l">
              <a:buNone/>
              <a:defRPr sz="3150" b="1">
                <a:solidFill>
                  <a:srgbClr val="102A43"/>
                </a:solidFill>
                <a:latin typeface="Arial"/>
                <a:ea typeface="Arial"/>
                <a:cs typeface="Arial"/>
              </a:defRPr>
            </a:lvl8pPr>
            <a:lvl9pPr algn="l">
              <a:buNone/>
              <a:defRPr sz="3150" b="1">
                <a:solidFill>
                  <a:srgbClr val="102A43"/>
                </a:solidFill>
                <a:latin typeface="Arial"/>
                <a:ea typeface="Arial"/>
                <a:cs typeface="Arial"/>
              </a:defRPr>
            </a:lvl9pPr>
          </a:lstStyle>
          <a:p xmlns:a="http://schemas.openxmlformats.org/drawingml/2006/main">
            <a:pPr algn="l">
              <a:buNone/>
              <a:defRPr sz="3150" b="1">
                <a:solidFill>
                  <a:srgbClr val="102A43"/>
                </a:solidFill>
                <a:latin typeface="Arial"/>
                <a:ea typeface="Arial"/>
                <a:cs typeface="Arial"/>
              </a:defRPr>
            </a:pPr>
            <a:r>
              <a:rPr sz="3150" b="1">
                <a:solidFill>
                  <a:srgbClr val="102A43"/>
                </a:solidFill>
                <a:latin typeface="Arial"/>
                <a:ea typeface="Arial"/>
                <a:cs typeface="Arial"/>
              </a:rPr>
              <a:t>Nghiên cứu trải nghiệm</a:t>
            </a:r>
          </a:p>
        </p:txBody>
      </p:sp>
      <p:sp>
        <p:nvSpPr>
          <p:cNvPr id="2" name="diagram-8">
            <a:extLst xmlns:a="http://schemas.openxmlformats.org/drawingml/2006/main">
              <a:ext uri="{FF2B5EF4-FFF2-40B4-BE49-F238E27FC236}">
                <a16:creationId xmlns:a16="http://schemas.microsoft.com/office/drawing/2014/main" id="{33A247C4-F0D1-4210-8F5E-A86077BAA0D8}"/>
              </a:ext>
            </a:extLst>
          </p:cNvPr>
          <p:cNvSpPr>
            <a:spLocks xmlns:a="http://schemas.openxmlformats.org/drawingml/2006/main" noGrp="1"/>
          </p:cNvSpPr>
          <p:nvPr/>
        </p:nvSpPr>
        <p:spPr>
          <a:xfrm xmlns:a="http://schemas.openxmlformats.org/drawingml/2006/main">
            <a:off x="571500" y="1143000"/>
            <a:ext cx="11049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725" b="0">
                <a:solidFill>
                  <a:srgbClr val="526773"/>
                </a:solidFill>
                <a:latin typeface="Arial"/>
                <a:ea typeface="Arial"/>
                <a:cs typeface="Arial"/>
              </a:defRPr>
            </a:defPPr>
            <a:lvl1pPr algn="l">
              <a:buNone/>
              <a:defRPr sz="1725" b="0">
                <a:solidFill>
                  <a:srgbClr val="526773"/>
                </a:solidFill>
                <a:latin typeface="Arial"/>
                <a:ea typeface="Arial"/>
                <a:cs typeface="Arial"/>
              </a:defRPr>
            </a:lvl1pPr>
            <a:lvl2pPr algn="l">
              <a:buNone/>
              <a:defRPr sz="1725" b="0">
                <a:solidFill>
                  <a:srgbClr val="526773"/>
                </a:solidFill>
                <a:latin typeface="Arial"/>
                <a:ea typeface="Arial"/>
                <a:cs typeface="Arial"/>
              </a:defRPr>
            </a:lvl2pPr>
            <a:lvl3pPr algn="l">
              <a:buNone/>
              <a:defRPr sz="1725" b="0">
                <a:solidFill>
                  <a:srgbClr val="526773"/>
                </a:solidFill>
                <a:latin typeface="Arial"/>
                <a:ea typeface="Arial"/>
                <a:cs typeface="Arial"/>
              </a:defRPr>
            </a:lvl3pPr>
            <a:lvl4pPr algn="l">
              <a:buNone/>
              <a:defRPr sz="1725" b="0">
                <a:solidFill>
                  <a:srgbClr val="526773"/>
                </a:solidFill>
                <a:latin typeface="Arial"/>
                <a:ea typeface="Arial"/>
                <a:cs typeface="Arial"/>
              </a:defRPr>
            </a:lvl4pPr>
            <a:lvl5pPr algn="l">
              <a:buNone/>
              <a:defRPr sz="1725" b="0">
                <a:solidFill>
                  <a:srgbClr val="526773"/>
                </a:solidFill>
                <a:latin typeface="Arial"/>
                <a:ea typeface="Arial"/>
                <a:cs typeface="Arial"/>
              </a:defRPr>
            </a:lvl5pPr>
            <a:lvl6pPr algn="l">
              <a:buNone/>
              <a:defRPr sz="1725" b="0">
                <a:solidFill>
                  <a:srgbClr val="526773"/>
                </a:solidFill>
                <a:latin typeface="Arial"/>
                <a:ea typeface="Arial"/>
                <a:cs typeface="Arial"/>
              </a:defRPr>
            </a:lvl6pPr>
            <a:lvl7pPr algn="l">
              <a:buNone/>
              <a:defRPr sz="1725" b="0">
                <a:solidFill>
                  <a:srgbClr val="526773"/>
                </a:solidFill>
                <a:latin typeface="Arial"/>
                <a:ea typeface="Arial"/>
                <a:cs typeface="Arial"/>
              </a:defRPr>
            </a:lvl7pPr>
            <a:lvl8pPr algn="l">
              <a:buNone/>
              <a:defRPr sz="1725" b="0">
                <a:solidFill>
                  <a:srgbClr val="526773"/>
                </a:solidFill>
                <a:latin typeface="Arial"/>
                <a:ea typeface="Arial"/>
                <a:cs typeface="Arial"/>
              </a:defRPr>
            </a:lvl8pPr>
            <a:lvl9pPr algn="l">
              <a:buNone/>
              <a:defRPr sz="1725" b="0">
                <a:solidFill>
                  <a:srgbClr val="526773"/>
                </a:solidFill>
                <a:latin typeface="Arial"/>
                <a:ea typeface="Arial"/>
                <a:cs typeface="Arial"/>
              </a:defRPr>
            </a:lvl9pPr>
          </a:lstStyle>
          <a:p xmlns:a="http://schemas.openxmlformats.org/drawingml/2006/main">
            <a:pPr algn="l">
              <a:buNone/>
              <a:defRPr sz="1725" b="0">
                <a:solidFill>
                  <a:srgbClr val="526773"/>
                </a:solidFill>
                <a:latin typeface="Arial"/>
                <a:ea typeface="Arial"/>
                <a:cs typeface="Arial"/>
              </a:defRPr>
            </a:pPr>
            <a:r>
              <a:rPr sz="1725" b="0">
                <a:solidFill>
                  <a:srgbClr val="526773"/>
                </a:solidFill>
                <a:latin typeface="Arial"/>
                <a:ea typeface="Arial"/>
                <a:cs typeface="Arial"/>
              </a:rPr>
              <a:t>Hai cuộc phỏng vấn và một trải nghiệm tự thuật</a:t>
            </a:r>
          </a:p>
        </p:txBody>
      </p:sp>
      <p:pic>
        <p:nvPicPr>
          <p:cNvPr id="3" name="">
            <a:extLst xmlns:a="http://schemas.openxmlformats.org/drawingml/2006/main">
              <a:ext uri="{FF2B5EF4-FFF2-40B4-BE49-F238E27FC236}">
                <a16:creationId xmlns:a16="http://schemas.microsoft.com/office/drawing/2014/main" id="{F15BFB25-DF69-4C8E-BCA2-1F9025AB7C54}"/>
              </a:ext>
            </a:extLst>
          </p:cNvPr>
          <p:cNvPicPr>
            <a:picLocks xmlns:a="http://schemas.openxmlformats.org/drawingml/2006/main" noChangeAspect="1"/>
          </p:cNvPicPr>
          <p:nvPr/>
        </p:nvPicPr>
        <p:blipFill>
          <a:blip xmlns:r="http://schemas.openxmlformats.org/officeDocument/2006/relationships" xmlns:a="http://schemas.openxmlformats.org/drawingml/2006/main" r:embed="R61b8daf4d19c4c7b"/>
          <a:stretch xmlns:a="http://schemas.openxmlformats.org/drawingml/2006/main"/>
        </p:blipFill>
        <p:spPr>
          <a:xfrm xmlns:a="http://schemas.openxmlformats.org/drawingml/2006/main">
            <a:off x="523875" y="2159000"/>
            <a:ext cx="4953000" cy="3302000"/>
          </a:xfrm>
          <a:prstGeom xmlns:a="http://schemas.openxmlformats.org/drawingml/2006/main" prst="rect">
            <a:avLst/>
          </a:prstGeom>
        </p:spPr>
      </p:pic>
      <p:sp>
        <p:nvSpPr>
          <p:cNvPr id="4" name="diagram-9">
            <a:extLst xmlns:a="http://schemas.openxmlformats.org/drawingml/2006/main">
              <a:ext uri="{FF2B5EF4-FFF2-40B4-BE49-F238E27FC236}">
                <a16:creationId xmlns:a16="http://schemas.microsoft.com/office/drawing/2014/main" id="{D1755071-EA80-455B-9323-0FFD11833091}"/>
              </a:ext>
            </a:extLst>
          </p:cNvPr>
          <p:cNvSpPr>
            <a:spLocks xmlns:a="http://schemas.openxmlformats.org/drawingml/2006/main" noGrp="1"/>
          </p:cNvSpPr>
          <p:nvPr/>
        </p:nvSpPr>
        <p:spPr>
          <a:xfrm xmlns:a="http://schemas.openxmlformats.org/drawingml/2006/main">
            <a:off x="6286500" y="1762125"/>
            <a:ext cx="1524000" cy="1190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7875" b="1">
                <a:solidFill>
                  <a:srgbClr val="246BCE"/>
                </a:solidFill>
                <a:latin typeface="Arial"/>
                <a:ea typeface="Arial"/>
                <a:cs typeface="Arial"/>
              </a:defRPr>
            </a:defPPr>
            <a:lvl1pPr algn="l">
              <a:buNone/>
              <a:defRPr sz="7875" b="1">
                <a:solidFill>
                  <a:srgbClr val="246BCE"/>
                </a:solidFill>
                <a:latin typeface="Arial"/>
                <a:ea typeface="Arial"/>
                <a:cs typeface="Arial"/>
              </a:defRPr>
            </a:lvl1pPr>
            <a:lvl2pPr algn="l">
              <a:buNone/>
              <a:defRPr sz="7875" b="1">
                <a:solidFill>
                  <a:srgbClr val="246BCE"/>
                </a:solidFill>
                <a:latin typeface="Arial"/>
                <a:ea typeface="Arial"/>
                <a:cs typeface="Arial"/>
              </a:defRPr>
            </a:lvl2pPr>
            <a:lvl3pPr algn="l">
              <a:buNone/>
              <a:defRPr sz="7875" b="1">
                <a:solidFill>
                  <a:srgbClr val="246BCE"/>
                </a:solidFill>
                <a:latin typeface="Arial"/>
                <a:ea typeface="Arial"/>
                <a:cs typeface="Arial"/>
              </a:defRPr>
            </a:lvl3pPr>
            <a:lvl4pPr algn="l">
              <a:buNone/>
              <a:defRPr sz="7875" b="1">
                <a:solidFill>
                  <a:srgbClr val="246BCE"/>
                </a:solidFill>
                <a:latin typeface="Arial"/>
                <a:ea typeface="Arial"/>
                <a:cs typeface="Arial"/>
              </a:defRPr>
            </a:lvl4pPr>
            <a:lvl5pPr algn="l">
              <a:buNone/>
              <a:defRPr sz="7875" b="1">
                <a:solidFill>
                  <a:srgbClr val="246BCE"/>
                </a:solidFill>
                <a:latin typeface="Arial"/>
                <a:ea typeface="Arial"/>
                <a:cs typeface="Arial"/>
              </a:defRPr>
            </a:lvl5pPr>
            <a:lvl6pPr algn="l">
              <a:buNone/>
              <a:defRPr sz="7875" b="1">
                <a:solidFill>
                  <a:srgbClr val="246BCE"/>
                </a:solidFill>
                <a:latin typeface="Arial"/>
                <a:ea typeface="Arial"/>
                <a:cs typeface="Arial"/>
              </a:defRPr>
            </a:lvl6pPr>
            <a:lvl7pPr algn="l">
              <a:buNone/>
              <a:defRPr sz="7875" b="1">
                <a:solidFill>
                  <a:srgbClr val="246BCE"/>
                </a:solidFill>
                <a:latin typeface="Arial"/>
                <a:ea typeface="Arial"/>
                <a:cs typeface="Arial"/>
              </a:defRPr>
            </a:lvl7pPr>
            <a:lvl8pPr algn="l">
              <a:buNone/>
              <a:defRPr sz="7875" b="1">
                <a:solidFill>
                  <a:srgbClr val="246BCE"/>
                </a:solidFill>
                <a:latin typeface="Arial"/>
                <a:ea typeface="Arial"/>
                <a:cs typeface="Arial"/>
              </a:defRPr>
            </a:lvl8pPr>
            <a:lvl9pPr algn="l">
              <a:buNone/>
              <a:defRPr sz="7875" b="1">
                <a:solidFill>
                  <a:srgbClr val="246BCE"/>
                </a:solidFill>
                <a:latin typeface="Arial"/>
                <a:ea typeface="Arial"/>
                <a:cs typeface="Arial"/>
              </a:defRPr>
            </a:lvl9pPr>
          </a:lstStyle>
          <a:p xmlns:a="http://schemas.openxmlformats.org/drawingml/2006/main">
            <a:pPr algn="l">
              <a:buNone/>
              <a:defRPr sz="7875" b="1">
                <a:solidFill>
                  <a:srgbClr val="246BCE"/>
                </a:solidFill>
                <a:latin typeface="Arial"/>
                <a:ea typeface="Arial"/>
                <a:cs typeface="Arial"/>
              </a:defRPr>
            </a:pPr>
            <a:r>
              <a:rPr sz="7875" b="1">
                <a:solidFill>
                  <a:srgbClr val="246BCE"/>
                </a:solidFill>
                <a:latin typeface="Arial"/>
                <a:ea typeface="Arial"/>
                <a:cs typeface="Arial"/>
              </a:rPr>
              <a:t>2</a:t>
            </a:r>
          </a:p>
        </p:txBody>
      </p:sp>
      <p:sp>
        <p:nvSpPr>
          <p:cNvPr id="5" name="diagram-10">
            <a:extLst xmlns:a="http://schemas.openxmlformats.org/drawingml/2006/main">
              <a:ext uri="{FF2B5EF4-FFF2-40B4-BE49-F238E27FC236}">
                <a16:creationId xmlns:a16="http://schemas.microsoft.com/office/drawing/2014/main" id="{F3B91088-B1AE-40C0-ACC6-9FCBA22ECFC1}"/>
              </a:ext>
            </a:extLst>
          </p:cNvPr>
          <p:cNvSpPr>
            <a:spLocks xmlns:a="http://schemas.openxmlformats.org/drawingml/2006/main" noGrp="1"/>
          </p:cNvSpPr>
          <p:nvPr/>
        </p:nvSpPr>
        <p:spPr>
          <a:xfrm xmlns:a="http://schemas.openxmlformats.org/drawingml/2006/main">
            <a:off x="8096250" y="2047875"/>
            <a:ext cx="33813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325" b="1">
                <a:solidFill>
                  <a:srgbClr val="102A43"/>
                </a:solidFill>
                <a:latin typeface="Arial"/>
                <a:ea typeface="Arial"/>
                <a:cs typeface="Arial"/>
              </a:defRPr>
            </a:defPPr>
            <a:lvl1pPr algn="l">
              <a:buNone/>
              <a:defRPr sz="2325" b="1">
                <a:solidFill>
                  <a:srgbClr val="102A43"/>
                </a:solidFill>
                <a:latin typeface="Arial"/>
                <a:ea typeface="Arial"/>
                <a:cs typeface="Arial"/>
              </a:defRPr>
            </a:lvl1pPr>
            <a:lvl2pPr algn="l">
              <a:buNone/>
              <a:defRPr sz="2325" b="1">
                <a:solidFill>
                  <a:srgbClr val="102A43"/>
                </a:solidFill>
                <a:latin typeface="Arial"/>
                <a:ea typeface="Arial"/>
                <a:cs typeface="Arial"/>
              </a:defRPr>
            </a:lvl2pPr>
            <a:lvl3pPr algn="l">
              <a:buNone/>
              <a:defRPr sz="2325" b="1">
                <a:solidFill>
                  <a:srgbClr val="102A43"/>
                </a:solidFill>
                <a:latin typeface="Arial"/>
                <a:ea typeface="Arial"/>
                <a:cs typeface="Arial"/>
              </a:defRPr>
            </a:lvl3pPr>
            <a:lvl4pPr algn="l">
              <a:buNone/>
              <a:defRPr sz="2325" b="1">
                <a:solidFill>
                  <a:srgbClr val="102A43"/>
                </a:solidFill>
                <a:latin typeface="Arial"/>
                <a:ea typeface="Arial"/>
                <a:cs typeface="Arial"/>
              </a:defRPr>
            </a:lvl4pPr>
            <a:lvl5pPr algn="l">
              <a:buNone/>
              <a:defRPr sz="2325" b="1">
                <a:solidFill>
                  <a:srgbClr val="102A43"/>
                </a:solidFill>
                <a:latin typeface="Arial"/>
                <a:ea typeface="Arial"/>
                <a:cs typeface="Arial"/>
              </a:defRPr>
            </a:lvl5pPr>
            <a:lvl6pPr algn="l">
              <a:buNone/>
              <a:defRPr sz="2325" b="1">
                <a:solidFill>
                  <a:srgbClr val="102A43"/>
                </a:solidFill>
                <a:latin typeface="Arial"/>
                <a:ea typeface="Arial"/>
                <a:cs typeface="Arial"/>
              </a:defRPr>
            </a:lvl6pPr>
            <a:lvl7pPr algn="l">
              <a:buNone/>
              <a:defRPr sz="2325" b="1">
                <a:solidFill>
                  <a:srgbClr val="102A43"/>
                </a:solidFill>
                <a:latin typeface="Arial"/>
                <a:ea typeface="Arial"/>
                <a:cs typeface="Arial"/>
              </a:defRPr>
            </a:lvl7pPr>
            <a:lvl8pPr algn="l">
              <a:buNone/>
              <a:defRPr sz="2325" b="1">
                <a:solidFill>
                  <a:srgbClr val="102A43"/>
                </a:solidFill>
                <a:latin typeface="Arial"/>
                <a:ea typeface="Arial"/>
                <a:cs typeface="Arial"/>
              </a:defRPr>
            </a:lvl8pPr>
            <a:lvl9pPr algn="l">
              <a:buNone/>
              <a:defRPr sz="2325" b="1">
                <a:solidFill>
                  <a:srgbClr val="102A43"/>
                </a:solidFill>
                <a:latin typeface="Arial"/>
                <a:ea typeface="Arial"/>
                <a:cs typeface="Arial"/>
              </a:defRPr>
            </a:lvl9pPr>
          </a:lstStyle>
          <a:p xmlns:a="http://schemas.openxmlformats.org/drawingml/2006/main">
            <a:pPr algn="l">
              <a:buNone/>
              <a:defRPr sz="2325" b="1">
                <a:solidFill>
                  <a:srgbClr val="102A43"/>
                </a:solidFill>
                <a:latin typeface="Arial"/>
                <a:ea typeface="Arial"/>
                <a:cs typeface="Arial"/>
              </a:defRPr>
            </a:pPr>
            <a:r>
              <a:rPr sz="2325" b="1">
                <a:solidFill>
                  <a:srgbClr val="102A43"/>
                </a:solidFill>
                <a:latin typeface="Arial"/>
                <a:ea typeface="Arial"/>
                <a:cs typeface="Arial"/>
              </a:rPr>
              <a:t>Cuộc phỏng vấn</a:t>
            </a:r>
          </a:p>
        </p:txBody>
      </p:sp>
      <p:sp>
        <p:nvSpPr>
          <p:cNvPr id="6" name="diagram-11">
            <a:extLst xmlns:a="http://schemas.openxmlformats.org/drawingml/2006/main">
              <a:ext uri="{FF2B5EF4-FFF2-40B4-BE49-F238E27FC236}">
                <a16:creationId xmlns:a16="http://schemas.microsoft.com/office/drawing/2014/main" id="{5EA187E1-C6FD-47DA-BD64-A788E94D0EDB}"/>
              </a:ext>
            </a:extLst>
          </p:cNvPr>
          <p:cNvSpPr>
            <a:spLocks xmlns:a="http://schemas.openxmlformats.org/drawingml/2006/main" noGrp="1"/>
          </p:cNvSpPr>
          <p:nvPr/>
        </p:nvSpPr>
        <p:spPr>
          <a:xfrm xmlns:a="http://schemas.openxmlformats.org/drawingml/2006/main">
            <a:off x="8096250" y="2667000"/>
            <a:ext cx="3381375"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0">
                <a:solidFill>
                  <a:srgbClr val="526773"/>
                </a:solidFill>
                <a:latin typeface="Arial"/>
                <a:ea typeface="Arial"/>
                <a:cs typeface="Arial"/>
              </a:defRPr>
            </a:defPPr>
            <a:lvl1pPr algn="l">
              <a:buNone/>
              <a:defRPr sz="1800" b="0">
                <a:solidFill>
                  <a:srgbClr val="526773"/>
                </a:solidFill>
                <a:latin typeface="Arial"/>
                <a:ea typeface="Arial"/>
                <a:cs typeface="Arial"/>
              </a:defRPr>
            </a:lvl1pPr>
            <a:lvl2pPr algn="l">
              <a:buNone/>
              <a:defRPr sz="1800" b="0">
                <a:solidFill>
                  <a:srgbClr val="526773"/>
                </a:solidFill>
                <a:latin typeface="Arial"/>
                <a:ea typeface="Arial"/>
                <a:cs typeface="Arial"/>
              </a:defRPr>
            </a:lvl2pPr>
            <a:lvl3pPr algn="l">
              <a:buNone/>
              <a:defRPr sz="1800" b="0">
                <a:solidFill>
                  <a:srgbClr val="526773"/>
                </a:solidFill>
                <a:latin typeface="Arial"/>
                <a:ea typeface="Arial"/>
                <a:cs typeface="Arial"/>
              </a:defRPr>
            </a:lvl3pPr>
            <a:lvl4pPr algn="l">
              <a:buNone/>
              <a:defRPr sz="1800" b="0">
                <a:solidFill>
                  <a:srgbClr val="526773"/>
                </a:solidFill>
                <a:latin typeface="Arial"/>
                <a:ea typeface="Arial"/>
                <a:cs typeface="Arial"/>
              </a:defRPr>
            </a:lvl4pPr>
            <a:lvl5pPr algn="l">
              <a:buNone/>
              <a:defRPr sz="1800" b="0">
                <a:solidFill>
                  <a:srgbClr val="526773"/>
                </a:solidFill>
                <a:latin typeface="Arial"/>
                <a:ea typeface="Arial"/>
                <a:cs typeface="Arial"/>
              </a:defRPr>
            </a:lvl5pPr>
            <a:lvl6pPr algn="l">
              <a:buNone/>
              <a:defRPr sz="1800" b="0">
                <a:solidFill>
                  <a:srgbClr val="526773"/>
                </a:solidFill>
                <a:latin typeface="Arial"/>
                <a:ea typeface="Arial"/>
                <a:cs typeface="Arial"/>
              </a:defRPr>
            </a:lvl6pPr>
            <a:lvl7pPr algn="l">
              <a:buNone/>
              <a:defRPr sz="1800" b="0">
                <a:solidFill>
                  <a:srgbClr val="526773"/>
                </a:solidFill>
                <a:latin typeface="Arial"/>
                <a:ea typeface="Arial"/>
                <a:cs typeface="Arial"/>
              </a:defRPr>
            </a:lvl7pPr>
            <a:lvl8pPr algn="l">
              <a:buNone/>
              <a:defRPr sz="1800" b="0">
                <a:solidFill>
                  <a:srgbClr val="526773"/>
                </a:solidFill>
                <a:latin typeface="Arial"/>
                <a:ea typeface="Arial"/>
                <a:cs typeface="Arial"/>
              </a:defRPr>
            </a:lvl8pPr>
            <a:lvl9pPr algn="l">
              <a:buNone/>
              <a:defRPr sz="1800" b="0">
                <a:solidFill>
                  <a:srgbClr val="526773"/>
                </a:solidFill>
                <a:latin typeface="Arial"/>
                <a:ea typeface="Arial"/>
                <a:cs typeface="Arial"/>
              </a:defRPr>
            </a:lvl9pPr>
          </a:lstStyle>
          <a:p xmlns:a="http://schemas.openxmlformats.org/drawingml/2006/main">
            <a:pPr algn="l">
              <a:buNone/>
              <a:defRPr sz="1800" b="0">
                <a:solidFill>
                  <a:srgbClr val="526773"/>
                </a:solidFill>
                <a:latin typeface="Arial"/>
                <a:ea typeface="Arial"/>
                <a:cs typeface="Arial"/>
              </a:defRPr>
            </a:pPr>
            <a:r>
              <a:rPr sz="1800" b="0">
                <a:solidFill>
                  <a:srgbClr val="526773"/>
                </a:solidFill>
                <a:latin typeface="Arial"/>
                <a:ea typeface="Arial"/>
                <a:cs typeface="Arial"/>
              </a:rPr>
              <a:t>Trải nghiệm người tham gia kể lại</a:t>
            </a:r>
          </a:p>
        </p:txBody>
      </p:sp>
      <p:sp>
        <p:nvSpPr>
          <p:cNvPr id="7" name="diagram-12">
            <a:extLst xmlns:a="http://schemas.openxmlformats.org/drawingml/2006/main">
              <a:ext uri="{FF2B5EF4-FFF2-40B4-BE49-F238E27FC236}">
                <a16:creationId xmlns:a16="http://schemas.microsoft.com/office/drawing/2014/main" id="{828D2383-56BE-4174-BC0A-AE3B80A10A32}"/>
              </a:ext>
            </a:extLst>
          </p:cNvPr>
          <p:cNvSpPr>
            <a:spLocks xmlns:a="http://schemas.openxmlformats.org/drawingml/2006/main" noGrp="1"/>
          </p:cNvSpPr>
          <p:nvPr/>
        </p:nvSpPr>
        <p:spPr>
          <a:xfrm xmlns:a="http://schemas.openxmlformats.org/drawingml/2006/main">
            <a:off x="6286500" y="3619500"/>
            <a:ext cx="5191125" cy="19050"/>
          </a:xfrm>
          <a:prstGeom xmlns:a="http://schemas.openxmlformats.org/drawingml/2006/main" prst="rect">
            <a:avLst/>
          </a:prstGeom>
          <a:solidFill xmlns:a="http://schemas.openxmlformats.org/drawingml/2006/main">
            <a:srgbClr val="E2E8E8"/>
          </a:solidFill>
          <a:ln xmlns:a="http://schemas.openxmlformats.org/drawingml/2006/main" w="0">
            <a:noFill/>
            <a:prstDash val="solid"/>
          </a:ln>
        </p:spPr>
      </p:sp>
      <p:sp>
        <p:nvSpPr>
          <p:cNvPr id="8" name="diagram-13">
            <a:extLst xmlns:a="http://schemas.openxmlformats.org/drawingml/2006/main">
              <a:ext uri="{FF2B5EF4-FFF2-40B4-BE49-F238E27FC236}">
                <a16:creationId xmlns:a16="http://schemas.microsoft.com/office/drawing/2014/main" id="{EE3EA8B5-023F-4B56-BABF-5A61BE370BEC}"/>
              </a:ext>
            </a:extLst>
          </p:cNvPr>
          <p:cNvSpPr>
            <a:spLocks xmlns:a="http://schemas.openxmlformats.org/drawingml/2006/main" noGrp="1"/>
          </p:cNvSpPr>
          <p:nvPr/>
        </p:nvSpPr>
        <p:spPr>
          <a:xfrm xmlns:a="http://schemas.openxmlformats.org/drawingml/2006/main">
            <a:off x="6286500" y="3810000"/>
            <a:ext cx="1524000" cy="1190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7875" b="1">
                <a:solidFill>
                  <a:srgbClr val="246BCE"/>
                </a:solidFill>
                <a:latin typeface="Arial"/>
                <a:ea typeface="Arial"/>
                <a:cs typeface="Arial"/>
              </a:defRPr>
            </a:defPPr>
            <a:lvl1pPr algn="l">
              <a:buNone/>
              <a:defRPr sz="7875" b="1">
                <a:solidFill>
                  <a:srgbClr val="246BCE"/>
                </a:solidFill>
                <a:latin typeface="Arial"/>
                <a:ea typeface="Arial"/>
                <a:cs typeface="Arial"/>
              </a:defRPr>
            </a:lvl1pPr>
            <a:lvl2pPr algn="l">
              <a:buNone/>
              <a:defRPr sz="7875" b="1">
                <a:solidFill>
                  <a:srgbClr val="246BCE"/>
                </a:solidFill>
                <a:latin typeface="Arial"/>
                <a:ea typeface="Arial"/>
                <a:cs typeface="Arial"/>
              </a:defRPr>
            </a:lvl2pPr>
            <a:lvl3pPr algn="l">
              <a:buNone/>
              <a:defRPr sz="7875" b="1">
                <a:solidFill>
                  <a:srgbClr val="246BCE"/>
                </a:solidFill>
                <a:latin typeface="Arial"/>
                <a:ea typeface="Arial"/>
                <a:cs typeface="Arial"/>
              </a:defRPr>
            </a:lvl3pPr>
            <a:lvl4pPr algn="l">
              <a:buNone/>
              <a:defRPr sz="7875" b="1">
                <a:solidFill>
                  <a:srgbClr val="246BCE"/>
                </a:solidFill>
                <a:latin typeface="Arial"/>
                <a:ea typeface="Arial"/>
                <a:cs typeface="Arial"/>
              </a:defRPr>
            </a:lvl4pPr>
            <a:lvl5pPr algn="l">
              <a:buNone/>
              <a:defRPr sz="7875" b="1">
                <a:solidFill>
                  <a:srgbClr val="246BCE"/>
                </a:solidFill>
                <a:latin typeface="Arial"/>
                <a:ea typeface="Arial"/>
                <a:cs typeface="Arial"/>
              </a:defRPr>
            </a:lvl5pPr>
            <a:lvl6pPr algn="l">
              <a:buNone/>
              <a:defRPr sz="7875" b="1">
                <a:solidFill>
                  <a:srgbClr val="246BCE"/>
                </a:solidFill>
                <a:latin typeface="Arial"/>
                <a:ea typeface="Arial"/>
                <a:cs typeface="Arial"/>
              </a:defRPr>
            </a:lvl6pPr>
            <a:lvl7pPr algn="l">
              <a:buNone/>
              <a:defRPr sz="7875" b="1">
                <a:solidFill>
                  <a:srgbClr val="246BCE"/>
                </a:solidFill>
                <a:latin typeface="Arial"/>
                <a:ea typeface="Arial"/>
                <a:cs typeface="Arial"/>
              </a:defRPr>
            </a:lvl7pPr>
            <a:lvl8pPr algn="l">
              <a:buNone/>
              <a:defRPr sz="7875" b="1">
                <a:solidFill>
                  <a:srgbClr val="246BCE"/>
                </a:solidFill>
                <a:latin typeface="Arial"/>
                <a:ea typeface="Arial"/>
                <a:cs typeface="Arial"/>
              </a:defRPr>
            </a:lvl8pPr>
            <a:lvl9pPr algn="l">
              <a:buNone/>
              <a:defRPr sz="7875" b="1">
                <a:solidFill>
                  <a:srgbClr val="246BCE"/>
                </a:solidFill>
                <a:latin typeface="Arial"/>
                <a:ea typeface="Arial"/>
                <a:cs typeface="Arial"/>
              </a:defRPr>
            </a:lvl9pPr>
          </a:lstStyle>
          <a:p xmlns:a="http://schemas.openxmlformats.org/drawingml/2006/main">
            <a:pPr algn="l">
              <a:buNone/>
              <a:defRPr sz="7875" b="1">
                <a:solidFill>
                  <a:srgbClr val="246BCE"/>
                </a:solidFill>
                <a:latin typeface="Arial"/>
                <a:ea typeface="Arial"/>
                <a:cs typeface="Arial"/>
              </a:defRPr>
            </a:pPr>
            <a:r>
              <a:rPr sz="7875" b="1">
                <a:solidFill>
                  <a:srgbClr val="246BCE"/>
                </a:solidFill>
                <a:latin typeface="Arial"/>
                <a:ea typeface="Arial"/>
                <a:cs typeface="Arial"/>
              </a:rPr>
              <a:t>1</a:t>
            </a:r>
          </a:p>
        </p:txBody>
      </p:sp>
      <p:sp>
        <p:nvSpPr>
          <p:cNvPr id="9" name="diagram-14">
            <a:extLst xmlns:a="http://schemas.openxmlformats.org/drawingml/2006/main">
              <a:ext uri="{FF2B5EF4-FFF2-40B4-BE49-F238E27FC236}">
                <a16:creationId xmlns:a16="http://schemas.microsoft.com/office/drawing/2014/main" id="{D4AF769B-AE71-4E46-B20C-F607E0078E90}"/>
              </a:ext>
            </a:extLst>
          </p:cNvPr>
          <p:cNvSpPr>
            <a:spLocks xmlns:a="http://schemas.openxmlformats.org/drawingml/2006/main" noGrp="1"/>
          </p:cNvSpPr>
          <p:nvPr/>
        </p:nvSpPr>
        <p:spPr>
          <a:xfrm xmlns:a="http://schemas.openxmlformats.org/drawingml/2006/main">
            <a:off x="8096250" y="4000500"/>
            <a:ext cx="33813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250" b="1">
                <a:solidFill>
                  <a:srgbClr val="102A43"/>
                </a:solidFill>
                <a:latin typeface="Arial"/>
                <a:ea typeface="Arial"/>
                <a:cs typeface="Arial"/>
              </a:defRPr>
            </a:defPPr>
            <a:lvl1pPr algn="l">
              <a:buNone/>
              <a:defRPr sz="2250" b="1">
                <a:solidFill>
                  <a:srgbClr val="102A43"/>
                </a:solidFill>
                <a:latin typeface="Arial"/>
                <a:ea typeface="Arial"/>
                <a:cs typeface="Arial"/>
              </a:defRPr>
            </a:lvl1pPr>
            <a:lvl2pPr algn="l">
              <a:buNone/>
              <a:defRPr sz="2250" b="1">
                <a:solidFill>
                  <a:srgbClr val="102A43"/>
                </a:solidFill>
                <a:latin typeface="Arial"/>
                <a:ea typeface="Arial"/>
                <a:cs typeface="Arial"/>
              </a:defRPr>
            </a:lvl2pPr>
            <a:lvl3pPr algn="l">
              <a:buNone/>
              <a:defRPr sz="2250" b="1">
                <a:solidFill>
                  <a:srgbClr val="102A43"/>
                </a:solidFill>
                <a:latin typeface="Arial"/>
                <a:ea typeface="Arial"/>
                <a:cs typeface="Arial"/>
              </a:defRPr>
            </a:lvl3pPr>
            <a:lvl4pPr algn="l">
              <a:buNone/>
              <a:defRPr sz="2250" b="1">
                <a:solidFill>
                  <a:srgbClr val="102A43"/>
                </a:solidFill>
                <a:latin typeface="Arial"/>
                <a:ea typeface="Arial"/>
                <a:cs typeface="Arial"/>
              </a:defRPr>
            </a:lvl4pPr>
            <a:lvl5pPr algn="l">
              <a:buNone/>
              <a:defRPr sz="2250" b="1">
                <a:solidFill>
                  <a:srgbClr val="102A43"/>
                </a:solidFill>
                <a:latin typeface="Arial"/>
                <a:ea typeface="Arial"/>
                <a:cs typeface="Arial"/>
              </a:defRPr>
            </a:lvl5pPr>
            <a:lvl6pPr algn="l">
              <a:buNone/>
              <a:defRPr sz="2250" b="1">
                <a:solidFill>
                  <a:srgbClr val="102A43"/>
                </a:solidFill>
                <a:latin typeface="Arial"/>
                <a:ea typeface="Arial"/>
                <a:cs typeface="Arial"/>
              </a:defRPr>
            </a:lvl6pPr>
            <a:lvl7pPr algn="l">
              <a:buNone/>
              <a:defRPr sz="2250" b="1">
                <a:solidFill>
                  <a:srgbClr val="102A43"/>
                </a:solidFill>
                <a:latin typeface="Arial"/>
                <a:ea typeface="Arial"/>
                <a:cs typeface="Arial"/>
              </a:defRPr>
            </a:lvl7pPr>
            <a:lvl8pPr algn="l">
              <a:buNone/>
              <a:defRPr sz="2250" b="1">
                <a:solidFill>
                  <a:srgbClr val="102A43"/>
                </a:solidFill>
                <a:latin typeface="Arial"/>
                <a:ea typeface="Arial"/>
                <a:cs typeface="Arial"/>
              </a:defRPr>
            </a:lvl8pPr>
            <a:lvl9pPr algn="l">
              <a:buNone/>
              <a:defRPr sz="2250" b="1">
                <a:solidFill>
                  <a:srgbClr val="102A43"/>
                </a:solidFill>
                <a:latin typeface="Arial"/>
                <a:ea typeface="Arial"/>
                <a:cs typeface="Arial"/>
              </a:defRPr>
            </a:lvl9pPr>
          </a:lstStyle>
          <a:p xmlns:a="http://schemas.openxmlformats.org/drawingml/2006/main">
            <a:pPr algn="l">
              <a:buNone/>
              <a:defRPr sz="2250" b="1">
                <a:solidFill>
                  <a:srgbClr val="102A43"/>
                </a:solidFill>
                <a:latin typeface="Arial"/>
                <a:ea typeface="Arial"/>
                <a:cs typeface="Arial"/>
              </a:defRPr>
            </a:pPr>
            <a:r>
              <a:rPr sz="2250" b="1">
                <a:solidFill>
                  <a:srgbClr val="102A43"/>
                </a:solidFill>
                <a:latin typeface="Arial"/>
                <a:ea typeface="Arial"/>
                <a:cs typeface="Arial"/>
              </a:rPr>
              <a:t>Trải nghiệm tự thuật</a:t>
            </a:r>
          </a:p>
        </p:txBody>
      </p:sp>
      <p:sp>
        <p:nvSpPr>
          <p:cNvPr id="10" name="diagram-15">
            <a:extLst xmlns:a="http://schemas.openxmlformats.org/drawingml/2006/main">
              <a:ext uri="{FF2B5EF4-FFF2-40B4-BE49-F238E27FC236}">
                <a16:creationId xmlns:a16="http://schemas.microsoft.com/office/drawing/2014/main" id="{70EA080D-682E-4C33-9A28-51EB49BA5576}"/>
              </a:ext>
            </a:extLst>
          </p:cNvPr>
          <p:cNvSpPr>
            <a:spLocks xmlns:a="http://schemas.openxmlformats.org/drawingml/2006/main" noGrp="1"/>
          </p:cNvSpPr>
          <p:nvPr/>
        </p:nvSpPr>
        <p:spPr>
          <a:xfrm xmlns:a="http://schemas.openxmlformats.org/drawingml/2006/main">
            <a:off x="8096250" y="4810125"/>
            <a:ext cx="338137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0">
                <a:solidFill>
                  <a:srgbClr val="526773"/>
                </a:solidFill>
                <a:latin typeface="Arial"/>
                <a:ea typeface="Arial"/>
                <a:cs typeface="Arial"/>
              </a:defRPr>
            </a:defPPr>
            <a:lvl1pPr algn="l">
              <a:buNone/>
              <a:defRPr sz="1800" b="0">
                <a:solidFill>
                  <a:srgbClr val="526773"/>
                </a:solidFill>
                <a:latin typeface="Arial"/>
                <a:ea typeface="Arial"/>
                <a:cs typeface="Arial"/>
              </a:defRPr>
            </a:lvl1pPr>
            <a:lvl2pPr algn="l">
              <a:buNone/>
              <a:defRPr sz="1800" b="0">
                <a:solidFill>
                  <a:srgbClr val="526773"/>
                </a:solidFill>
                <a:latin typeface="Arial"/>
                <a:ea typeface="Arial"/>
                <a:cs typeface="Arial"/>
              </a:defRPr>
            </a:lvl2pPr>
            <a:lvl3pPr algn="l">
              <a:buNone/>
              <a:defRPr sz="1800" b="0">
                <a:solidFill>
                  <a:srgbClr val="526773"/>
                </a:solidFill>
                <a:latin typeface="Arial"/>
                <a:ea typeface="Arial"/>
                <a:cs typeface="Arial"/>
              </a:defRPr>
            </a:lvl3pPr>
            <a:lvl4pPr algn="l">
              <a:buNone/>
              <a:defRPr sz="1800" b="0">
                <a:solidFill>
                  <a:srgbClr val="526773"/>
                </a:solidFill>
                <a:latin typeface="Arial"/>
                <a:ea typeface="Arial"/>
                <a:cs typeface="Arial"/>
              </a:defRPr>
            </a:lvl4pPr>
            <a:lvl5pPr algn="l">
              <a:buNone/>
              <a:defRPr sz="1800" b="0">
                <a:solidFill>
                  <a:srgbClr val="526773"/>
                </a:solidFill>
                <a:latin typeface="Arial"/>
                <a:ea typeface="Arial"/>
                <a:cs typeface="Arial"/>
              </a:defRPr>
            </a:lvl5pPr>
            <a:lvl6pPr algn="l">
              <a:buNone/>
              <a:defRPr sz="1800" b="0">
                <a:solidFill>
                  <a:srgbClr val="526773"/>
                </a:solidFill>
                <a:latin typeface="Arial"/>
                <a:ea typeface="Arial"/>
                <a:cs typeface="Arial"/>
              </a:defRPr>
            </a:lvl6pPr>
            <a:lvl7pPr algn="l">
              <a:buNone/>
              <a:defRPr sz="1800" b="0">
                <a:solidFill>
                  <a:srgbClr val="526773"/>
                </a:solidFill>
                <a:latin typeface="Arial"/>
                <a:ea typeface="Arial"/>
                <a:cs typeface="Arial"/>
              </a:defRPr>
            </a:lvl7pPr>
            <a:lvl8pPr algn="l">
              <a:buNone/>
              <a:defRPr sz="1800" b="0">
                <a:solidFill>
                  <a:srgbClr val="526773"/>
                </a:solidFill>
                <a:latin typeface="Arial"/>
                <a:ea typeface="Arial"/>
                <a:cs typeface="Arial"/>
              </a:defRPr>
            </a:lvl8pPr>
            <a:lvl9pPr algn="l">
              <a:buNone/>
              <a:defRPr sz="1800" b="0">
                <a:solidFill>
                  <a:srgbClr val="526773"/>
                </a:solidFill>
                <a:latin typeface="Arial"/>
                <a:ea typeface="Arial"/>
                <a:cs typeface="Arial"/>
              </a:defRPr>
            </a:lvl9pPr>
          </a:lstStyle>
          <a:p xmlns:a="http://schemas.openxmlformats.org/drawingml/2006/main">
            <a:pPr algn="l">
              <a:buNone/>
              <a:defRPr sz="1800" b="0">
                <a:solidFill>
                  <a:srgbClr val="526773"/>
                </a:solidFill>
                <a:latin typeface="Arial"/>
                <a:ea typeface="Arial"/>
                <a:cs typeface="Arial"/>
              </a:defRPr>
            </a:pPr>
            <a:r>
              <a:rPr sz="1800" b="0">
                <a:solidFill>
                  <a:srgbClr val="526773"/>
                </a:solidFill>
                <a:latin typeface="Arial"/>
                <a:ea typeface="Arial"/>
                <a:cs typeface="Arial"/>
              </a:rPr>
              <a:t>Góc nhìn của người làm bài</a:t>
            </a:r>
          </a:p>
        </p:txBody>
      </p:sp>
      <p:sp>
        <p:nvSpPr>
          <p:cNvPr id="11" name="diagram-16">
            <a:extLst xmlns:a="http://schemas.openxmlformats.org/drawingml/2006/main">
              <a:ext uri="{FF2B5EF4-FFF2-40B4-BE49-F238E27FC236}">
                <a16:creationId xmlns:a16="http://schemas.microsoft.com/office/drawing/2014/main" id="{C7845FEB-7A69-48C7-88C1-D880BBDA92B7}"/>
              </a:ext>
            </a:extLst>
          </p:cNvPr>
          <p:cNvSpPr>
            <a:spLocks xmlns:a="http://schemas.openxmlformats.org/drawingml/2006/main" noGrp="1"/>
          </p:cNvSpPr>
          <p:nvPr/>
        </p:nvSpPr>
        <p:spPr>
          <a:xfrm xmlns:a="http://schemas.openxmlformats.org/drawingml/2006/main">
            <a:off x="666750" y="5676900"/>
            <a:ext cx="10810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75" b="1">
                <a:solidFill>
                  <a:srgbClr val="102A43"/>
                </a:solidFill>
                <a:latin typeface="Arial"/>
                <a:ea typeface="Arial"/>
                <a:cs typeface="Arial"/>
              </a:defRPr>
            </a:defPPr>
            <a:lvl1pPr algn="l">
              <a:buNone/>
              <a:defRPr sz="1875" b="1">
                <a:solidFill>
                  <a:srgbClr val="102A43"/>
                </a:solidFill>
                <a:latin typeface="Arial"/>
                <a:ea typeface="Arial"/>
                <a:cs typeface="Arial"/>
              </a:defRPr>
            </a:lvl1pPr>
            <a:lvl2pPr algn="l">
              <a:buNone/>
              <a:defRPr sz="1875" b="1">
                <a:solidFill>
                  <a:srgbClr val="102A43"/>
                </a:solidFill>
                <a:latin typeface="Arial"/>
                <a:ea typeface="Arial"/>
                <a:cs typeface="Arial"/>
              </a:defRPr>
            </a:lvl2pPr>
            <a:lvl3pPr algn="l">
              <a:buNone/>
              <a:defRPr sz="1875" b="1">
                <a:solidFill>
                  <a:srgbClr val="102A43"/>
                </a:solidFill>
                <a:latin typeface="Arial"/>
                <a:ea typeface="Arial"/>
                <a:cs typeface="Arial"/>
              </a:defRPr>
            </a:lvl3pPr>
            <a:lvl4pPr algn="l">
              <a:buNone/>
              <a:defRPr sz="1875" b="1">
                <a:solidFill>
                  <a:srgbClr val="102A43"/>
                </a:solidFill>
                <a:latin typeface="Arial"/>
                <a:ea typeface="Arial"/>
                <a:cs typeface="Arial"/>
              </a:defRPr>
            </a:lvl4pPr>
            <a:lvl5pPr algn="l">
              <a:buNone/>
              <a:defRPr sz="1875" b="1">
                <a:solidFill>
                  <a:srgbClr val="102A43"/>
                </a:solidFill>
                <a:latin typeface="Arial"/>
                <a:ea typeface="Arial"/>
                <a:cs typeface="Arial"/>
              </a:defRPr>
            </a:lvl5pPr>
            <a:lvl6pPr algn="l">
              <a:buNone/>
              <a:defRPr sz="1875" b="1">
                <a:solidFill>
                  <a:srgbClr val="102A43"/>
                </a:solidFill>
                <a:latin typeface="Arial"/>
                <a:ea typeface="Arial"/>
                <a:cs typeface="Arial"/>
              </a:defRPr>
            </a:lvl6pPr>
            <a:lvl7pPr algn="l">
              <a:buNone/>
              <a:defRPr sz="1875" b="1">
                <a:solidFill>
                  <a:srgbClr val="102A43"/>
                </a:solidFill>
                <a:latin typeface="Arial"/>
                <a:ea typeface="Arial"/>
                <a:cs typeface="Arial"/>
              </a:defRPr>
            </a:lvl7pPr>
            <a:lvl8pPr algn="l">
              <a:buNone/>
              <a:defRPr sz="1875" b="1">
                <a:solidFill>
                  <a:srgbClr val="102A43"/>
                </a:solidFill>
                <a:latin typeface="Arial"/>
                <a:ea typeface="Arial"/>
                <a:cs typeface="Arial"/>
              </a:defRPr>
            </a:lvl8pPr>
            <a:lvl9pPr algn="l">
              <a:buNone/>
              <a:defRPr sz="1875" b="1">
                <a:solidFill>
                  <a:srgbClr val="102A43"/>
                </a:solidFill>
                <a:latin typeface="Arial"/>
                <a:ea typeface="Arial"/>
                <a:cs typeface="Arial"/>
              </a:defRPr>
            </a:lvl9pPr>
          </a:lstStyle>
          <a:p xmlns:a="http://schemas.openxmlformats.org/drawingml/2006/main">
            <a:pPr algn="l">
              <a:buNone/>
              <a:defRPr sz="1875" b="1">
                <a:solidFill>
                  <a:srgbClr val="102A43"/>
                </a:solidFill>
                <a:latin typeface="Arial"/>
                <a:ea typeface="Arial"/>
                <a:cs typeface="Arial"/>
              </a:defRPr>
            </a:pPr>
            <a:r>
              <a:rPr sz="1875" b="1">
                <a:solidFill>
                  <a:srgbClr val="102A43"/>
                </a:solidFill>
                <a:latin typeface="Arial"/>
                <a:ea typeface="Arial"/>
                <a:cs typeface="Arial"/>
              </a:rPr>
              <a:t>Tổng hợp hành vi, cảm nhận và điểm vướng để xác định nhu cầu.</a:t>
            </a:r>
          </a:p>
        </p:txBody>
      </p:sp>
      <p:sp>
        <p:nvSpPr>
          <p:cNvPr id="12" name="diagram-17">
            <a:extLst xmlns:a="http://schemas.openxmlformats.org/drawingml/2006/main">
              <a:ext uri="{FF2B5EF4-FFF2-40B4-BE49-F238E27FC236}">
                <a16:creationId xmlns:a16="http://schemas.microsoft.com/office/drawing/2014/main" id="{16481D6E-2B35-4A6D-8C8D-A3042DF8A714}"/>
              </a:ext>
            </a:extLst>
          </p:cNvPr>
          <p:cNvSpPr>
            <a:spLocks xmlns:a="http://schemas.openxmlformats.org/drawingml/2006/main" noGrp="1"/>
          </p:cNvSpPr>
          <p:nvPr/>
        </p:nvSpPr>
        <p:spPr>
          <a:xfrm xmlns:a="http://schemas.openxmlformats.org/drawingml/2006/main">
            <a:off x="571500" y="6324600"/>
            <a:ext cx="990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125" b="0">
                <a:solidFill>
                  <a:srgbClr val="526773"/>
                </a:solidFill>
                <a:latin typeface="Arial"/>
                <a:ea typeface="Arial"/>
                <a:cs typeface="Arial"/>
              </a:defRPr>
            </a:defPPr>
            <a:lvl1pPr algn="l">
              <a:buNone/>
              <a:defRPr sz="1125" b="0">
                <a:solidFill>
                  <a:srgbClr val="526773"/>
                </a:solidFill>
                <a:latin typeface="Arial"/>
                <a:ea typeface="Arial"/>
                <a:cs typeface="Arial"/>
              </a:defRPr>
            </a:lvl1pPr>
            <a:lvl2pPr algn="l">
              <a:buNone/>
              <a:defRPr sz="1125" b="0">
                <a:solidFill>
                  <a:srgbClr val="526773"/>
                </a:solidFill>
                <a:latin typeface="Arial"/>
                <a:ea typeface="Arial"/>
                <a:cs typeface="Arial"/>
              </a:defRPr>
            </a:lvl2pPr>
            <a:lvl3pPr algn="l">
              <a:buNone/>
              <a:defRPr sz="1125" b="0">
                <a:solidFill>
                  <a:srgbClr val="526773"/>
                </a:solidFill>
                <a:latin typeface="Arial"/>
                <a:ea typeface="Arial"/>
                <a:cs typeface="Arial"/>
              </a:defRPr>
            </a:lvl3pPr>
            <a:lvl4pPr algn="l">
              <a:buNone/>
              <a:defRPr sz="1125" b="0">
                <a:solidFill>
                  <a:srgbClr val="526773"/>
                </a:solidFill>
                <a:latin typeface="Arial"/>
                <a:ea typeface="Arial"/>
                <a:cs typeface="Arial"/>
              </a:defRPr>
            </a:lvl4pPr>
            <a:lvl5pPr algn="l">
              <a:buNone/>
              <a:defRPr sz="1125" b="0">
                <a:solidFill>
                  <a:srgbClr val="526773"/>
                </a:solidFill>
                <a:latin typeface="Arial"/>
                <a:ea typeface="Arial"/>
                <a:cs typeface="Arial"/>
              </a:defRPr>
            </a:lvl5pPr>
            <a:lvl6pPr algn="l">
              <a:buNone/>
              <a:defRPr sz="1125" b="0">
                <a:solidFill>
                  <a:srgbClr val="526773"/>
                </a:solidFill>
                <a:latin typeface="Arial"/>
                <a:ea typeface="Arial"/>
                <a:cs typeface="Arial"/>
              </a:defRPr>
            </a:lvl6pPr>
            <a:lvl7pPr algn="l">
              <a:buNone/>
              <a:defRPr sz="1125" b="0">
                <a:solidFill>
                  <a:srgbClr val="526773"/>
                </a:solidFill>
                <a:latin typeface="Arial"/>
                <a:ea typeface="Arial"/>
                <a:cs typeface="Arial"/>
              </a:defRPr>
            </a:lvl7pPr>
            <a:lvl8pPr algn="l">
              <a:buNone/>
              <a:defRPr sz="1125" b="0">
                <a:solidFill>
                  <a:srgbClr val="526773"/>
                </a:solidFill>
                <a:latin typeface="Arial"/>
                <a:ea typeface="Arial"/>
                <a:cs typeface="Arial"/>
              </a:defRPr>
            </a:lvl8pPr>
            <a:lvl9pPr algn="l">
              <a:buNone/>
              <a:defRPr sz="1125" b="0">
                <a:solidFill>
                  <a:srgbClr val="526773"/>
                </a:solidFill>
                <a:latin typeface="Arial"/>
                <a:ea typeface="Arial"/>
                <a:cs typeface="Arial"/>
              </a:defRPr>
            </a:lvl9pPr>
          </a:lstStyle>
          <a:p xmlns:a="http://schemas.openxmlformats.org/drawingml/2006/main">
            <a:pPr algn="l">
              <a:buNone/>
              <a:defRPr sz="1125" b="0">
                <a:solidFill>
                  <a:srgbClr val="526773"/>
                </a:solidFill>
                <a:latin typeface="Arial"/>
                <a:ea typeface="Arial"/>
                <a:cs typeface="Arial"/>
              </a:defRPr>
            </a:pPr>
            <a:r>
              <a:rPr sz="1125" b="0">
                <a:solidFill>
                  <a:srgbClr val="526773"/>
                </a:solidFill>
                <a:latin typeface="Arial"/>
                <a:ea typeface="Arial"/>
                <a:cs typeface="Arial"/>
              </a:rPr>
              <a:t>Dữ liệu ẩn danh; ghi chép diễn giải; mẫu nghiên cứu còn nhỏ.</a:t>
            </a:r>
          </a:p>
        </p:txBody>
      </p:sp>
      <p:sp>
        <p:nvSpPr>
          <p:cNvPr id="13" name="diagram-18">
            <a:extLst xmlns:a="http://schemas.openxmlformats.org/drawingml/2006/main">
              <a:ext uri="{FF2B5EF4-FFF2-40B4-BE49-F238E27FC236}">
                <a16:creationId xmlns:a16="http://schemas.microsoft.com/office/drawing/2014/main" id="{D6D180D4-0654-4D80-986D-F4F066644AC5}"/>
              </a:ext>
            </a:extLst>
          </p:cNvPr>
          <p:cNvSpPr>
            <a:spLocks xmlns:a="http://schemas.openxmlformats.org/drawingml/2006/main" noGrp="1"/>
          </p:cNvSpPr>
          <p:nvPr/>
        </p:nvSpPr>
        <p:spPr>
          <a:xfrm xmlns:a="http://schemas.openxmlformats.org/drawingml/2006/main">
            <a:off x="11334750" y="6324600"/>
            <a:ext cx="381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1275" b="1">
                <a:solidFill>
                  <a:srgbClr val="246BCE"/>
                </a:solidFill>
                <a:latin typeface="Arial"/>
                <a:ea typeface="Arial"/>
                <a:cs typeface="Arial"/>
              </a:defRPr>
            </a:defPPr>
            <a:lvl1pPr algn="r">
              <a:buNone/>
              <a:defRPr sz="1275" b="1">
                <a:solidFill>
                  <a:srgbClr val="246BCE"/>
                </a:solidFill>
                <a:latin typeface="Arial"/>
                <a:ea typeface="Arial"/>
                <a:cs typeface="Arial"/>
              </a:defRPr>
            </a:lvl1pPr>
            <a:lvl2pPr algn="r">
              <a:buNone/>
              <a:defRPr sz="1275" b="1">
                <a:solidFill>
                  <a:srgbClr val="246BCE"/>
                </a:solidFill>
                <a:latin typeface="Arial"/>
                <a:ea typeface="Arial"/>
                <a:cs typeface="Arial"/>
              </a:defRPr>
            </a:lvl2pPr>
            <a:lvl3pPr algn="r">
              <a:buNone/>
              <a:defRPr sz="1275" b="1">
                <a:solidFill>
                  <a:srgbClr val="246BCE"/>
                </a:solidFill>
                <a:latin typeface="Arial"/>
                <a:ea typeface="Arial"/>
                <a:cs typeface="Arial"/>
              </a:defRPr>
            </a:lvl3pPr>
            <a:lvl4pPr algn="r">
              <a:buNone/>
              <a:defRPr sz="1275" b="1">
                <a:solidFill>
                  <a:srgbClr val="246BCE"/>
                </a:solidFill>
                <a:latin typeface="Arial"/>
                <a:ea typeface="Arial"/>
                <a:cs typeface="Arial"/>
              </a:defRPr>
            </a:lvl4pPr>
            <a:lvl5pPr algn="r">
              <a:buNone/>
              <a:defRPr sz="1275" b="1">
                <a:solidFill>
                  <a:srgbClr val="246BCE"/>
                </a:solidFill>
                <a:latin typeface="Arial"/>
                <a:ea typeface="Arial"/>
                <a:cs typeface="Arial"/>
              </a:defRPr>
            </a:lvl5pPr>
            <a:lvl6pPr algn="r">
              <a:buNone/>
              <a:defRPr sz="1275" b="1">
                <a:solidFill>
                  <a:srgbClr val="246BCE"/>
                </a:solidFill>
                <a:latin typeface="Arial"/>
                <a:ea typeface="Arial"/>
                <a:cs typeface="Arial"/>
              </a:defRPr>
            </a:lvl6pPr>
            <a:lvl7pPr algn="r">
              <a:buNone/>
              <a:defRPr sz="1275" b="1">
                <a:solidFill>
                  <a:srgbClr val="246BCE"/>
                </a:solidFill>
                <a:latin typeface="Arial"/>
                <a:ea typeface="Arial"/>
                <a:cs typeface="Arial"/>
              </a:defRPr>
            </a:lvl7pPr>
            <a:lvl8pPr algn="r">
              <a:buNone/>
              <a:defRPr sz="1275" b="1">
                <a:solidFill>
                  <a:srgbClr val="246BCE"/>
                </a:solidFill>
                <a:latin typeface="Arial"/>
                <a:ea typeface="Arial"/>
                <a:cs typeface="Arial"/>
              </a:defRPr>
            </a:lvl8pPr>
            <a:lvl9pPr algn="r">
              <a:buNone/>
              <a:defRPr sz="1275" b="1">
                <a:solidFill>
                  <a:srgbClr val="246BCE"/>
                </a:solidFill>
                <a:latin typeface="Arial"/>
                <a:ea typeface="Arial"/>
                <a:cs typeface="Arial"/>
              </a:defRPr>
            </a:lvl9pPr>
          </a:lstStyle>
          <a:p xmlns:a="http://schemas.openxmlformats.org/drawingml/2006/main">
            <a:pPr algn="r">
              <a:buNone/>
              <a:defRPr sz="1275" b="1">
                <a:solidFill>
                  <a:srgbClr val="246BCE"/>
                </a:solidFill>
                <a:latin typeface="Arial"/>
                <a:ea typeface="Arial"/>
                <a:cs typeface="Arial"/>
              </a:defRPr>
            </a:pPr>
            <a:r>
              <a:rPr sz="1275" b="1">
                <a:solidFill>
                  <a:srgbClr val="246BCE"/>
                </a:solidFill>
                <a:latin typeface="Arial"/>
                <a:ea typeface="Arial"/>
                <a:cs typeface="Arial"/>
              </a:rPr>
              <a:t>02</a:t>
            </a:r>
          </a:p>
        </p:txBody>
      </p:sp>
    </p:spTree>
    <p:extLst>
      <p:ext uri="{BB962C8B-B14F-4D97-AF65-F5344CB8AC3E}">
        <p14:creationId xmlns:p14="http://schemas.microsoft.com/office/powerpoint/2010/main" val="1369485007"/>
      </p:ext>
    </p:extLst>
  </p:cSld>
</p:sld>
</file>

<file path=ppt/slides/slide3.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39" name="diagram-19">
            <a:extLst xmlns:a="http://schemas.openxmlformats.org/drawingml/2006/main">
              <a:ext uri="{FF2B5EF4-FFF2-40B4-BE49-F238E27FC236}">
                <a16:creationId xmlns:a16="http://schemas.microsoft.com/office/drawing/2014/main" id="{2295682E-B64B-4053-8FB2-CF2CB5809736}"/>
              </a:ext>
            </a:extLst>
          </p:cNvPr>
          <p:cNvSpPr>
            <a:spLocks xmlns:a="http://schemas.openxmlformats.org/drawingml/2006/main" noGrp="1"/>
          </p:cNvSpPr>
          <p:nvPr/>
        </p:nvSpPr>
        <p:spPr>
          <a:xfrm xmlns:a="http://schemas.openxmlformats.org/drawingml/2006/main">
            <a:off x="571500" y="4000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150" b="1">
                <a:solidFill>
                  <a:srgbClr val="102A43"/>
                </a:solidFill>
                <a:latin typeface="Arial"/>
                <a:ea typeface="Arial"/>
                <a:cs typeface="Arial"/>
              </a:defRPr>
            </a:defPPr>
            <a:lvl1pPr algn="l">
              <a:buNone/>
              <a:defRPr sz="3150" b="1">
                <a:solidFill>
                  <a:srgbClr val="102A43"/>
                </a:solidFill>
                <a:latin typeface="Arial"/>
                <a:ea typeface="Arial"/>
                <a:cs typeface="Arial"/>
              </a:defRPr>
            </a:lvl1pPr>
            <a:lvl2pPr algn="l">
              <a:buNone/>
              <a:defRPr sz="3150" b="1">
                <a:solidFill>
                  <a:srgbClr val="102A43"/>
                </a:solidFill>
                <a:latin typeface="Arial"/>
                <a:ea typeface="Arial"/>
                <a:cs typeface="Arial"/>
              </a:defRPr>
            </a:lvl2pPr>
            <a:lvl3pPr algn="l">
              <a:buNone/>
              <a:defRPr sz="3150" b="1">
                <a:solidFill>
                  <a:srgbClr val="102A43"/>
                </a:solidFill>
                <a:latin typeface="Arial"/>
                <a:ea typeface="Arial"/>
                <a:cs typeface="Arial"/>
              </a:defRPr>
            </a:lvl3pPr>
            <a:lvl4pPr algn="l">
              <a:buNone/>
              <a:defRPr sz="3150" b="1">
                <a:solidFill>
                  <a:srgbClr val="102A43"/>
                </a:solidFill>
                <a:latin typeface="Arial"/>
                <a:ea typeface="Arial"/>
                <a:cs typeface="Arial"/>
              </a:defRPr>
            </a:lvl4pPr>
            <a:lvl5pPr algn="l">
              <a:buNone/>
              <a:defRPr sz="3150" b="1">
                <a:solidFill>
                  <a:srgbClr val="102A43"/>
                </a:solidFill>
                <a:latin typeface="Arial"/>
                <a:ea typeface="Arial"/>
                <a:cs typeface="Arial"/>
              </a:defRPr>
            </a:lvl5pPr>
            <a:lvl6pPr algn="l">
              <a:buNone/>
              <a:defRPr sz="3150" b="1">
                <a:solidFill>
                  <a:srgbClr val="102A43"/>
                </a:solidFill>
                <a:latin typeface="Arial"/>
                <a:ea typeface="Arial"/>
                <a:cs typeface="Arial"/>
              </a:defRPr>
            </a:lvl6pPr>
            <a:lvl7pPr algn="l">
              <a:buNone/>
              <a:defRPr sz="3150" b="1">
                <a:solidFill>
                  <a:srgbClr val="102A43"/>
                </a:solidFill>
                <a:latin typeface="Arial"/>
                <a:ea typeface="Arial"/>
                <a:cs typeface="Arial"/>
              </a:defRPr>
            </a:lvl7pPr>
            <a:lvl8pPr algn="l">
              <a:buNone/>
              <a:defRPr sz="3150" b="1">
                <a:solidFill>
                  <a:srgbClr val="102A43"/>
                </a:solidFill>
                <a:latin typeface="Arial"/>
                <a:ea typeface="Arial"/>
                <a:cs typeface="Arial"/>
              </a:defRPr>
            </a:lvl8pPr>
            <a:lvl9pPr algn="l">
              <a:buNone/>
              <a:defRPr sz="3150" b="1">
                <a:solidFill>
                  <a:srgbClr val="102A43"/>
                </a:solidFill>
                <a:latin typeface="Arial"/>
                <a:ea typeface="Arial"/>
                <a:cs typeface="Arial"/>
              </a:defRPr>
            </a:lvl9pPr>
          </a:lstStyle>
          <a:p xmlns:a="http://schemas.openxmlformats.org/drawingml/2006/main">
            <a:pPr algn="l">
              <a:buNone/>
              <a:defRPr sz="3150" b="1">
                <a:solidFill>
                  <a:srgbClr val="102A43"/>
                </a:solidFill>
                <a:latin typeface="Arial"/>
                <a:ea typeface="Arial"/>
                <a:cs typeface="Arial"/>
              </a:defRPr>
            </a:pPr>
            <a:r>
              <a:rPr sz="3150" b="1">
                <a:solidFill>
                  <a:srgbClr val="102A43"/>
                </a:solidFill>
                <a:latin typeface="Arial"/>
                <a:ea typeface="Arial"/>
                <a:cs typeface="Arial"/>
              </a:rPr>
              <a:t>Điểm đau nằm ở các lần chuyển bước</a:t>
            </a:r>
          </a:p>
        </p:txBody>
      </p:sp>
      <p:sp>
        <p:nvSpPr>
          <p:cNvPr id="2" name="diagram-20">
            <a:extLst xmlns:a="http://schemas.openxmlformats.org/drawingml/2006/main">
              <a:ext uri="{FF2B5EF4-FFF2-40B4-BE49-F238E27FC236}">
                <a16:creationId xmlns:a16="http://schemas.microsoft.com/office/drawing/2014/main" id="{12A2E564-F5FF-40F5-B8AC-C076A7FBE61F}"/>
              </a:ext>
            </a:extLst>
          </p:cNvPr>
          <p:cNvSpPr>
            <a:spLocks xmlns:a="http://schemas.openxmlformats.org/drawingml/2006/main" noGrp="1"/>
          </p:cNvSpPr>
          <p:nvPr/>
        </p:nvSpPr>
        <p:spPr>
          <a:xfrm xmlns:a="http://schemas.openxmlformats.org/drawingml/2006/main">
            <a:off x="571500" y="1143000"/>
            <a:ext cx="11049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725" b="0">
                <a:solidFill>
                  <a:srgbClr val="526773"/>
                </a:solidFill>
                <a:latin typeface="Arial"/>
                <a:ea typeface="Arial"/>
                <a:cs typeface="Arial"/>
              </a:defRPr>
            </a:defPPr>
            <a:lvl1pPr algn="l">
              <a:buNone/>
              <a:defRPr sz="1725" b="0">
                <a:solidFill>
                  <a:srgbClr val="526773"/>
                </a:solidFill>
                <a:latin typeface="Arial"/>
                <a:ea typeface="Arial"/>
                <a:cs typeface="Arial"/>
              </a:defRPr>
            </a:lvl1pPr>
            <a:lvl2pPr algn="l">
              <a:buNone/>
              <a:defRPr sz="1725" b="0">
                <a:solidFill>
                  <a:srgbClr val="526773"/>
                </a:solidFill>
                <a:latin typeface="Arial"/>
                <a:ea typeface="Arial"/>
                <a:cs typeface="Arial"/>
              </a:defRPr>
            </a:lvl2pPr>
            <a:lvl3pPr algn="l">
              <a:buNone/>
              <a:defRPr sz="1725" b="0">
                <a:solidFill>
                  <a:srgbClr val="526773"/>
                </a:solidFill>
                <a:latin typeface="Arial"/>
                <a:ea typeface="Arial"/>
                <a:cs typeface="Arial"/>
              </a:defRPr>
            </a:lvl3pPr>
            <a:lvl4pPr algn="l">
              <a:buNone/>
              <a:defRPr sz="1725" b="0">
                <a:solidFill>
                  <a:srgbClr val="526773"/>
                </a:solidFill>
                <a:latin typeface="Arial"/>
                <a:ea typeface="Arial"/>
                <a:cs typeface="Arial"/>
              </a:defRPr>
            </a:lvl4pPr>
            <a:lvl5pPr algn="l">
              <a:buNone/>
              <a:defRPr sz="1725" b="0">
                <a:solidFill>
                  <a:srgbClr val="526773"/>
                </a:solidFill>
                <a:latin typeface="Arial"/>
                <a:ea typeface="Arial"/>
                <a:cs typeface="Arial"/>
              </a:defRPr>
            </a:lvl5pPr>
            <a:lvl6pPr algn="l">
              <a:buNone/>
              <a:defRPr sz="1725" b="0">
                <a:solidFill>
                  <a:srgbClr val="526773"/>
                </a:solidFill>
                <a:latin typeface="Arial"/>
                <a:ea typeface="Arial"/>
                <a:cs typeface="Arial"/>
              </a:defRPr>
            </a:lvl6pPr>
            <a:lvl7pPr algn="l">
              <a:buNone/>
              <a:defRPr sz="1725" b="0">
                <a:solidFill>
                  <a:srgbClr val="526773"/>
                </a:solidFill>
                <a:latin typeface="Arial"/>
                <a:ea typeface="Arial"/>
                <a:cs typeface="Arial"/>
              </a:defRPr>
            </a:lvl7pPr>
            <a:lvl8pPr algn="l">
              <a:buNone/>
              <a:defRPr sz="1725" b="0">
                <a:solidFill>
                  <a:srgbClr val="526773"/>
                </a:solidFill>
                <a:latin typeface="Arial"/>
                <a:ea typeface="Arial"/>
                <a:cs typeface="Arial"/>
              </a:defRPr>
            </a:lvl8pPr>
            <a:lvl9pPr algn="l">
              <a:buNone/>
              <a:defRPr sz="1725" b="0">
                <a:solidFill>
                  <a:srgbClr val="526773"/>
                </a:solidFill>
                <a:latin typeface="Arial"/>
                <a:ea typeface="Arial"/>
                <a:cs typeface="Arial"/>
              </a:defRPr>
            </a:lvl9pPr>
          </a:lstStyle>
          <a:p xmlns:a="http://schemas.openxmlformats.org/drawingml/2006/main">
            <a:pPr algn="l">
              <a:buNone/>
              <a:defRPr sz="1725" b="0">
                <a:solidFill>
                  <a:srgbClr val="526773"/>
                </a:solidFill>
                <a:latin typeface="Arial"/>
                <a:ea typeface="Arial"/>
                <a:cs typeface="Arial"/>
              </a:defRPr>
            </a:pPr>
            <a:r>
              <a:rPr sz="1725" b="0">
                <a:solidFill>
                  <a:srgbClr val="526773"/>
                </a:solidFill>
                <a:latin typeface="Arial"/>
                <a:ea typeface="Arial"/>
                <a:cs typeface="Arial"/>
              </a:rPr>
              <a:t>Dòng việc tiếp tục, nhưng thông tin để quyết định có thể bị đứt đoạn</a:t>
            </a:r>
          </a:p>
        </p:txBody>
      </p:sp>
      <p:pic>
        <p:nvPicPr>
          <p:cNvPr id="3" name="">
            <a:extLst xmlns:a="http://schemas.openxmlformats.org/drawingml/2006/main">
              <a:ext uri="{FF2B5EF4-FFF2-40B4-BE49-F238E27FC236}">
                <a16:creationId xmlns:a16="http://schemas.microsoft.com/office/drawing/2014/main" id="{5ECFAD61-9965-4E3E-A541-97DACD21438B}"/>
              </a:ext>
            </a:extLst>
          </p:cNvPr>
          <p:cNvPicPr>
            <a:picLocks xmlns:a="http://schemas.openxmlformats.org/drawingml/2006/main" noChangeAspect="1"/>
          </p:cNvPicPr>
          <p:nvPr/>
        </p:nvPicPr>
        <p:blipFill>
          <a:blip xmlns:r="http://schemas.openxmlformats.org/officeDocument/2006/relationships" xmlns:a="http://schemas.openxmlformats.org/drawingml/2006/main" r:embed="R854eac14d61b45da">
            <a:extLst>
              <a:ext uri="{96DAC541-7B7A-43D3-8B79-37D633B846F1}">
                <asvg:svgBlip xmlns:asvg="http://schemas.microsoft.com/office/drawing/2016/SVG/main" r:embed="Rd520c259987a4eba"/>
              </a:ext>
            </a:extLst>
          </a:blip>
          <a:stretch xmlns:a="http://schemas.openxmlformats.org/drawingml/2006/main"/>
        </p:blipFill>
        <p:spPr>
          <a:xfrm xmlns:a="http://schemas.openxmlformats.org/drawingml/2006/main">
            <a:off x="1276350" y="2590800"/>
            <a:ext cx="266700" cy="266700"/>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5B412C7E-DB2F-4087-B0FA-52234E9734DE}"/>
              </a:ext>
            </a:extLst>
          </p:cNvPr>
          <p:cNvPicPr>
            <a:picLocks xmlns:a="http://schemas.openxmlformats.org/drawingml/2006/main" noChangeAspect="1"/>
          </p:cNvPicPr>
          <p:nvPr/>
        </p:nvPicPr>
        <p:blipFill>
          <a:blip xmlns:r="http://schemas.openxmlformats.org/officeDocument/2006/relationships" xmlns:a="http://schemas.openxmlformats.org/drawingml/2006/main" r:embed="Rb5b4c5e1340b4aea">
            <a:extLst>
              <a:ext uri="{96DAC541-7B7A-43D3-8B79-37D633B846F1}">
                <asvg:svgBlip xmlns:asvg="http://schemas.microsoft.com/office/drawing/2016/SVG/main" r:embed="R69017284891c4db6"/>
              </a:ext>
            </a:extLst>
          </a:blip>
          <a:stretch xmlns:a="http://schemas.openxmlformats.org/drawingml/2006/main"/>
        </p:blipFill>
        <p:spPr>
          <a:xfrm xmlns:a="http://schemas.openxmlformats.org/drawingml/2006/main">
            <a:off x="3609975" y="2590800"/>
            <a:ext cx="266700" cy="266700"/>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8BC8C407-E878-40DA-BD11-E27160066B6F}"/>
              </a:ext>
            </a:extLst>
          </p:cNvPr>
          <p:cNvPicPr>
            <a:picLocks xmlns:a="http://schemas.openxmlformats.org/drawingml/2006/main" noChangeAspect="1"/>
          </p:cNvPicPr>
          <p:nvPr/>
        </p:nvPicPr>
        <p:blipFill>
          <a:blip xmlns:r="http://schemas.openxmlformats.org/officeDocument/2006/relationships" xmlns:a="http://schemas.openxmlformats.org/drawingml/2006/main" r:embed="Rc3df9094567b48f7">
            <a:extLst>
              <a:ext uri="{96DAC541-7B7A-43D3-8B79-37D633B846F1}">
                <asvg:svgBlip xmlns:asvg="http://schemas.microsoft.com/office/drawing/2016/SVG/main" r:embed="R30c8ae88d2e043c9"/>
              </a:ext>
            </a:extLst>
          </a:blip>
          <a:stretch xmlns:a="http://schemas.openxmlformats.org/drawingml/2006/main"/>
        </p:blipFill>
        <p:spPr>
          <a:xfrm xmlns:a="http://schemas.openxmlformats.org/drawingml/2006/main">
            <a:off x="5943600" y="2590800"/>
            <a:ext cx="266700" cy="266700"/>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A107B218-3455-465C-B591-89A5DAF5C014}"/>
              </a:ext>
            </a:extLst>
          </p:cNvPr>
          <p:cNvPicPr>
            <a:picLocks xmlns:a="http://schemas.openxmlformats.org/drawingml/2006/main" noChangeAspect="1"/>
          </p:cNvPicPr>
          <p:nvPr/>
        </p:nvPicPr>
        <p:blipFill>
          <a:blip xmlns:r="http://schemas.openxmlformats.org/officeDocument/2006/relationships" xmlns:a="http://schemas.openxmlformats.org/drawingml/2006/main" r:embed="R0a370fbf7f0e456d">
            <a:extLst>
              <a:ext uri="{96DAC541-7B7A-43D3-8B79-37D633B846F1}">
                <asvg:svgBlip xmlns:asvg="http://schemas.microsoft.com/office/drawing/2016/SVG/main" r:embed="Rd6a6287bf7fd442b"/>
              </a:ext>
            </a:extLst>
          </a:blip>
          <a:stretch xmlns:a="http://schemas.openxmlformats.org/drawingml/2006/main"/>
        </p:blipFill>
        <p:spPr>
          <a:xfrm xmlns:a="http://schemas.openxmlformats.org/drawingml/2006/main">
            <a:off x="8277225" y="2590800"/>
            <a:ext cx="266700" cy="266700"/>
          </a:xfrm>
          <a:prstGeom xmlns:a="http://schemas.openxmlformats.org/drawingml/2006/main" prst="rect">
            <a:avLst/>
          </a:prstGeom>
        </p:spPr>
      </p:pic>
      <p:pic>
        <p:nvPicPr>
          <p:cNvPr id="7" name="">
            <a:extLst xmlns:a="http://schemas.openxmlformats.org/drawingml/2006/main">
              <a:ext uri="{FF2B5EF4-FFF2-40B4-BE49-F238E27FC236}">
                <a16:creationId xmlns:a16="http://schemas.microsoft.com/office/drawing/2014/main" id="{2EFA0038-0FC8-4E01-BF75-F2C495AE631E}"/>
              </a:ext>
            </a:extLst>
          </p:cNvPr>
          <p:cNvPicPr>
            <a:picLocks xmlns:a="http://schemas.openxmlformats.org/drawingml/2006/main" noChangeAspect="1"/>
          </p:cNvPicPr>
          <p:nvPr/>
        </p:nvPicPr>
        <p:blipFill>
          <a:blip xmlns:r="http://schemas.openxmlformats.org/officeDocument/2006/relationships" xmlns:a="http://schemas.openxmlformats.org/drawingml/2006/main" r:embed="R3cf1db5ea55c4ddf">
            <a:extLst>
              <a:ext uri="{96DAC541-7B7A-43D3-8B79-37D633B846F1}">
                <asvg:svgBlip xmlns:asvg="http://schemas.microsoft.com/office/drawing/2016/SVG/main" r:embed="R5da1d438f0df4cdb"/>
              </a:ext>
            </a:extLst>
          </a:blip>
          <a:stretch xmlns:a="http://schemas.openxmlformats.org/drawingml/2006/main"/>
        </p:blipFill>
        <p:spPr>
          <a:xfrm xmlns:a="http://schemas.openxmlformats.org/drawingml/2006/main">
            <a:off x="10610850" y="2590800"/>
            <a:ext cx="266700" cy="266700"/>
          </a:xfrm>
          <a:prstGeom xmlns:a="http://schemas.openxmlformats.org/drawingml/2006/main" prst="rect">
            <a:avLst/>
          </a:prstGeom>
        </p:spPr>
      </p:pic>
      <p:sp>
        <p:nvSpPr>
          <p:cNvPr id="8" name="diagram-21">
            <a:extLst xmlns:a="http://schemas.openxmlformats.org/drawingml/2006/main">
              <a:ext uri="{FF2B5EF4-FFF2-40B4-BE49-F238E27FC236}">
                <a16:creationId xmlns:a16="http://schemas.microsoft.com/office/drawing/2014/main" id="{9520FB18-449D-4AE3-86E6-55395762C5B8}"/>
              </a:ext>
            </a:extLst>
          </p:cNvPr>
          <p:cNvSpPr>
            <a:spLocks xmlns:a="http://schemas.openxmlformats.org/drawingml/2006/main" noGrp="1"/>
          </p:cNvSpPr>
          <p:nvPr/>
        </p:nvSpPr>
        <p:spPr>
          <a:xfrm xmlns:a="http://schemas.openxmlformats.org/drawingml/2006/main">
            <a:off x="571500" y="2895600"/>
            <a:ext cx="1714500" cy="895350"/>
          </a:xfrm>
          <a:prstGeom xmlns:a="http://schemas.openxmlformats.org/drawingml/2006/main" prst="roundRect">
            <a:avLst>
              <a:gd name="adj" fmla="val 8511"/>
            </a:avLst>
          </a:prstGeom>
          <a:solidFill xmlns:a="http://schemas.openxmlformats.org/drawingml/2006/main">
            <a:srgbClr val="FFFFFF"/>
          </a:solidFill>
          <a:ln xmlns:a="http://schemas.openxmlformats.org/drawingml/2006/main" w="19050">
            <a:solidFill>
              <a:srgbClr val="246BCE"/>
            </a:solidFill>
            <a:prstDash val="solid"/>
          </a:ln>
        </p:spPr>
      </p:sp>
      <p:sp>
        <p:nvSpPr>
          <p:cNvPr id="9" name="diagram-22">
            <a:extLst xmlns:a="http://schemas.openxmlformats.org/drawingml/2006/main">
              <a:ext uri="{FF2B5EF4-FFF2-40B4-BE49-F238E27FC236}">
                <a16:creationId xmlns:a16="http://schemas.microsoft.com/office/drawing/2014/main" id="{20E5C5C2-3297-410B-9788-5B5946B49BE8}"/>
              </a:ext>
            </a:extLst>
          </p:cNvPr>
          <p:cNvSpPr>
            <a:spLocks xmlns:a="http://schemas.openxmlformats.org/drawingml/2006/main" noGrp="1"/>
          </p:cNvSpPr>
          <p:nvPr/>
        </p:nvSpPr>
        <p:spPr>
          <a:xfrm xmlns:a="http://schemas.openxmlformats.org/drawingml/2006/main">
            <a:off x="666750" y="2943225"/>
            <a:ext cx="1524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75" b="1">
                <a:solidFill>
                  <a:srgbClr val="102A43"/>
                </a:solidFill>
                <a:latin typeface="Arial"/>
                <a:ea typeface="Arial"/>
                <a:cs typeface="Arial"/>
              </a:defRPr>
            </a:defPPr>
            <a:lvl1pPr algn="ctr">
              <a:buNone/>
              <a:defRPr sz="1875" b="1">
                <a:solidFill>
                  <a:srgbClr val="102A43"/>
                </a:solidFill>
                <a:latin typeface="Arial"/>
                <a:ea typeface="Arial"/>
                <a:cs typeface="Arial"/>
              </a:defRPr>
            </a:lvl1pPr>
            <a:lvl2pPr algn="ctr">
              <a:buNone/>
              <a:defRPr sz="1875" b="1">
                <a:solidFill>
                  <a:srgbClr val="102A43"/>
                </a:solidFill>
                <a:latin typeface="Arial"/>
                <a:ea typeface="Arial"/>
                <a:cs typeface="Arial"/>
              </a:defRPr>
            </a:lvl2pPr>
            <a:lvl3pPr algn="ctr">
              <a:buNone/>
              <a:defRPr sz="1875" b="1">
                <a:solidFill>
                  <a:srgbClr val="102A43"/>
                </a:solidFill>
                <a:latin typeface="Arial"/>
                <a:ea typeface="Arial"/>
                <a:cs typeface="Arial"/>
              </a:defRPr>
            </a:lvl3pPr>
            <a:lvl4pPr algn="ctr">
              <a:buNone/>
              <a:defRPr sz="1875" b="1">
                <a:solidFill>
                  <a:srgbClr val="102A43"/>
                </a:solidFill>
                <a:latin typeface="Arial"/>
                <a:ea typeface="Arial"/>
                <a:cs typeface="Arial"/>
              </a:defRPr>
            </a:lvl4pPr>
            <a:lvl5pPr algn="ctr">
              <a:buNone/>
              <a:defRPr sz="1875" b="1">
                <a:solidFill>
                  <a:srgbClr val="102A43"/>
                </a:solidFill>
                <a:latin typeface="Arial"/>
                <a:ea typeface="Arial"/>
                <a:cs typeface="Arial"/>
              </a:defRPr>
            </a:lvl5pPr>
            <a:lvl6pPr algn="ctr">
              <a:buNone/>
              <a:defRPr sz="1875" b="1">
                <a:solidFill>
                  <a:srgbClr val="102A43"/>
                </a:solidFill>
                <a:latin typeface="Arial"/>
                <a:ea typeface="Arial"/>
                <a:cs typeface="Arial"/>
              </a:defRPr>
            </a:lvl6pPr>
            <a:lvl7pPr algn="ctr">
              <a:buNone/>
              <a:defRPr sz="1875" b="1">
                <a:solidFill>
                  <a:srgbClr val="102A43"/>
                </a:solidFill>
                <a:latin typeface="Arial"/>
                <a:ea typeface="Arial"/>
                <a:cs typeface="Arial"/>
              </a:defRPr>
            </a:lvl7pPr>
            <a:lvl8pPr algn="ctr">
              <a:buNone/>
              <a:defRPr sz="1875" b="1">
                <a:solidFill>
                  <a:srgbClr val="102A43"/>
                </a:solidFill>
                <a:latin typeface="Arial"/>
                <a:ea typeface="Arial"/>
                <a:cs typeface="Arial"/>
              </a:defRPr>
            </a:lvl8pPr>
            <a:lvl9pPr algn="ctr">
              <a:buNone/>
              <a:defRPr sz="1875" b="1">
                <a:solidFill>
                  <a:srgbClr val="102A43"/>
                </a:solidFill>
                <a:latin typeface="Arial"/>
                <a:ea typeface="Arial"/>
                <a:cs typeface="Arial"/>
              </a:defRPr>
            </a:lvl9pPr>
          </a:lstStyle>
          <a:p xmlns:a="http://schemas.openxmlformats.org/drawingml/2006/main">
            <a:pPr algn="ctr">
              <a:buNone/>
              <a:defRPr sz="1875" b="1">
                <a:solidFill>
                  <a:srgbClr val="102A43"/>
                </a:solidFill>
                <a:latin typeface="Arial"/>
                <a:ea typeface="Arial"/>
                <a:cs typeface="Arial"/>
              </a:defRPr>
            </a:pPr>
            <a:r>
              <a:rPr sz="1875" b="1">
                <a:solidFill>
                  <a:srgbClr val="102A43"/>
                </a:solidFill>
                <a:latin typeface="Arial"/>
                <a:ea typeface="Arial"/>
                <a:cs typeface="Arial"/>
              </a:rPr>
              <a:t>Rời phòng</a:t>
            </a:r>
          </a:p>
          <a:p xmlns:a="http://schemas.openxmlformats.org/drawingml/2006/main">
            <a:pPr algn="ctr">
              <a:buNone/>
              <a:defRPr sz="1875" b="1">
                <a:solidFill>
                  <a:srgbClr val="102A43"/>
                </a:solidFill>
                <a:latin typeface="Arial"/>
                <a:ea typeface="Arial"/>
                <a:cs typeface="Arial"/>
              </a:defRPr>
            </a:pPr>
            <a:r>
              <a:rPr sz="1875" b="1">
                <a:solidFill>
                  <a:srgbClr val="102A43"/>
                </a:solidFill>
                <a:latin typeface="Arial"/>
                <a:ea typeface="Arial"/>
                <a:cs typeface="Arial"/>
              </a:rPr>
              <a:t>khám đầu</a:t>
            </a:r>
          </a:p>
        </p:txBody>
      </p:sp>
      <p:sp>
        <p:nvSpPr>
          <p:cNvPr id="10" name="diagram-23">
            <a:extLst xmlns:a="http://schemas.openxmlformats.org/drawingml/2006/main">
              <a:ext uri="{FF2B5EF4-FFF2-40B4-BE49-F238E27FC236}">
                <a16:creationId xmlns:a16="http://schemas.microsoft.com/office/drawing/2014/main" id="{BF373B51-D183-40E0-B089-B6E0C47754AF}"/>
              </a:ext>
            </a:extLst>
          </p:cNvPr>
          <p:cNvSpPr>
            <a:spLocks xmlns:a="http://schemas.openxmlformats.org/drawingml/2006/main" noGrp="1"/>
          </p:cNvSpPr>
          <p:nvPr/>
        </p:nvSpPr>
        <p:spPr>
          <a:xfrm xmlns:a="http://schemas.openxmlformats.org/drawingml/2006/main">
            <a:off x="2905125" y="2895600"/>
            <a:ext cx="1714500" cy="895350"/>
          </a:xfrm>
          <a:prstGeom xmlns:a="http://schemas.openxmlformats.org/drawingml/2006/main" prst="roundRect">
            <a:avLst>
              <a:gd name="adj" fmla="val 8511"/>
            </a:avLst>
          </a:prstGeom>
          <a:solidFill xmlns:a="http://schemas.openxmlformats.org/drawingml/2006/main">
            <a:srgbClr val="FFFFFF"/>
          </a:solidFill>
          <a:ln xmlns:a="http://schemas.openxmlformats.org/drawingml/2006/main" w="19050">
            <a:solidFill>
              <a:srgbClr val="246BCE"/>
            </a:solidFill>
            <a:prstDash val="solid"/>
          </a:ln>
        </p:spPr>
      </p:sp>
      <p:sp>
        <p:nvSpPr>
          <p:cNvPr id="11" name="diagram-24">
            <a:extLst xmlns:a="http://schemas.openxmlformats.org/drawingml/2006/main">
              <a:ext uri="{FF2B5EF4-FFF2-40B4-BE49-F238E27FC236}">
                <a16:creationId xmlns:a16="http://schemas.microsoft.com/office/drawing/2014/main" id="{14B54122-3FA2-4F42-B765-604CE01864BA}"/>
              </a:ext>
            </a:extLst>
          </p:cNvPr>
          <p:cNvSpPr>
            <a:spLocks xmlns:a="http://schemas.openxmlformats.org/drawingml/2006/main" noGrp="1"/>
          </p:cNvSpPr>
          <p:nvPr/>
        </p:nvSpPr>
        <p:spPr>
          <a:xfrm xmlns:a="http://schemas.openxmlformats.org/drawingml/2006/main">
            <a:off x="3000375" y="2943225"/>
            <a:ext cx="1524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75" b="1">
                <a:solidFill>
                  <a:srgbClr val="102A43"/>
                </a:solidFill>
                <a:latin typeface="Arial"/>
                <a:ea typeface="Arial"/>
                <a:cs typeface="Arial"/>
              </a:defRPr>
            </a:defPPr>
            <a:lvl1pPr algn="ctr">
              <a:buNone/>
              <a:defRPr sz="1875" b="1">
                <a:solidFill>
                  <a:srgbClr val="102A43"/>
                </a:solidFill>
                <a:latin typeface="Arial"/>
                <a:ea typeface="Arial"/>
                <a:cs typeface="Arial"/>
              </a:defRPr>
            </a:lvl1pPr>
            <a:lvl2pPr algn="ctr">
              <a:buNone/>
              <a:defRPr sz="1875" b="1">
                <a:solidFill>
                  <a:srgbClr val="102A43"/>
                </a:solidFill>
                <a:latin typeface="Arial"/>
                <a:ea typeface="Arial"/>
                <a:cs typeface="Arial"/>
              </a:defRPr>
            </a:lvl2pPr>
            <a:lvl3pPr algn="ctr">
              <a:buNone/>
              <a:defRPr sz="1875" b="1">
                <a:solidFill>
                  <a:srgbClr val="102A43"/>
                </a:solidFill>
                <a:latin typeface="Arial"/>
                <a:ea typeface="Arial"/>
                <a:cs typeface="Arial"/>
              </a:defRPr>
            </a:lvl3pPr>
            <a:lvl4pPr algn="ctr">
              <a:buNone/>
              <a:defRPr sz="1875" b="1">
                <a:solidFill>
                  <a:srgbClr val="102A43"/>
                </a:solidFill>
                <a:latin typeface="Arial"/>
                <a:ea typeface="Arial"/>
                <a:cs typeface="Arial"/>
              </a:defRPr>
            </a:lvl4pPr>
            <a:lvl5pPr algn="ctr">
              <a:buNone/>
              <a:defRPr sz="1875" b="1">
                <a:solidFill>
                  <a:srgbClr val="102A43"/>
                </a:solidFill>
                <a:latin typeface="Arial"/>
                <a:ea typeface="Arial"/>
                <a:cs typeface="Arial"/>
              </a:defRPr>
            </a:lvl5pPr>
            <a:lvl6pPr algn="ctr">
              <a:buNone/>
              <a:defRPr sz="1875" b="1">
                <a:solidFill>
                  <a:srgbClr val="102A43"/>
                </a:solidFill>
                <a:latin typeface="Arial"/>
                <a:ea typeface="Arial"/>
                <a:cs typeface="Arial"/>
              </a:defRPr>
            </a:lvl6pPr>
            <a:lvl7pPr algn="ctr">
              <a:buNone/>
              <a:defRPr sz="1875" b="1">
                <a:solidFill>
                  <a:srgbClr val="102A43"/>
                </a:solidFill>
                <a:latin typeface="Arial"/>
                <a:ea typeface="Arial"/>
                <a:cs typeface="Arial"/>
              </a:defRPr>
            </a:lvl7pPr>
            <a:lvl8pPr algn="ctr">
              <a:buNone/>
              <a:defRPr sz="1875" b="1">
                <a:solidFill>
                  <a:srgbClr val="102A43"/>
                </a:solidFill>
                <a:latin typeface="Arial"/>
                <a:ea typeface="Arial"/>
                <a:cs typeface="Arial"/>
              </a:defRPr>
            </a:lvl8pPr>
            <a:lvl9pPr algn="ctr">
              <a:buNone/>
              <a:defRPr sz="1875" b="1">
                <a:solidFill>
                  <a:srgbClr val="102A43"/>
                </a:solidFill>
                <a:latin typeface="Arial"/>
                <a:ea typeface="Arial"/>
                <a:cs typeface="Arial"/>
              </a:defRPr>
            </a:lvl9pPr>
          </a:lstStyle>
          <a:p xmlns:a="http://schemas.openxmlformats.org/drawingml/2006/main">
            <a:pPr algn="ctr">
              <a:buNone/>
              <a:defRPr sz="1875" b="1">
                <a:solidFill>
                  <a:srgbClr val="102A43"/>
                </a:solidFill>
                <a:latin typeface="Arial"/>
                <a:ea typeface="Arial"/>
                <a:cs typeface="Arial"/>
              </a:defRPr>
            </a:pPr>
            <a:r>
              <a:rPr sz="1875" b="1">
                <a:solidFill>
                  <a:srgbClr val="102A43"/>
                </a:solidFill>
                <a:latin typeface="Arial"/>
                <a:ea typeface="Arial"/>
                <a:cs typeface="Arial"/>
              </a:rPr>
              <a:t>Tìm điểm</a:t>
            </a:r>
          </a:p>
          <a:p xmlns:a="http://schemas.openxmlformats.org/drawingml/2006/main">
            <a:pPr algn="ctr">
              <a:buNone/>
              <a:defRPr sz="1875" b="1">
                <a:solidFill>
                  <a:srgbClr val="102A43"/>
                </a:solidFill>
                <a:latin typeface="Arial"/>
                <a:ea typeface="Arial"/>
                <a:cs typeface="Arial"/>
              </a:defRPr>
            </a:pPr>
            <a:r>
              <a:rPr sz="1875" b="1">
                <a:solidFill>
                  <a:srgbClr val="102A43"/>
                </a:solidFill>
                <a:latin typeface="Arial"/>
                <a:ea typeface="Arial"/>
                <a:cs typeface="Arial"/>
              </a:rPr>
              <a:t>tiếp theo</a:t>
            </a:r>
          </a:p>
        </p:txBody>
      </p:sp>
      <p:sp>
        <p:nvSpPr>
          <p:cNvPr id="12" name="diagram-25">
            <a:extLst xmlns:a="http://schemas.openxmlformats.org/drawingml/2006/main">
              <a:ext uri="{FF2B5EF4-FFF2-40B4-BE49-F238E27FC236}">
                <a16:creationId xmlns:a16="http://schemas.microsoft.com/office/drawing/2014/main" id="{667208E1-FEE0-4EE3-99B0-9EA418350650}"/>
              </a:ext>
            </a:extLst>
          </p:cNvPr>
          <p:cNvSpPr>
            <a:spLocks xmlns:a="http://schemas.openxmlformats.org/drawingml/2006/main" noGrp="1"/>
          </p:cNvSpPr>
          <p:nvPr/>
        </p:nvSpPr>
        <p:spPr>
          <a:xfrm xmlns:a="http://schemas.openxmlformats.org/drawingml/2006/main">
            <a:off x="5238750" y="2895600"/>
            <a:ext cx="1714500" cy="895350"/>
          </a:xfrm>
          <a:prstGeom xmlns:a="http://schemas.openxmlformats.org/drawingml/2006/main" prst="roundRect">
            <a:avLst>
              <a:gd name="adj" fmla="val 8511"/>
            </a:avLst>
          </a:prstGeom>
          <a:solidFill xmlns:a="http://schemas.openxmlformats.org/drawingml/2006/main">
            <a:srgbClr val="FFFFFF"/>
          </a:solidFill>
          <a:ln xmlns:a="http://schemas.openxmlformats.org/drawingml/2006/main" w="19050">
            <a:solidFill>
              <a:srgbClr val="246BCE"/>
            </a:solidFill>
            <a:prstDash val="solid"/>
          </a:ln>
        </p:spPr>
      </p:sp>
      <p:sp>
        <p:nvSpPr>
          <p:cNvPr id="13" name="diagram-26">
            <a:extLst xmlns:a="http://schemas.openxmlformats.org/drawingml/2006/main">
              <a:ext uri="{FF2B5EF4-FFF2-40B4-BE49-F238E27FC236}">
                <a16:creationId xmlns:a16="http://schemas.microsoft.com/office/drawing/2014/main" id="{32B84AD6-192E-423E-9B3C-0681A82EFE63}"/>
              </a:ext>
            </a:extLst>
          </p:cNvPr>
          <p:cNvSpPr>
            <a:spLocks xmlns:a="http://schemas.openxmlformats.org/drawingml/2006/main" noGrp="1"/>
          </p:cNvSpPr>
          <p:nvPr/>
        </p:nvSpPr>
        <p:spPr>
          <a:xfrm xmlns:a="http://schemas.openxmlformats.org/drawingml/2006/main">
            <a:off x="5334000" y="2943225"/>
            <a:ext cx="1524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75" b="1">
                <a:solidFill>
                  <a:srgbClr val="102A43"/>
                </a:solidFill>
                <a:latin typeface="Arial"/>
                <a:ea typeface="Arial"/>
                <a:cs typeface="Arial"/>
              </a:defRPr>
            </a:defPPr>
            <a:lvl1pPr algn="ctr">
              <a:buNone/>
              <a:defRPr sz="1875" b="1">
                <a:solidFill>
                  <a:srgbClr val="102A43"/>
                </a:solidFill>
                <a:latin typeface="Arial"/>
                <a:ea typeface="Arial"/>
                <a:cs typeface="Arial"/>
              </a:defRPr>
            </a:lvl1pPr>
            <a:lvl2pPr algn="ctr">
              <a:buNone/>
              <a:defRPr sz="1875" b="1">
                <a:solidFill>
                  <a:srgbClr val="102A43"/>
                </a:solidFill>
                <a:latin typeface="Arial"/>
                <a:ea typeface="Arial"/>
                <a:cs typeface="Arial"/>
              </a:defRPr>
            </a:lvl2pPr>
            <a:lvl3pPr algn="ctr">
              <a:buNone/>
              <a:defRPr sz="1875" b="1">
                <a:solidFill>
                  <a:srgbClr val="102A43"/>
                </a:solidFill>
                <a:latin typeface="Arial"/>
                <a:ea typeface="Arial"/>
                <a:cs typeface="Arial"/>
              </a:defRPr>
            </a:lvl3pPr>
            <a:lvl4pPr algn="ctr">
              <a:buNone/>
              <a:defRPr sz="1875" b="1">
                <a:solidFill>
                  <a:srgbClr val="102A43"/>
                </a:solidFill>
                <a:latin typeface="Arial"/>
                <a:ea typeface="Arial"/>
                <a:cs typeface="Arial"/>
              </a:defRPr>
            </a:lvl4pPr>
            <a:lvl5pPr algn="ctr">
              <a:buNone/>
              <a:defRPr sz="1875" b="1">
                <a:solidFill>
                  <a:srgbClr val="102A43"/>
                </a:solidFill>
                <a:latin typeface="Arial"/>
                <a:ea typeface="Arial"/>
                <a:cs typeface="Arial"/>
              </a:defRPr>
            </a:lvl5pPr>
            <a:lvl6pPr algn="ctr">
              <a:buNone/>
              <a:defRPr sz="1875" b="1">
                <a:solidFill>
                  <a:srgbClr val="102A43"/>
                </a:solidFill>
                <a:latin typeface="Arial"/>
                <a:ea typeface="Arial"/>
                <a:cs typeface="Arial"/>
              </a:defRPr>
            </a:lvl6pPr>
            <a:lvl7pPr algn="ctr">
              <a:buNone/>
              <a:defRPr sz="1875" b="1">
                <a:solidFill>
                  <a:srgbClr val="102A43"/>
                </a:solidFill>
                <a:latin typeface="Arial"/>
                <a:ea typeface="Arial"/>
                <a:cs typeface="Arial"/>
              </a:defRPr>
            </a:lvl7pPr>
            <a:lvl8pPr algn="ctr">
              <a:buNone/>
              <a:defRPr sz="1875" b="1">
                <a:solidFill>
                  <a:srgbClr val="102A43"/>
                </a:solidFill>
                <a:latin typeface="Arial"/>
                <a:ea typeface="Arial"/>
                <a:cs typeface="Arial"/>
              </a:defRPr>
            </a:lvl8pPr>
            <a:lvl9pPr algn="ctr">
              <a:buNone/>
              <a:defRPr sz="1875" b="1">
                <a:solidFill>
                  <a:srgbClr val="102A43"/>
                </a:solidFill>
                <a:latin typeface="Arial"/>
                <a:ea typeface="Arial"/>
                <a:cs typeface="Arial"/>
              </a:defRPr>
            </a:lvl9pPr>
          </a:lstStyle>
          <a:p xmlns:a="http://schemas.openxmlformats.org/drawingml/2006/main">
            <a:pPr algn="ctr">
              <a:buNone/>
              <a:defRPr sz="1875" b="1">
                <a:solidFill>
                  <a:srgbClr val="102A43"/>
                </a:solidFill>
                <a:latin typeface="Arial"/>
                <a:ea typeface="Arial"/>
                <a:cs typeface="Arial"/>
              </a:defRPr>
            </a:pPr>
            <a:r>
              <a:rPr sz="1875" b="1">
                <a:solidFill>
                  <a:srgbClr val="102A43"/>
                </a:solidFill>
                <a:latin typeface="Arial"/>
                <a:ea typeface="Arial"/>
                <a:cs typeface="Arial"/>
              </a:rPr>
              <a:t>Thực hiện</a:t>
            </a:r>
          </a:p>
          <a:p xmlns:a="http://schemas.openxmlformats.org/drawingml/2006/main">
            <a:pPr algn="ctr">
              <a:buNone/>
              <a:defRPr sz="1875" b="1">
                <a:solidFill>
                  <a:srgbClr val="102A43"/>
                </a:solidFill>
                <a:latin typeface="Arial"/>
                <a:ea typeface="Arial"/>
                <a:cs typeface="Arial"/>
              </a:defRPr>
            </a:pPr>
            <a:r>
              <a:rPr sz="1875" b="1">
                <a:solidFill>
                  <a:srgbClr val="102A43"/>
                </a:solidFill>
                <a:latin typeface="Arial"/>
                <a:ea typeface="Arial"/>
                <a:cs typeface="Arial"/>
              </a:rPr>
              <a:t>dịch vụ</a:t>
            </a:r>
          </a:p>
        </p:txBody>
      </p:sp>
      <p:sp>
        <p:nvSpPr>
          <p:cNvPr id="14" name="diagram-27">
            <a:extLst xmlns:a="http://schemas.openxmlformats.org/drawingml/2006/main">
              <a:ext uri="{FF2B5EF4-FFF2-40B4-BE49-F238E27FC236}">
                <a16:creationId xmlns:a16="http://schemas.microsoft.com/office/drawing/2014/main" id="{BC0726DF-549B-46E7-8F38-5D3ABAA04BD0}"/>
              </a:ext>
            </a:extLst>
          </p:cNvPr>
          <p:cNvSpPr>
            <a:spLocks xmlns:a="http://schemas.openxmlformats.org/drawingml/2006/main" noGrp="1"/>
          </p:cNvSpPr>
          <p:nvPr/>
        </p:nvSpPr>
        <p:spPr>
          <a:xfrm xmlns:a="http://schemas.openxmlformats.org/drawingml/2006/main">
            <a:off x="7572375" y="2895600"/>
            <a:ext cx="1714500" cy="895350"/>
          </a:xfrm>
          <a:prstGeom xmlns:a="http://schemas.openxmlformats.org/drawingml/2006/main" prst="roundRect">
            <a:avLst>
              <a:gd name="adj" fmla="val 8511"/>
            </a:avLst>
          </a:prstGeom>
          <a:solidFill xmlns:a="http://schemas.openxmlformats.org/drawingml/2006/main">
            <a:srgbClr val="FFFFFF"/>
          </a:solidFill>
          <a:ln xmlns:a="http://schemas.openxmlformats.org/drawingml/2006/main" w="19050">
            <a:solidFill>
              <a:srgbClr val="246BCE"/>
            </a:solidFill>
            <a:prstDash val="solid"/>
          </a:ln>
        </p:spPr>
      </p:sp>
      <p:sp>
        <p:nvSpPr>
          <p:cNvPr id="15" name="diagram-28">
            <a:extLst xmlns:a="http://schemas.openxmlformats.org/drawingml/2006/main">
              <a:ext uri="{FF2B5EF4-FFF2-40B4-BE49-F238E27FC236}">
                <a16:creationId xmlns:a16="http://schemas.microsoft.com/office/drawing/2014/main" id="{69493561-EF7B-48EF-BE31-D077A3154C3E}"/>
              </a:ext>
            </a:extLst>
          </p:cNvPr>
          <p:cNvSpPr>
            <a:spLocks xmlns:a="http://schemas.openxmlformats.org/drawingml/2006/main" noGrp="1"/>
          </p:cNvSpPr>
          <p:nvPr/>
        </p:nvSpPr>
        <p:spPr>
          <a:xfrm xmlns:a="http://schemas.openxmlformats.org/drawingml/2006/main">
            <a:off x="7667625" y="2943225"/>
            <a:ext cx="1524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75" b="1">
                <a:solidFill>
                  <a:srgbClr val="102A43"/>
                </a:solidFill>
                <a:latin typeface="Arial"/>
                <a:ea typeface="Arial"/>
                <a:cs typeface="Arial"/>
              </a:defRPr>
            </a:defPPr>
            <a:lvl1pPr algn="ctr">
              <a:buNone/>
              <a:defRPr sz="1875" b="1">
                <a:solidFill>
                  <a:srgbClr val="102A43"/>
                </a:solidFill>
                <a:latin typeface="Arial"/>
                <a:ea typeface="Arial"/>
                <a:cs typeface="Arial"/>
              </a:defRPr>
            </a:lvl1pPr>
            <a:lvl2pPr algn="ctr">
              <a:buNone/>
              <a:defRPr sz="1875" b="1">
                <a:solidFill>
                  <a:srgbClr val="102A43"/>
                </a:solidFill>
                <a:latin typeface="Arial"/>
                <a:ea typeface="Arial"/>
                <a:cs typeface="Arial"/>
              </a:defRPr>
            </a:lvl2pPr>
            <a:lvl3pPr algn="ctr">
              <a:buNone/>
              <a:defRPr sz="1875" b="1">
                <a:solidFill>
                  <a:srgbClr val="102A43"/>
                </a:solidFill>
                <a:latin typeface="Arial"/>
                <a:ea typeface="Arial"/>
                <a:cs typeface="Arial"/>
              </a:defRPr>
            </a:lvl3pPr>
            <a:lvl4pPr algn="ctr">
              <a:buNone/>
              <a:defRPr sz="1875" b="1">
                <a:solidFill>
                  <a:srgbClr val="102A43"/>
                </a:solidFill>
                <a:latin typeface="Arial"/>
                <a:ea typeface="Arial"/>
                <a:cs typeface="Arial"/>
              </a:defRPr>
            </a:lvl4pPr>
            <a:lvl5pPr algn="ctr">
              <a:buNone/>
              <a:defRPr sz="1875" b="1">
                <a:solidFill>
                  <a:srgbClr val="102A43"/>
                </a:solidFill>
                <a:latin typeface="Arial"/>
                <a:ea typeface="Arial"/>
                <a:cs typeface="Arial"/>
              </a:defRPr>
            </a:lvl5pPr>
            <a:lvl6pPr algn="ctr">
              <a:buNone/>
              <a:defRPr sz="1875" b="1">
                <a:solidFill>
                  <a:srgbClr val="102A43"/>
                </a:solidFill>
                <a:latin typeface="Arial"/>
                <a:ea typeface="Arial"/>
                <a:cs typeface="Arial"/>
              </a:defRPr>
            </a:lvl6pPr>
            <a:lvl7pPr algn="ctr">
              <a:buNone/>
              <a:defRPr sz="1875" b="1">
                <a:solidFill>
                  <a:srgbClr val="102A43"/>
                </a:solidFill>
                <a:latin typeface="Arial"/>
                <a:ea typeface="Arial"/>
                <a:cs typeface="Arial"/>
              </a:defRPr>
            </a:lvl7pPr>
            <a:lvl8pPr algn="ctr">
              <a:buNone/>
              <a:defRPr sz="1875" b="1">
                <a:solidFill>
                  <a:srgbClr val="102A43"/>
                </a:solidFill>
                <a:latin typeface="Arial"/>
                <a:ea typeface="Arial"/>
                <a:cs typeface="Arial"/>
              </a:defRPr>
            </a:lvl8pPr>
            <a:lvl9pPr algn="ctr">
              <a:buNone/>
              <a:defRPr sz="1875" b="1">
                <a:solidFill>
                  <a:srgbClr val="102A43"/>
                </a:solidFill>
                <a:latin typeface="Arial"/>
                <a:ea typeface="Arial"/>
                <a:cs typeface="Arial"/>
              </a:defRPr>
            </a:lvl9pPr>
          </a:lstStyle>
          <a:p xmlns:a="http://schemas.openxmlformats.org/drawingml/2006/main">
            <a:pPr algn="ctr">
              <a:buNone/>
              <a:defRPr sz="1875" b="1">
                <a:solidFill>
                  <a:srgbClr val="102A43"/>
                </a:solidFill>
                <a:latin typeface="Arial"/>
                <a:ea typeface="Arial"/>
                <a:cs typeface="Arial"/>
              </a:defRPr>
            </a:pPr>
            <a:r>
              <a:rPr sz="1875" b="1">
                <a:solidFill>
                  <a:srgbClr val="102A43"/>
                </a:solidFill>
                <a:latin typeface="Arial"/>
                <a:ea typeface="Arial"/>
                <a:cs typeface="Arial"/>
              </a:rPr>
              <a:t>Chờ và nhận</a:t>
            </a:r>
          </a:p>
          <a:p xmlns:a="http://schemas.openxmlformats.org/drawingml/2006/main">
            <a:pPr algn="ctr">
              <a:buNone/>
              <a:defRPr sz="1875" b="1">
                <a:solidFill>
                  <a:srgbClr val="102A43"/>
                </a:solidFill>
                <a:latin typeface="Arial"/>
                <a:ea typeface="Arial"/>
                <a:cs typeface="Arial"/>
              </a:defRPr>
            </a:pPr>
            <a:r>
              <a:rPr sz="1875" b="1">
                <a:solidFill>
                  <a:srgbClr val="102A43"/>
                </a:solidFill>
                <a:latin typeface="Arial"/>
                <a:ea typeface="Arial"/>
                <a:cs typeface="Arial"/>
              </a:rPr>
              <a:t>kết quả</a:t>
            </a:r>
          </a:p>
        </p:txBody>
      </p:sp>
      <p:sp>
        <p:nvSpPr>
          <p:cNvPr id="16" name="diagram-29">
            <a:extLst xmlns:a="http://schemas.openxmlformats.org/drawingml/2006/main">
              <a:ext uri="{FF2B5EF4-FFF2-40B4-BE49-F238E27FC236}">
                <a16:creationId xmlns:a16="http://schemas.microsoft.com/office/drawing/2014/main" id="{4A7E3C3F-8857-4219-B4F8-712F1C7D4C43}"/>
              </a:ext>
            </a:extLst>
          </p:cNvPr>
          <p:cNvSpPr>
            <a:spLocks xmlns:a="http://schemas.openxmlformats.org/drawingml/2006/main" noGrp="1"/>
          </p:cNvSpPr>
          <p:nvPr/>
        </p:nvSpPr>
        <p:spPr>
          <a:xfrm xmlns:a="http://schemas.openxmlformats.org/drawingml/2006/main">
            <a:off x="9906000" y="2895600"/>
            <a:ext cx="1714500" cy="895350"/>
          </a:xfrm>
          <a:prstGeom xmlns:a="http://schemas.openxmlformats.org/drawingml/2006/main" prst="roundRect">
            <a:avLst>
              <a:gd name="adj" fmla="val 8511"/>
            </a:avLst>
          </a:prstGeom>
          <a:solidFill xmlns:a="http://schemas.openxmlformats.org/drawingml/2006/main">
            <a:srgbClr val="FFFFFF"/>
          </a:solidFill>
          <a:ln xmlns:a="http://schemas.openxmlformats.org/drawingml/2006/main" w="19050">
            <a:solidFill>
              <a:srgbClr val="246BCE"/>
            </a:solidFill>
            <a:prstDash val="solid"/>
          </a:ln>
        </p:spPr>
      </p:sp>
      <p:sp>
        <p:nvSpPr>
          <p:cNvPr id="17" name="diagram-30">
            <a:extLst xmlns:a="http://schemas.openxmlformats.org/drawingml/2006/main">
              <a:ext uri="{FF2B5EF4-FFF2-40B4-BE49-F238E27FC236}">
                <a16:creationId xmlns:a16="http://schemas.microsoft.com/office/drawing/2014/main" id="{42FC3354-88CE-4CB5-BF2F-17F83C7D067E}"/>
              </a:ext>
            </a:extLst>
          </p:cNvPr>
          <p:cNvSpPr>
            <a:spLocks xmlns:a="http://schemas.openxmlformats.org/drawingml/2006/main" noGrp="1"/>
          </p:cNvSpPr>
          <p:nvPr/>
        </p:nvSpPr>
        <p:spPr>
          <a:xfrm xmlns:a="http://schemas.openxmlformats.org/drawingml/2006/main">
            <a:off x="10001250" y="2943225"/>
            <a:ext cx="1524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75" b="1">
                <a:solidFill>
                  <a:srgbClr val="102A43"/>
                </a:solidFill>
                <a:latin typeface="Arial"/>
                <a:ea typeface="Arial"/>
                <a:cs typeface="Arial"/>
              </a:defRPr>
            </a:defPPr>
            <a:lvl1pPr algn="ctr">
              <a:buNone/>
              <a:defRPr sz="1875" b="1">
                <a:solidFill>
                  <a:srgbClr val="102A43"/>
                </a:solidFill>
                <a:latin typeface="Arial"/>
                <a:ea typeface="Arial"/>
                <a:cs typeface="Arial"/>
              </a:defRPr>
            </a:lvl1pPr>
            <a:lvl2pPr algn="ctr">
              <a:buNone/>
              <a:defRPr sz="1875" b="1">
                <a:solidFill>
                  <a:srgbClr val="102A43"/>
                </a:solidFill>
                <a:latin typeface="Arial"/>
                <a:ea typeface="Arial"/>
                <a:cs typeface="Arial"/>
              </a:defRPr>
            </a:lvl2pPr>
            <a:lvl3pPr algn="ctr">
              <a:buNone/>
              <a:defRPr sz="1875" b="1">
                <a:solidFill>
                  <a:srgbClr val="102A43"/>
                </a:solidFill>
                <a:latin typeface="Arial"/>
                <a:ea typeface="Arial"/>
                <a:cs typeface="Arial"/>
              </a:defRPr>
            </a:lvl3pPr>
            <a:lvl4pPr algn="ctr">
              <a:buNone/>
              <a:defRPr sz="1875" b="1">
                <a:solidFill>
                  <a:srgbClr val="102A43"/>
                </a:solidFill>
                <a:latin typeface="Arial"/>
                <a:ea typeface="Arial"/>
                <a:cs typeface="Arial"/>
              </a:defRPr>
            </a:lvl4pPr>
            <a:lvl5pPr algn="ctr">
              <a:buNone/>
              <a:defRPr sz="1875" b="1">
                <a:solidFill>
                  <a:srgbClr val="102A43"/>
                </a:solidFill>
                <a:latin typeface="Arial"/>
                <a:ea typeface="Arial"/>
                <a:cs typeface="Arial"/>
              </a:defRPr>
            </a:lvl5pPr>
            <a:lvl6pPr algn="ctr">
              <a:buNone/>
              <a:defRPr sz="1875" b="1">
                <a:solidFill>
                  <a:srgbClr val="102A43"/>
                </a:solidFill>
                <a:latin typeface="Arial"/>
                <a:ea typeface="Arial"/>
                <a:cs typeface="Arial"/>
              </a:defRPr>
            </a:lvl6pPr>
            <a:lvl7pPr algn="ctr">
              <a:buNone/>
              <a:defRPr sz="1875" b="1">
                <a:solidFill>
                  <a:srgbClr val="102A43"/>
                </a:solidFill>
                <a:latin typeface="Arial"/>
                <a:ea typeface="Arial"/>
                <a:cs typeface="Arial"/>
              </a:defRPr>
            </a:lvl7pPr>
            <a:lvl8pPr algn="ctr">
              <a:buNone/>
              <a:defRPr sz="1875" b="1">
                <a:solidFill>
                  <a:srgbClr val="102A43"/>
                </a:solidFill>
                <a:latin typeface="Arial"/>
                <a:ea typeface="Arial"/>
                <a:cs typeface="Arial"/>
              </a:defRPr>
            </a:lvl8pPr>
            <a:lvl9pPr algn="ctr">
              <a:buNone/>
              <a:defRPr sz="1875" b="1">
                <a:solidFill>
                  <a:srgbClr val="102A43"/>
                </a:solidFill>
                <a:latin typeface="Arial"/>
                <a:ea typeface="Arial"/>
                <a:cs typeface="Arial"/>
              </a:defRPr>
            </a:lvl9pPr>
          </a:lstStyle>
          <a:p xmlns:a="http://schemas.openxmlformats.org/drawingml/2006/main">
            <a:pPr algn="ctr">
              <a:buNone/>
              <a:defRPr sz="1875" b="1">
                <a:solidFill>
                  <a:srgbClr val="102A43"/>
                </a:solidFill>
                <a:latin typeface="Arial"/>
                <a:ea typeface="Arial"/>
                <a:cs typeface="Arial"/>
              </a:defRPr>
            </a:pPr>
            <a:r>
              <a:rPr sz="1875" b="1">
                <a:solidFill>
                  <a:srgbClr val="102A43"/>
                </a:solidFill>
                <a:latin typeface="Arial"/>
                <a:ea typeface="Arial"/>
                <a:cs typeface="Arial"/>
              </a:rPr>
              <a:t>Quay lại</a:t>
            </a:r>
          </a:p>
          <a:p xmlns:a="http://schemas.openxmlformats.org/drawingml/2006/main">
            <a:pPr algn="ctr">
              <a:buNone/>
              <a:defRPr sz="1875" b="1">
                <a:solidFill>
                  <a:srgbClr val="102A43"/>
                </a:solidFill>
                <a:latin typeface="Arial"/>
                <a:ea typeface="Arial"/>
                <a:cs typeface="Arial"/>
              </a:defRPr>
            </a:pPr>
            <a:r>
              <a:rPr sz="1875" b="1">
                <a:solidFill>
                  <a:srgbClr val="102A43"/>
                </a:solidFill>
                <a:latin typeface="Arial"/>
                <a:ea typeface="Arial"/>
                <a:cs typeface="Arial"/>
              </a:rPr>
              <a:t>bác sĩ</a:t>
            </a:r>
          </a:p>
        </p:txBody>
      </p:sp>
      <p:sp>
        <p:nvSpPr>
          <p:cNvPr id="18" name="diagram-31">
            <a:extLst xmlns:a="http://schemas.openxmlformats.org/drawingml/2006/main">
              <a:ext uri="{FF2B5EF4-FFF2-40B4-BE49-F238E27FC236}">
                <a16:creationId xmlns:a16="http://schemas.microsoft.com/office/drawing/2014/main" id="{27973D78-EE12-4EB6-9AE2-7F13A86EF032}"/>
              </a:ext>
            </a:extLst>
          </p:cNvPr>
          <p:cNvSpPr>
            <a:spLocks xmlns:a="http://schemas.openxmlformats.org/drawingml/2006/main" noGrp="1"/>
          </p:cNvSpPr>
          <p:nvPr/>
        </p:nvSpPr>
        <p:spPr>
          <a:xfrm xmlns:a="http://schemas.openxmlformats.org/drawingml/2006/main">
            <a:off x="2286000" y="3333750"/>
            <a:ext cx="80963" cy="38100"/>
          </a:xfrm>
          <a:prstGeom xmlns:a="http://schemas.openxmlformats.org/drawingml/2006/main" prst="rect">
            <a:avLst/>
          </a:prstGeom>
          <a:solidFill xmlns:a="http://schemas.openxmlformats.org/drawingml/2006/main">
            <a:srgbClr val="246BCE"/>
          </a:solidFill>
          <a:ln xmlns:a="http://schemas.openxmlformats.org/drawingml/2006/main" w="0">
            <a:noFill/>
            <a:prstDash val="solid"/>
          </a:ln>
        </p:spPr>
      </p:sp>
      <p:sp>
        <p:nvSpPr>
          <p:cNvPr id="19" name="diagram-32">
            <a:extLst xmlns:a="http://schemas.openxmlformats.org/drawingml/2006/main">
              <a:ext uri="{FF2B5EF4-FFF2-40B4-BE49-F238E27FC236}">
                <a16:creationId xmlns:a16="http://schemas.microsoft.com/office/drawing/2014/main" id="{429440E7-15C5-45C0-BA7D-3A1A548278CB}"/>
              </a:ext>
            </a:extLst>
          </p:cNvPr>
          <p:cNvSpPr>
            <a:spLocks xmlns:a="http://schemas.openxmlformats.org/drawingml/2006/main" noGrp="1"/>
          </p:cNvSpPr>
          <p:nvPr/>
        </p:nvSpPr>
        <p:spPr>
          <a:xfrm xmlns:a="http://schemas.openxmlformats.org/drawingml/2006/main">
            <a:off x="2824163" y="3333750"/>
            <a:ext cx="80963" cy="38100"/>
          </a:xfrm>
          <a:prstGeom xmlns:a="http://schemas.openxmlformats.org/drawingml/2006/main" prst="rect">
            <a:avLst/>
          </a:prstGeom>
          <a:solidFill xmlns:a="http://schemas.openxmlformats.org/drawingml/2006/main">
            <a:srgbClr val="246BCE"/>
          </a:solidFill>
          <a:ln xmlns:a="http://schemas.openxmlformats.org/drawingml/2006/main" w="0">
            <a:noFill/>
            <a:prstDash val="solid"/>
          </a:ln>
        </p:spPr>
      </p:sp>
      <p:sp>
        <p:nvSpPr>
          <p:cNvPr id="20" name="diagram-33">
            <a:extLst xmlns:a="http://schemas.openxmlformats.org/drawingml/2006/main">
              <a:ext uri="{FF2B5EF4-FFF2-40B4-BE49-F238E27FC236}">
                <a16:creationId xmlns:a16="http://schemas.microsoft.com/office/drawing/2014/main" id="{2EB3F221-3471-4253-866E-7062DAF7C55E}"/>
              </a:ext>
            </a:extLst>
          </p:cNvPr>
          <p:cNvSpPr>
            <a:spLocks xmlns:a="http://schemas.openxmlformats.org/drawingml/2006/main" noGrp="1"/>
          </p:cNvSpPr>
          <p:nvPr/>
        </p:nvSpPr>
        <p:spPr>
          <a:xfrm xmlns:a="http://schemas.openxmlformats.org/drawingml/2006/main">
            <a:off x="2357438" y="3114675"/>
            <a:ext cx="476250" cy="476250"/>
          </a:xfrm>
          <a:prstGeom xmlns:a="http://schemas.openxmlformats.org/drawingml/2006/main" prst="ellipse">
            <a:avLst/>
          </a:prstGeom>
          <a:solidFill xmlns:a="http://schemas.openxmlformats.org/drawingml/2006/main">
            <a:srgbClr val="FCEBED"/>
          </a:solidFill>
          <a:ln xmlns:a="http://schemas.openxmlformats.org/drawingml/2006/main" w="0">
            <a:noFill/>
            <a:prstDash val="solid"/>
          </a:ln>
        </p:spPr>
      </p:sp>
      <p:sp>
        <p:nvSpPr>
          <p:cNvPr id="21" name="diagram-34">
            <a:extLst xmlns:a="http://schemas.openxmlformats.org/drawingml/2006/main">
              <a:ext uri="{FF2B5EF4-FFF2-40B4-BE49-F238E27FC236}">
                <a16:creationId xmlns:a16="http://schemas.microsoft.com/office/drawing/2014/main" id="{D36E097A-BAD4-42FE-8C94-5188CD7318DE}"/>
              </a:ext>
            </a:extLst>
          </p:cNvPr>
          <p:cNvSpPr>
            <a:spLocks xmlns:a="http://schemas.openxmlformats.org/drawingml/2006/main" noGrp="1"/>
          </p:cNvSpPr>
          <p:nvPr/>
        </p:nvSpPr>
        <p:spPr>
          <a:xfrm xmlns:a="http://schemas.openxmlformats.org/drawingml/2006/main">
            <a:off x="2357438" y="3114675"/>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3450" b="1">
                <a:solidFill>
                  <a:srgbClr val="D64D53"/>
                </a:solidFill>
                <a:latin typeface="Arial"/>
                <a:ea typeface="Arial"/>
                <a:cs typeface="Arial"/>
              </a:defRPr>
            </a:defPPr>
            <a:lvl1pPr algn="ctr">
              <a:buNone/>
              <a:defRPr sz="3450" b="1">
                <a:solidFill>
                  <a:srgbClr val="D64D53"/>
                </a:solidFill>
                <a:latin typeface="Arial"/>
                <a:ea typeface="Arial"/>
                <a:cs typeface="Arial"/>
              </a:defRPr>
            </a:lvl1pPr>
            <a:lvl2pPr algn="ctr">
              <a:buNone/>
              <a:defRPr sz="3450" b="1">
                <a:solidFill>
                  <a:srgbClr val="D64D53"/>
                </a:solidFill>
                <a:latin typeface="Arial"/>
                <a:ea typeface="Arial"/>
                <a:cs typeface="Arial"/>
              </a:defRPr>
            </a:lvl2pPr>
            <a:lvl3pPr algn="ctr">
              <a:buNone/>
              <a:defRPr sz="3450" b="1">
                <a:solidFill>
                  <a:srgbClr val="D64D53"/>
                </a:solidFill>
                <a:latin typeface="Arial"/>
                <a:ea typeface="Arial"/>
                <a:cs typeface="Arial"/>
              </a:defRPr>
            </a:lvl3pPr>
            <a:lvl4pPr algn="ctr">
              <a:buNone/>
              <a:defRPr sz="3450" b="1">
                <a:solidFill>
                  <a:srgbClr val="D64D53"/>
                </a:solidFill>
                <a:latin typeface="Arial"/>
                <a:ea typeface="Arial"/>
                <a:cs typeface="Arial"/>
              </a:defRPr>
            </a:lvl4pPr>
            <a:lvl5pPr algn="ctr">
              <a:buNone/>
              <a:defRPr sz="3450" b="1">
                <a:solidFill>
                  <a:srgbClr val="D64D53"/>
                </a:solidFill>
                <a:latin typeface="Arial"/>
                <a:ea typeface="Arial"/>
                <a:cs typeface="Arial"/>
              </a:defRPr>
            </a:lvl5pPr>
            <a:lvl6pPr algn="ctr">
              <a:buNone/>
              <a:defRPr sz="3450" b="1">
                <a:solidFill>
                  <a:srgbClr val="D64D53"/>
                </a:solidFill>
                <a:latin typeface="Arial"/>
                <a:ea typeface="Arial"/>
                <a:cs typeface="Arial"/>
              </a:defRPr>
            </a:lvl6pPr>
            <a:lvl7pPr algn="ctr">
              <a:buNone/>
              <a:defRPr sz="3450" b="1">
                <a:solidFill>
                  <a:srgbClr val="D64D53"/>
                </a:solidFill>
                <a:latin typeface="Arial"/>
                <a:ea typeface="Arial"/>
                <a:cs typeface="Arial"/>
              </a:defRPr>
            </a:lvl7pPr>
            <a:lvl8pPr algn="ctr">
              <a:buNone/>
              <a:defRPr sz="3450" b="1">
                <a:solidFill>
                  <a:srgbClr val="D64D53"/>
                </a:solidFill>
                <a:latin typeface="Arial"/>
                <a:ea typeface="Arial"/>
                <a:cs typeface="Arial"/>
              </a:defRPr>
            </a:lvl8pPr>
            <a:lvl9pPr algn="ctr">
              <a:buNone/>
              <a:defRPr sz="3450" b="1">
                <a:solidFill>
                  <a:srgbClr val="D64D53"/>
                </a:solidFill>
                <a:latin typeface="Arial"/>
                <a:ea typeface="Arial"/>
                <a:cs typeface="Arial"/>
              </a:defRPr>
            </a:lvl9pPr>
          </a:lstStyle>
          <a:p xmlns:a="http://schemas.openxmlformats.org/drawingml/2006/main">
            <a:pPr algn="ctr">
              <a:buNone/>
              <a:defRPr sz="3450" b="1">
                <a:solidFill>
                  <a:srgbClr val="D64D53"/>
                </a:solidFill>
                <a:latin typeface="Arial"/>
                <a:ea typeface="Arial"/>
                <a:cs typeface="Arial"/>
              </a:defRPr>
            </a:pPr>
            <a:r>
              <a:rPr sz="3450" b="1">
                <a:solidFill>
                  <a:srgbClr val="D64D53"/>
                </a:solidFill>
                <a:latin typeface="Arial"/>
                <a:ea typeface="Arial"/>
                <a:cs typeface="Arial"/>
              </a:rPr>
              <a:t>×</a:t>
            </a:r>
          </a:p>
        </p:txBody>
      </p:sp>
      <p:sp>
        <p:nvSpPr>
          <p:cNvPr id="22" name="diagram-35">
            <a:extLst xmlns:a="http://schemas.openxmlformats.org/drawingml/2006/main">
              <a:ext uri="{FF2B5EF4-FFF2-40B4-BE49-F238E27FC236}">
                <a16:creationId xmlns:a16="http://schemas.microsoft.com/office/drawing/2014/main" id="{97CBA8BF-116C-47E6-A732-E4F54A87F56A}"/>
              </a:ext>
            </a:extLst>
          </p:cNvPr>
          <p:cNvSpPr>
            <a:spLocks xmlns:a="http://schemas.openxmlformats.org/drawingml/2006/main" noGrp="1"/>
          </p:cNvSpPr>
          <p:nvPr/>
        </p:nvSpPr>
        <p:spPr>
          <a:xfrm xmlns:a="http://schemas.openxmlformats.org/drawingml/2006/main">
            <a:off x="4619625" y="3276600"/>
            <a:ext cx="619125" cy="152400"/>
          </a:xfrm>
          <a:prstGeom xmlns:a="http://schemas.openxmlformats.org/drawingml/2006/main" prst="rightArrow">
            <a:avLst/>
          </a:prstGeom>
          <a:solidFill xmlns:a="http://schemas.openxmlformats.org/drawingml/2006/main">
            <a:srgbClr val="246BCE"/>
          </a:solidFill>
          <a:ln xmlns:a="http://schemas.openxmlformats.org/drawingml/2006/main" w="0">
            <a:noFill/>
            <a:prstDash val="solid"/>
          </a:ln>
        </p:spPr>
      </p:sp>
      <p:sp>
        <p:nvSpPr>
          <p:cNvPr id="23" name="diagram-36">
            <a:extLst xmlns:a="http://schemas.openxmlformats.org/drawingml/2006/main">
              <a:ext uri="{FF2B5EF4-FFF2-40B4-BE49-F238E27FC236}">
                <a16:creationId xmlns:a16="http://schemas.microsoft.com/office/drawing/2014/main" id="{BF3AFD20-4481-464C-B6BA-4ABB11449B61}"/>
              </a:ext>
            </a:extLst>
          </p:cNvPr>
          <p:cNvSpPr>
            <a:spLocks xmlns:a="http://schemas.openxmlformats.org/drawingml/2006/main" noGrp="1"/>
          </p:cNvSpPr>
          <p:nvPr/>
        </p:nvSpPr>
        <p:spPr>
          <a:xfrm xmlns:a="http://schemas.openxmlformats.org/drawingml/2006/main">
            <a:off x="6953250" y="3333750"/>
            <a:ext cx="80963" cy="38100"/>
          </a:xfrm>
          <a:prstGeom xmlns:a="http://schemas.openxmlformats.org/drawingml/2006/main" prst="rect">
            <a:avLst/>
          </a:prstGeom>
          <a:solidFill xmlns:a="http://schemas.openxmlformats.org/drawingml/2006/main">
            <a:srgbClr val="246BCE"/>
          </a:solidFill>
          <a:ln xmlns:a="http://schemas.openxmlformats.org/drawingml/2006/main" w="0">
            <a:noFill/>
            <a:prstDash val="solid"/>
          </a:ln>
        </p:spPr>
      </p:sp>
      <p:sp>
        <p:nvSpPr>
          <p:cNvPr id="24" name="diagram-37">
            <a:extLst xmlns:a="http://schemas.openxmlformats.org/drawingml/2006/main">
              <a:ext uri="{FF2B5EF4-FFF2-40B4-BE49-F238E27FC236}">
                <a16:creationId xmlns:a16="http://schemas.microsoft.com/office/drawing/2014/main" id="{05D407DD-0321-4BDB-B8A6-E1F29C1929E5}"/>
              </a:ext>
            </a:extLst>
          </p:cNvPr>
          <p:cNvSpPr>
            <a:spLocks xmlns:a="http://schemas.openxmlformats.org/drawingml/2006/main" noGrp="1"/>
          </p:cNvSpPr>
          <p:nvPr/>
        </p:nvSpPr>
        <p:spPr>
          <a:xfrm xmlns:a="http://schemas.openxmlformats.org/drawingml/2006/main">
            <a:off x="7491413" y="3333750"/>
            <a:ext cx="80963" cy="38100"/>
          </a:xfrm>
          <a:prstGeom xmlns:a="http://schemas.openxmlformats.org/drawingml/2006/main" prst="rect">
            <a:avLst/>
          </a:prstGeom>
          <a:solidFill xmlns:a="http://schemas.openxmlformats.org/drawingml/2006/main">
            <a:srgbClr val="246BCE"/>
          </a:solidFill>
          <a:ln xmlns:a="http://schemas.openxmlformats.org/drawingml/2006/main" w="0">
            <a:noFill/>
            <a:prstDash val="solid"/>
          </a:ln>
        </p:spPr>
      </p:sp>
      <p:sp>
        <p:nvSpPr>
          <p:cNvPr id="25" name="diagram-38">
            <a:extLst xmlns:a="http://schemas.openxmlformats.org/drawingml/2006/main">
              <a:ext uri="{FF2B5EF4-FFF2-40B4-BE49-F238E27FC236}">
                <a16:creationId xmlns:a16="http://schemas.microsoft.com/office/drawing/2014/main" id="{B2EFE3C0-FFD1-42B5-97FA-F46043027AD9}"/>
              </a:ext>
            </a:extLst>
          </p:cNvPr>
          <p:cNvSpPr>
            <a:spLocks xmlns:a="http://schemas.openxmlformats.org/drawingml/2006/main" noGrp="1"/>
          </p:cNvSpPr>
          <p:nvPr/>
        </p:nvSpPr>
        <p:spPr>
          <a:xfrm xmlns:a="http://schemas.openxmlformats.org/drawingml/2006/main">
            <a:off x="7024688" y="3114675"/>
            <a:ext cx="476250" cy="476250"/>
          </a:xfrm>
          <a:prstGeom xmlns:a="http://schemas.openxmlformats.org/drawingml/2006/main" prst="ellipse">
            <a:avLst/>
          </a:prstGeom>
          <a:solidFill xmlns:a="http://schemas.openxmlformats.org/drawingml/2006/main">
            <a:srgbClr val="FCEBED"/>
          </a:solidFill>
          <a:ln xmlns:a="http://schemas.openxmlformats.org/drawingml/2006/main" w="0">
            <a:noFill/>
            <a:prstDash val="solid"/>
          </a:ln>
        </p:spPr>
      </p:sp>
      <p:sp>
        <p:nvSpPr>
          <p:cNvPr id="26" name="diagram-39">
            <a:extLst xmlns:a="http://schemas.openxmlformats.org/drawingml/2006/main">
              <a:ext uri="{FF2B5EF4-FFF2-40B4-BE49-F238E27FC236}">
                <a16:creationId xmlns:a16="http://schemas.microsoft.com/office/drawing/2014/main" id="{4A1F0556-520A-46D3-9372-5B8088D010D9}"/>
              </a:ext>
            </a:extLst>
          </p:cNvPr>
          <p:cNvSpPr>
            <a:spLocks xmlns:a="http://schemas.openxmlformats.org/drawingml/2006/main" noGrp="1"/>
          </p:cNvSpPr>
          <p:nvPr/>
        </p:nvSpPr>
        <p:spPr>
          <a:xfrm xmlns:a="http://schemas.openxmlformats.org/drawingml/2006/main">
            <a:off x="7024688" y="3114675"/>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3450" b="1">
                <a:solidFill>
                  <a:srgbClr val="D64D53"/>
                </a:solidFill>
                <a:latin typeface="Arial"/>
                <a:ea typeface="Arial"/>
                <a:cs typeface="Arial"/>
              </a:defRPr>
            </a:defPPr>
            <a:lvl1pPr algn="ctr">
              <a:buNone/>
              <a:defRPr sz="3450" b="1">
                <a:solidFill>
                  <a:srgbClr val="D64D53"/>
                </a:solidFill>
                <a:latin typeface="Arial"/>
                <a:ea typeface="Arial"/>
                <a:cs typeface="Arial"/>
              </a:defRPr>
            </a:lvl1pPr>
            <a:lvl2pPr algn="ctr">
              <a:buNone/>
              <a:defRPr sz="3450" b="1">
                <a:solidFill>
                  <a:srgbClr val="D64D53"/>
                </a:solidFill>
                <a:latin typeface="Arial"/>
                <a:ea typeface="Arial"/>
                <a:cs typeface="Arial"/>
              </a:defRPr>
            </a:lvl2pPr>
            <a:lvl3pPr algn="ctr">
              <a:buNone/>
              <a:defRPr sz="3450" b="1">
                <a:solidFill>
                  <a:srgbClr val="D64D53"/>
                </a:solidFill>
                <a:latin typeface="Arial"/>
                <a:ea typeface="Arial"/>
                <a:cs typeface="Arial"/>
              </a:defRPr>
            </a:lvl3pPr>
            <a:lvl4pPr algn="ctr">
              <a:buNone/>
              <a:defRPr sz="3450" b="1">
                <a:solidFill>
                  <a:srgbClr val="D64D53"/>
                </a:solidFill>
                <a:latin typeface="Arial"/>
                <a:ea typeface="Arial"/>
                <a:cs typeface="Arial"/>
              </a:defRPr>
            </a:lvl4pPr>
            <a:lvl5pPr algn="ctr">
              <a:buNone/>
              <a:defRPr sz="3450" b="1">
                <a:solidFill>
                  <a:srgbClr val="D64D53"/>
                </a:solidFill>
                <a:latin typeface="Arial"/>
                <a:ea typeface="Arial"/>
                <a:cs typeface="Arial"/>
              </a:defRPr>
            </a:lvl5pPr>
            <a:lvl6pPr algn="ctr">
              <a:buNone/>
              <a:defRPr sz="3450" b="1">
                <a:solidFill>
                  <a:srgbClr val="D64D53"/>
                </a:solidFill>
                <a:latin typeface="Arial"/>
                <a:ea typeface="Arial"/>
                <a:cs typeface="Arial"/>
              </a:defRPr>
            </a:lvl6pPr>
            <a:lvl7pPr algn="ctr">
              <a:buNone/>
              <a:defRPr sz="3450" b="1">
                <a:solidFill>
                  <a:srgbClr val="D64D53"/>
                </a:solidFill>
                <a:latin typeface="Arial"/>
                <a:ea typeface="Arial"/>
                <a:cs typeface="Arial"/>
              </a:defRPr>
            </a:lvl7pPr>
            <a:lvl8pPr algn="ctr">
              <a:buNone/>
              <a:defRPr sz="3450" b="1">
                <a:solidFill>
                  <a:srgbClr val="D64D53"/>
                </a:solidFill>
                <a:latin typeface="Arial"/>
                <a:ea typeface="Arial"/>
                <a:cs typeface="Arial"/>
              </a:defRPr>
            </a:lvl8pPr>
            <a:lvl9pPr algn="ctr">
              <a:buNone/>
              <a:defRPr sz="3450" b="1">
                <a:solidFill>
                  <a:srgbClr val="D64D53"/>
                </a:solidFill>
                <a:latin typeface="Arial"/>
                <a:ea typeface="Arial"/>
                <a:cs typeface="Arial"/>
              </a:defRPr>
            </a:lvl9pPr>
          </a:lstStyle>
          <a:p xmlns:a="http://schemas.openxmlformats.org/drawingml/2006/main">
            <a:pPr algn="ctr">
              <a:buNone/>
              <a:defRPr sz="3450" b="1">
                <a:solidFill>
                  <a:srgbClr val="D64D53"/>
                </a:solidFill>
                <a:latin typeface="Arial"/>
                <a:ea typeface="Arial"/>
                <a:cs typeface="Arial"/>
              </a:defRPr>
            </a:pPr>
            <a:r>
              <a:rPr sz="3450" b="1">
                <a:solidFill>
                  <a:srgbClr val="D64D53"/>
                </a:solidFill>
                <a:latin typeface="Arial"/>
                <a:ea typeface="Arial"/>
                <a:cs typeface="Arial"/>
              </a:rPr>
              <a:t>×</a:t>
            </a:r>
          </a:p>
        </p:txBody>
      </p:sp>
      <p:sp>
        <p:nvSpPr>
          <p:cNvPr id="27" name="diagram-40">
            <a:extLst xmlns:a="http://schemas.openxmlformats.org/drawingml/2006/main">
              <a:ext uri="{FF2B5EF4-FFF2-40B4-BE49-F238E27FC236}">
                <a16:creationId xmlns:a16="http://schemas.microsoft.com/office/drawing/2014/main" id="{5D3EC47D-D243-4338-A84B-9CD185EFF076}"/>
              </a:ext>
            </a:extLst>
          </p:cNvPr>
          <p:cNvSpPr>
            <a:spLocks xmlns:a="http://schemas.openxmlformats.org/drawingml/2006/main" noGrp="1"/>
          </p:cNvSpPr>
          <p:nvPr/>
        </p:nvSpPr>
        <p:spPr>
          <a:xfrm xmlns:a="http://schemas.openxmlformats.org/drawingml/2006/main">
            <a:off x="9286875" y="3333750"/>
            <a:ext cx="80963" cy="38100"/>
          </a:xfrm>
          <a:prstGeom xmlns:a="http://schemas.openxmlformats.org/drawingml/2006/main" prst="rect">
            <a:avLst/>
          </a:prstGeom>
          <a:solidFill xmlns:a="http://schemas.openxmlformats.org/drawingml/2006/main">
            <a:srgbClr val="246BCE"/>
          </a:solidFill>
          <a:ln xmlns:a="http://schemas.openxmlformats.org/drawingml/2006/main" w="0">
            <a:noFill/>
            <a:prstDash val="solid"/>
          </a:ln>
        </p:spPr>
      </p:sp>
      <p:sp>
        <p:nvSpPr>
          <p:cNvPr id="28" name="diagram-41">
            <a:extLst xmlns:a="http://schemas.openxmlformats.org/drawingml/2006/main">
              <a:ext uri="{FF2B5EF4-FFF2-40B4-BE49-F238E27FC236}">
                <a16:creationId xmlns:a16="http://schemas.microsoft.com/office/drawing/2014/main" id="{3D2DC78B-867B-4B81-99A7-ABC85C7510DE}"/>
              </a:ext>
            </a:extLst>
          </p:cNvPr>
          <p:cNvSpPr>
            <a:spLocks xmlns:a="http://schemas.openxmlformats.org/drawingml/2006/main" noGrp="1"/>
          </p:cNvSpPr>
          <p:nvPr/>
        </p:nvSpPr>
        <p:spPr>
          <a:xfrm xmlns:a="http://schemas.openxmlformats.org/drawingml/2006/main">
            <a:off x="9825038" y="3333750"/>
            <a:ext cx="80963" cy="38100"/>
          </a:xfrm>
          <a:prstGeom xmlns:a="http://schemas.openxmlformats.org/drawingml/2006/main" prst="rect">
            <a:avLst/>
          </a:prstGeom>
          <a:solidFill xmlns:a="http://schemas.openxmlformats.org/drawingml/2006/main">
            <a:srgbClr val="246BCE"/>
          </a:solidFill>
          <a:ln xmlns:a="http://schemas.openxmlformats.org/drawingml/2006/main" w="0">
            <a:noFill/>
            <a:prstDash val="solid"/>
          </a:ln>
        </p:spPr>
      </p:sp>
      <p:sp>
        <p:nvSpPr>
          <p:cNvPr id="29" name="diagram-42">
            <a:extLst xmlns:a="http://schemas.openxmlformats.org/drawingml/2006/main">
              <a:ext uri="{FF2B5EF4-FFF2-40B4-BE49-F238E27FC236}">
                <a16:creationId xmlns:a16="http://schemas.microsoft.com/office/drawing/2014/main" id="{EAF76A7F-FE13-4A55-93E2-5B715E71603B}"/>
              </a:ext>
            </a:extLst>
          </p:cNvPr>
          <p:cNvSpPr>
            <a:spLocks xmlns:a="http://schemas.openxmlformats.org/drawingml/2006/main" noGrp="1"/>
          </p:cNvSpPr>
          <p:nvPr/>
        </p:nvSpPr>
        <p:spPr>
          <a:xfrm xmlns:a="http://schemas.openxmlformats.org/drawingml/2006/main">
            <a:off x="9358313" y="3114675"/>
            <a:ext cx="476250" cy="476250"/>
          </a:xfrm>
          <a:prstGeom xmlns:a="http://schemas.openxmlformats.org/drawingml/2006/main" prst="ellipse">
            <a:avLst/>
          </a:prstGeom>
          <a:solidFill xmlns:a="http://schemas.openxmlformats.org/drawingml/2006/main">
            <a:srgbClr val="FCEBED"/>
          </a:solidFill>
          <a:ln xmlns:a="http://schemas.openxmlformats.org/drawingml/2006/main" w="0">
            <a:noFill/>
            <a:prstDash val="solid"/>
          </a:ln>
        </p:spPr>
      </p:sp>
      <p:sp>
        <p:nvSpPr>
          <p:cNvPr id="30" name="diagram-43">
            <a:extLst xmlns:a="http://schemas.openxmlformats.org/drawingml/2006/main">
              <a:ext uri="{FF2B5EF4-FFF2-40B4-BE49-F238E27FC236}">
                <a16:creationId xmlns:a16="http://schemas.microsoft.com/office/drawing/2014/main" id="{204B9ED4-F7E9-4600-93A2-B2DE973264DE}"/>
              </a:ext>
            </a:extLst>
          </p:cNvPr>
          <p:cNvSpPr>
            <a:spLocks xmlns:a="http://schemas.openxmlformats.org/drawingml/2006/main" noGrp="1"/>
          </p:cNvSpPr>
          <p:nvPr/>
        </p:nvSpPr>
        <p:spPr>
          <a:xfrm xmlns:a="http://schemas.openxmlformats.org/drawingml/2006/main">
            <a:off x="9358313" y="3114675"/>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3450" b="1">
                <a:solidFill>
                  <a:srgbClr val="D64D53"/>
                </a:solidFill>
                <a:latin typeface="Arial"/>
                <a:ea typeface="Arial"/>
                <a:cs typeface="Arial"/>
              </a:defRPr>
            </a:defPPr>
            <a:lvl1pPr algn="ctr">
              <a:buNone/>
              <a:defRPr sz="3450" b="1">
                <a:solidFill>
                  <a:srgbClr val="D64D53"/>
                </a:solidFill>
                <a:latin typeface="Arial"/>
                <a:ea typeface="Arial"/>
                <a:cs typeface="Arial"/>
              </a:defRPr>
            </a:lvl1pPr>
            <a:lvl2pPr algn="ctr">
              <a:buNone/>
              <a:defRPr sz="3450" b="1">
                <a:solidFill>
                  <a:srgbClr val="D64D53"/>
                </a:solidFill>
                <a:latin typeface="Arial"/>
                <a:ea typeface="Arial"/>
                <a:cs typeface="Arial"/>
              </a:defRPr>
            </a:lvl2pPr>
            <a:lvl3pPr algn="ctr">
              <a:buNone/>
              <a:defRPr sz="3450" b="1">
                <a:solidFill>
                  <a:srgbClr val="D64D53"/>
                </a:solidFill>
                <a:latin typeface="Arial"/>
                <a:ea typeface="Arial"/>
                <a:cs typeface="Arial"/>
              </a:defRPr>
            </a:lvl3pPr>
            <a:lvl4pPr algn="ctr">
              <a:buNone/>
              <a:defRPr sz="3450" b="1">
                <a:solidFill>
                  <a:srgbClr val="D64D53"/>
                </a:solidFill>
                <a:latin typeface="Arial"/>
                <a:ea typeface="Arial"/>
                <a:cs typeface="Arial"/>
              </a:defRPr>
            </a:lvl4pPr>
            <a:lvl5pPr algn="ctr">
              <a:buNone/>
              <a:defRPr sz="3450" b="1">
                <a:solidFill>
                  <a:srgbClr val="D64D53"/>
                </a:solidFill>
                <a:latin typeface="Arial"/>
                <a:ea typeface="Arial"/>
                <a:cs typeface="Arial"/>
              </a:defRPr>
            </a:lvl5pPr>
            <a:lvl6pPr algn="ctr">
              <a:buNone/>
              <a:defRPr sz="3450" b="1">
                <a:solidFill>
                  <a:srgbClr val="D64D53"/>
                </a:solidFill>
                <a:latin typeface="Arial"/>
                <a:ea typeface="Arial"/>
                <a:cs typeface="Arial"/>
              </a:defRPr>
            </a:lvl6pPr>
            <a:lvl7pPr algn="ctr">
              <a:buNone/>
              <a:defRPr sz="3450" b="1">
                <a:solidFill>
                  <a:srgbClr val="D64D53"/>
                </a:solidFill>
                <a:latin typeface="Arial"/>
                <a:ea typeface="Arial"/>
                <a:cs typeface="Arial"/>
              </a:defRPr>
            </a:lvl7pPr>
            <a:lvl8pPr algn="ctr">
              <a:buNone/>
              <a:defRPr sz="3450" b="1">
                <a:solidFill>
                  <a:srgbClr val="D64D53"/>
                </a:solidFill>
                <a:latin typeface="Arial"/>
                <a:ea typeface="Arial"/>
                <a:cs typeface="Arial"/>
              </a:defRPr>
            </a:lvl8pPr>
            <a:lvl9pPr algn="ctr">
              <a:buNone/>
              <a:defRPr sz="3450" b="1">
                <a:solidFill>
                  <a:srgbClr val="D64D53"/>
                </a:solidFill>
                <a:latin typeface="Arial"/>
                <a:ea typeface="Arial"/>
                <a:cs typeface="Arial"/>
              </a:defRPr>
            </a:lvl9pPr>
          </a:lstStyle>
          <a:p xmlns:a="http://schemas.openxmlformats.org/drawingml/2006/main">
            <a:pPr algn="ctr">
              <a:buNone/>
              <a:defRPr sz="3450" b="1">
                <a:solidFill>
                  <a:srgbClr val="D64D53"/>
                </a:solidFill>
                <a:latin typeface="Arial"/>
                <a:ea typeface="Arial"/>
                <a:cs typeface="Arial"/>
              </a:defRPr>
            </a:pPr>
            <a:r>
              <a:rPr sz="3450" b="1">
                <a:solidFill>
                  <a:srgbClr val="D64D53"/>
                </a:solidFill>
                <a:latin typeface="Arial"/>
                <a:ea typeface="Arial"/>
                <a:cs typeface="Arial"/>
              </a:rPr>
              <a:t>×</a:t>
            </a:r>
          </a:p>
        </p:txBody>
      </p:sp>
      <p:sp>
        <p:nvSpPr>
          <p:cNvPr id="31" name="diagram-44">
            <a:extLst xmlns:a="http://schemas.openxmlformats.org/drawingml/2006/main">
              <a:ext uri="{FF2B5EF4-FFF2-40B4-BE49-F238E27FC236}">
                <a16:creationId xmlns:a16="http://schemas.microsoft.com/office/drawing/2014/main" id="{7CBDAFF0-394B-4785-9D00-B58D78668CA3}"/>
              </a:ext>
            </a:extLst>
          </p:cNvPr>
          <p:cNvSpPr>
            <a:spLocks xmlns:a="http://schemas.openxmlformats.org/drawingml/2006/main" noGrp="1"/>
          </p:cNvSpPr>
          <p:nvPr/>
        </p:nvSpPr>
        <p:spPr>
          <a:xfrm xmlns:a="http://schemas.openxmlformats.org/drawingml/2006/main">
            <a:off x="1524000" y="1857375"/>
            <a:ext cx="2428875"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725" b="1">
                <a:solidFill>
                  <a:srgbClr val="D64D53"/>
                </a:solidFill>
                <a:latin typeface="Arial"/>
                <a:ea typeface="Arial"/>
                <a:cs typeface="Arial"/>
              </a:defRPr>
            </a:defPPr>
            <a:lvl1pPr algn="ctr">
              <a:buNone/>
              <a:defRPr sz="1725" b="1">
                <a:solidFill>
                  <a:srgbClr val="D64D53"/>
                </a:solidFill>
                <a:latin typeface="Arial"/>
                <a:ea typeface="Arial"/>
                <a:cs typeface="Arial"/>
              </a:defRPr>
            </a:lvl1pPr>
            <a:lvl2pPr algn="ctr">
              <a:buNone/>
              <a:defRPr sz="1725" b="1">
                <a:solidFill>
                  <a:srgbClr val="D64D53"/>
                </a:solidFill>
                <a:latin typeface="Arial"/>
                <a:ea typeface="Arial"/>
                <a:cs typeface="Arial"/>
              </a:defRPr>
            </a:lvl2pPr>
            <a:lvl3pPr algn="ctr">
              <a:buNone/>
              <a:defRPr sz="1725" b="1">
                <a:solidFill>
                  <a:srgbClr val="D64D53"/>
                </a:solidFill>
                <a:latin typeface="Arial"/>
                <a:ea typeface="Arial"/>
                <a:cs typeface="Arial"/>
              </a:defRPr>
            </a:lvl3pPr>
            <a:lvl4pPr algn="ctr">
              <a:buNone/>
              <a:defRPr sz="1725" b="1">
                <a:solidFill>
                  <a:srgbClr val="D64D53"/>
                </a:solidFill>
                <a:latin typeface="Arial"/>
                <a:ea typeface="Arial"/>
                <a:cs typeface="Arial"/>
              </a:defRPr>
            </a:lvl4pPr>
            <a:lvl5pPr algn="ctr">
              <a:buNone/>
              <a:defRPr sz="1725" b="1">
                <a:solidFill>
                  <a:srgbClr val="D64D53"/>
                </a:solidFill>
                <a:latin typeface="Arial"/>
                <a:ea typeface="Arial"/>
                <a:cs typeface="Arial"/>
              </a:defRPr>
            </a:lvl5pPr>
            <a:lvl6pPr algn="ctr">
              <a:buNone/>
              <a:defRPr sz="1725" b="1">
                <a:solidFill>
                  <a:srgbClr val="D64D53"/>
                </a:solidFill>
                <a:latin typeface="Arial"/>
                <a:ea typeface="Arial"/>
                <a:cs typeface="Arial"/>
              </a:defRPr>
            </a:lvl6pPr>
            <a:lvl7pPr algn="ctr">
              <a:buNone/>
              <a:defRPr sz="1725" b="1">
                <a:solidFill>
                  <a:srgbClr val="D64D53"/>
                </a:solidFill>
                <a:latin typeface="Arial"/>
                <a:ea typeface="Arial"/>
                <a:cs typeface="Arial"/>
              </a:defRPr>
            </a:lvl7pPr>
            <a:lvl8pPr algn="ctr">
              <a:buNone/>
              <a:defRPr sz="1725" b="1">
                <a:solidFill>
                  <a:srgbClr val="D64D53"/>
                </a:solidFill>
                <a:latin typeface="Arial"/>
                <a:ea typeface="Arial"/>
                <a:cs typeface="Arial"/>
              </a:defRPr>
            </a:lvl8pPr>
            <a:lvl9pPr algn="ctr">
              <a:buNone/>
              <a:defRPr sz="1725" b="1">
                <a:solidFill>
                  <a:srgbClr val="D64D53"/>
                </a:solidFill>
                <a:latin typeface="Arial"/>
                <a:ea typeface="Arial"/>
                <a:cs typeface="Arial"/>
              </a:defRPr>
            </a:lvl9pPr>
          </a:lstStyle>
          <a:p xmlns:a="http://schemas.openxmlformats.org/drawingml/2006/main">
            <a:pPr algn="ctr">
              <a:buNone/>
              <a:defRPr sz="1725" b="1">
                <a:solidFill>
                  <a:srgbClr val="D64D53"/>
                </a:solidFill>
                <a:latin typeface="Arial"/>
                <a:ea typeface="Arial"/>
                <a:cs typeface="Arial"/>
              </a:defRPr>
            </a:pPr>
            <a:r>
              <a:rPr sz="1725" b="1">
                <a:solidFill>
                  <a:srgbClr val="D64D53"/>
                </a:solidFill>
                <a:latin typeface="Arial"/>
                <a:ea typeface="Arial"/>
                <a:cs typeface="Arial"/>
              </a:rPr>
              <a:t>Chưa rõ bước tiếp</a:t>
            </a:r>
          </a:p>
          <a:p xmlns:a="http://schemas.openxmlformats.org/drawingml/2006/main">
            <a:pPr algn="ctr">
              <a:buNone/>
              <a:defRPr sz="1725" b="1">
                <a:solidFill>
                  <a:srgbClr val="D64D53"/>
                </a:solidFill>
                <a:latin typeface="Arial"/>
                <a:ea typeface="Arial"/>
                <a:cs typeface="Arial"/>
              </a:defRPr>
            </a:pPr>
            <a:r>
              <a:rPr sz="1725" b="1">
                <a:solidFill>
                  <a:srgbClr val="D64D53"/>
                </a:solidFill>
                <a:latin typeface="Arial"/>
                <a:ea typeface="Arial"/>
                <a:cs typeface="Arial"/>
              </a:rPr>
              <a:t>và nơi cần đến</a:t>
            </a:r>
          </a:p>
        </p:txBody>
      </p:sp>
      <p:sp>
        <p:nvSpPr>
          <p:cNvPr id="32" name="diagram-45">
            <a:extLst xmlns:a="http://schemas.openxmlformats.org/drawingml/2006/main">
              <a:ext uri="{FF2B5EF4-FFF2-40B4-BE49-F238E27FC236}">
                <a16:creationId xmlns:a16="http://schemas.microsoft.com/office/drawing/2014/main" id="{2EDE0713-7935-4F3C-9CF0-7920C549022E}"/>
              </a:ext>
            </a:extLst>
          </p:cNvPr>
          <p:cNvSpPr>
            <a:spLocks xmlns:a="http://schemas.openxmlformats.org/drawingml/2006/main" noGrp="1"/>
          </p:cNvSpPr>
          <p:nvPr/>
        </p:nvSpPr>
        <p:spPr>
          <a:xfrm xmlns:a="http://schemas.openxmlformats.org/drawingml/2006/main">
            <a:off x="6096000" y="1857375"/>
            <a:ext cx="2333625"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725" b="1">
                <a:solidFill>
                  <a:srgbClr val="D64D53"/>
                </a:solidFill>
                <a:latin typeface="Arial"/>
                <a:ea typeface="Arial"/>
                <a:cs typeface="Arial"/>
              </a:defRPr>
            </a:defPPr>
            <a:lvl1pPr algn="ctr">
              <a:buNone/>
              <a:defRPr sz="1725" b="1">
                <a:solidFill>
                  <a:srgbClr val="D64D53"/>
                </a:solidFill>
                <a:latin typeface="Arial"/>
                <a:ea typeface="Arial"/>
                <a:cs typeface="Arial"/>
              </a:defRPr>
            </a:lvl1pPr>
            <a:lvl2pPr algn="ctr">
              <a:buNone/>
              <a:defRPr sz="1725" b="1">
                <a:solidFill>
                  <a:srgbClr val="D64D53"/>
                </a:solidFill>
                <a:latin typeface="Arial"/>
                <a:ea typeface="Arial"/>
                <a:cs typeface="Arial"/>
              </a:defRPr>
            </a:lvl2pPr>
            <a:lvl3pPr algn="ctr">
              <a:buNone/>
              <a:defRPr sz="1725" b="1">
                <a:solidFill>
                  <a:srgbClr val="D64D53"/>
                </a:solidFill>
                <a:latin typeface="Arial"/>
                <a:ea typeface="Arial"/>
                <a:cs typeface="Arial"/>
              </a:defRPr>
            </a:lvl3pPr>
            <a:lvl4pPr algn="ctr">
              <a:buNone/>
              <a:defRPr sz="1725" b="1">
                <a:solidFill>
                  <a:srgbClr val="D64D53"/>
                </a:solidFill>
                <a:latin typeface="Arial"/>
                <a:ea typeface="Arial"/>
                <a:cs typeface="Arial"/>
              </a:defRPr>
            </a:lvl4pPr>
            <a:lvl5pPr algn="ctr">
              <a:buNone/>
              <a:defRPr sz="1725" b="1">
                <a:solidFill>
                  <a:srgbClr val="D64D53"/>
                </a:solidFill>
                <a:latin typeface="Arial"/>
                <a:ea typeface="Arial"/>
                <a:cs typeface="Arial"/>
              </a:defRPr>
            </a:lvl5pPr>
            <a:lvl6pPr algn="ctr">
              <a:buNone/>
              <a:defRPr sz="1725" b="1">
                <a:solidFill>
                  <a:srgbClr val="D64D53"/>
                </a:solidFill>
                <a:latin typeface="Arial"/>
                <a:ea typeface="Arial"/>
                <a:cs typeface="Arial"/>
              </a:defRPr>
            </a:lvl6pPr>
            <a:lvl7pPr algn="ctr">
              <a:buNone/>
              <a:defRPr sz="1725" b="1">
                <a:solidFill>
                  <a:srgbClr val="D64D53"/>
                </a:solidFill>
                <a:latin typeface="Arial"/>
                <a:ea typeface="Arial"/>
                <a:cs typeface="Arial"/>
              </a:defRPr>
            </a:lvl7pPr>
            <a:lvl8pPr algn="ctr">
              <a:buNone/>
              <a:defRPr sz="1725" b="1">
                <a:solidFill>
                  <a:srgbClr val="D64D53"/>
                </a:solidFill>
                <a:latin typeface="Arial"/>
                <a:ea typeface="Arial"/>
                <a:cs typeface="Arial"/>
              </a:defRPr>
            </a:lvl8pPr>
            <a:lvl9pPr algn="ctr">
              <a:buNone/>
              <a:defRPr sz="1725" b="1">
                <a:solidFill>
                  <a:srgbClr val="D64D53"/>
                </a:solidFill>
                <a:latin typeface="Arial"/>
                <a:ea typeface="Arial"/>
                <a:cs typeface="Arial"/>
              </a:defRPr>
            </a:lvl9pPr>
          </a:lstStyle>
          <a:p xmlns:a="http://schemas.openxmlformats.org/drawingml/2006/main">
            <a:pPr algn="ctr">
              <a:buNone/>
              <a:defRPr sz="1725" b="1">
                <a:solidFill>
                  <a:srgbClr val="D64D53"/>
                </a:solidFill>
                <a:latin typeface="Arial"/>
                <a:ea typeface="Arial"/>
                <a:cs typeface="Arial"/>
              </a:defRPr>
            </a:pPr>
            <a:r>
              <a:rPr sz="1725" b="1">
                <a:solidFill>
                  <a:srgbClr val="D64D53"/>
                </a:solidFill>
                <a:latin typeface="Arial"/>
                <a:ea typeface="Arial"/>
                <a:cs typeface="Arial"/>
              </a:rPr>
              <a:t>Khó biết</a:t>
            </a:r>
          </a:p>
          <a:p xmlns:a="http://schemas.openxmlformats.org/drawingml/2006/main">
            <a:pPr algn="ctr">
              <a:buNone/>
              <a:defRPr sz="1725" b="1">
                <a:solidFill>
                  <a:srgbClr val="D64D53"/>
                </a:solidFill>
                <a:latin typeface="Arial"/>
                <a:ea typeface="Arial"/>
                <a:cs typeface="Arial"/>
              </a:defRPr>
            </a:pPr>
            <a:r>
              <a:rPr sz="1725" b="1">
                <a:solidFill>
                  <a:srgbClr val="D64D53"/>
                </a:solidFill>
                <a:latin typeface="Arial"/>
                <a:ea typeface="Arial"/>
                <a:cs typeface="Arial"/>
              </a:rPr>
              <a:t>diễn tiến</a:t>
            </a:r>
          </a:p>
        </p:txBody>
      </p:sp>
      <p:sp>
        <p:nvSpPr>
          <p:cNvPr id="33" name="diagram-46">
            <a:extLst xmlns:a="http://schemas.openxmlformats.org/drawingml/2006/main">
              <a:ext uri="{FF2B5EF4-FFF2-40B4-BE49-F238E27FC236}">
                <a16:creationId xmlns:a16="http://schemas.microsoft.com/office/drawing/2014/main" id="{0BCD8F83-3456-425E-A7F4-81B2E648EAEC}"/>
              </a:ext>
            </a:extLst>
          </p:cNvPr>
          <p:cNvSpPr>
            <a:spLocks xmlns:a="http://schemas.openxmlformats.org/drawingml/2006/main" noGrp="1"/>
          </p:cNvSpPr>
          <p:nvPr/>
        </p:nvSpPr>
        <p:spPr>
          <a:xfrm xmlns:a="http://schemas.openxmlformats.org/drawingml/2006/main">
            <a:off x="8572500" y="1857375"/>
            <a:ext cx="2809875"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725" b="1">
                <a:solidFill>
                  <a:srgbClr val="D64D53"/>
                </a:solidFill>
                <a:latin typeface="Arial"/>
                <a:ea typeface="Arial"/>
                <a:cs typeface="Arial"/>
              </a:defRPr>
            </a:defPPr>
            <a:lvl1pPr algn="ctr">
              <a:buNone/>
              <a:defRPr sz="1725" b="1">
                <a:solidFill>
                  <a:srgbClr val="D64D53"/>
                </a:solidFill>
                <a:latin typeface="Arial"/>
                <a:ea typeface="Arial"/>
                <a:cs typeface="Arial"/>
              </a:defRPr>
            </a:lvl1pPr>
            <a:lvl2pPr algn="ctr">
              <a:buNone/>
              <a:defRPr sz="1725" b="1">
                <a:solidFill>
                  <a:srgbClr val="D64D53"/>
                </a:solidFill>
                <a:latin typeface="Arial"/>
                <a:ea typeface="Arial"/>
                <a:cs typeface="Arial"/>
              </a:defRPr>
            </a:lvl2pPr>
            <a:lvl3pPr algn="ctr">
              <a:buNone/>
              <a:defRPr sz="1725" b="1">
                <a:solidFill>
                  <a:srgbClr val="D64D53"/>
                </a:solidFill>
                <a:latin typeface="Arial"/>
                <a:ea typeface="Arial"/>
                <a:cs typeface="Arial"/>
              </a:defRPr>
            </a:lvl3pPr>
            <a:lvl4pPr algn="ctr">
              <a:buNone/>
              <a:defRPr sz="1725" b="1">
                <a:solidFill>
                  <a:srgbClr val="D64D53"/>
                </a:solidFill>
                <a:latin typeface="Arial"/>
                <a:ea typeface="Arial"/>
                <a:cs typeface="Arial"/>
              </a:defRPr>
            </a:lvl4pPr>
            <a:lvl5pPr algn="ctr">
              <a:buNone/>
              <a:defRPr sz="1725" b="1">
                <a:solidFill>
                  <a:srgbClr val="D64D53"/>
                </a:solidFill>
                <a:latin typeface="Arial"/>
                <a:ea typeface="Arial"/>
                <a:cs typeface="Arial"/>
              </a:defRPr>
            </a:lvl5pPr>
            <a:lvl6pPr algn="ctr">
              <a:buNone/>
              <a:defRPr sz="1725" b="1">
                <a:solidFill>
                  <a:srgbClr val="D64D53"/>
                </a:solidFill>
                <a:latin typeface="Arial"/>
                <a:ea typeface="Arial"/>
                <a:cs typeface="Arial"/>
              </a:defRPr>
            </a:lvl6pPr>
            <a:lvl7pPr algn="ctr">
              <a:buNone/>
              <a:defRPr sz="1725" b="1">
                <a:solidFill>
                  <a:srgbClr val="D64D53"/>
                </a:solidFill>
                <a:latin typeface="Arial"/>
                <a:ea typeface="Arial"/>
                <a:cs typeface="Arial"/>
              </a:defRPr>
            </a:lvl7pPr>
            <a:lvl8pPr algn="ctr">
              <a:buNone/>
              <a:defRPr sz="1725" b="1">
                <a:solidFill>
                  <a:srgbClr val="D64D53"/>
                </a:solidFill>
                <a:latin typeface="Arial"/>
                <a:ea typeface="Arial"/>
                <a:cs typeface="Arial"/>
              </a:defRPr>
            </a:lvl8pPr>
            <a:lvl9pPr algn="ctr">
              <a:buNone/>
              <a:defRPr sz="1725" b="1">
                <a:solidFill>
                  <a:srgbClr val="D64D53"/>
                </a:solidFill>
                <a:latin typeface="Arial"/>
                <a:ea typeface="Arial"/>
                <a:cs typeface="Arial"/>
              </a:defRPr>
            </a:lvl9pPr>
          </a:lstStyle>
          <a:p xmlns:a="http://schemas.openxmlformats.org/drawingml/2006/main">
            <a:pPr algn="ctr">
              <a:buNone/>
              <a:defRPr sz="1725" b="1">
                <a:solidFill>
                  <a:srgbClr val="D64D53"/>
                </a:solidFill>
                <a:latin typeface="Arial"/>
                <a:ea typeface="Arial"/>
                <a:cs typeface="Arial"/>
              </a:defRPr>
            </a:pPr>
            <a:r>
              <a:rPr sz="1725" b="1">
                <a:solidFill>
                  <a:srgbClr val="D64D53"/>
                </a:solidFill>
                <a:latin typeface="Arial"/>
                <a:ea typeface="Arial"/>
                <a:cs typeface="Arial"/>
              </a:rPr>
              <a:t>Chưa rõ lúc nào</a:t>
            </a:r>
          </a:p>
          <a:p xmlns:a="http://schemas.openxmlformats.org/drawingml/2006/main">
            <a:pPr algn="ctr">
              <a:buNone/>
              <a:defRPr sz="1725" b="1">
                <a:solidFill>
                  <a:srgbClr val="D64D53"/>
                </a:solidFill>
                <a:latin typeface="Arial"/>
                <a:ea typeface="Arial"/>
                <a:cs typeface="Arial"/>
              </a:defRPr>
            </a:pPr>
            <a:r>
              <a:rPr sz="1725" b="1">
                <a:solidFill>
                  <a:srgbClr val="D64D53"/>
                </a:solidFill>
                <a:latin typeface="Arial"/>
                <a:ea typeface="Arial"/>
                <a:cs typeface="Arial"/>
              </a:rPr>
              <a:t>có thể quay lại</a:t>
            </a:r>
          </a:p>
        </p:txBody>
      </p:sp>
      <p:sp>
        <p:nvSpPr>
          <p:cNvPr id="34" name="diagram-47">
            <a:extLst xmlns:a="http://schemas.openxmlformats.org/drawingml/2006/main">
              <a:ext uri="{FF2B5EF4-FFF2-40B4-BE49-F238E27FC236}">
                <a16:creationId xmlns:a16="http://schemas.microsoft.com/office/drawing/2014/main" id="{BD2DFB17-7568-4560-92AD-07377CF308FC}"/>
              </a:ext>
            </a:extLst>
          </p:cNvPr>
          <p:cNvSpPr>
            <a:spLocks xmlns:a="http://schemas.openxmlformats.org/drawingml/2006/main" noGrp="1"/>
          </p:cNvSpPr>
          <p:nvPr/>
        </p:nvSpPr>
        <p:spPr>
          <a:xfrm xmlns:a="http://schemas.openxmlformats.org/drawingml/2006/main">
            <a:off x="1428750" y="4733925"/>
            <a:ext cx="9382125" cy="47625"/>
          </a:xfrm>
          <a:prstGeom xmlns:a="http://schemas.openxmlformats.org/drawingml/2006/main" prst="rect">
            <a:avLst/>
          </a:prstGeom>
          <a:solidFill xmlns:a="http://schemas.openxmlformats.org/drawingml/2006/main">
            <a:srgbClr val="E5EFFC"/>
          </a:solidFill>
          <a:ln xmlns:a="http://schemas.openxmlformats.org/drawingml/2006/main" w="0">
            <a:noFill/>
            <a:prstDash val="solid"/>
          </a:ln>
        </p:spPr>
      </p:sp>
      <p:sp>
        <p:nvSpPr>
          <p:cNvPr id="35" name="diagram-48">
            <a:extLst xmlns:a="http://schemas.openxmlformats.org/drawingml/2006/main">
              <a:ext uri="{FF2B5EF4-FFF2-40B4-BE49-F238E27FC236}">
                <a16:creationId xmlns:a16="http://schemas.microsoft.com/office/drawing/2014/main" id="{A7EE1E5E-10F0-4399-803C-D6DCBD60940B}"/>
              </a:ext>
            </a:extLst>
          </p:cNvPr>
          <p:cNvSpPr>
            <a:spLocks xmlns:a="http://schemas.openxmlformats.org/drawingml/2006/main" noGrp="1"/>
          </p:cNvSpPr>
          <p:nvPr/>
        </p:nvSpPr>
        <p:spPr>
          <a:xfrm xmlns:a="http://schemas.openxmlformats.org/drawingml/2006/main">
            <a:off x="1143000" y="5000625"/>
            <a:ext cx="9906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2100" b="1">
                <a:solidFill>
                  <a:srgbClr val="246BCE"/>
                </a:solidFill>
                <a:latin typeface="Arial"/>
                <a:ea typeface="Arial"/>
                <a:cs typeface="Arial"/>
              </a:defRPr>
            </a:defPPr>
            <a:lvl1pPr algn="ctr">
              <a:buNone/>
              <a:defRPr sz="2100" b="1">
                <a:solidFill>
                  <a:srgbClr val="246BCE"/>
                </a:solidFill>
                <a:latin typeface="Arial"/>
                <a:ea typeface="Arial"/>
                <a:cs typeface="Arial"/>
              </a:defRPr>
            </a:lvl1pPr>
            <a:lvl2pPr algn="ctr">
              <a:buNone/>
              <a:defRPr sz="2100" b="1">
                <a:solidFill>
                  <a:srgbClr val="246BCE"/>
                </a:solidFill>
                <a:latin typeface="Arial"/>
                <a:ea typeface="Arial"/>
                <a:cs typeface="Arial"/>
              </a:defRPr>
            </a:lvl2pPr>
            <a:lvl3pPr algn="ctr">
              <a:buNone/>
              <a:defRPr sz="2100" b="1">
                <a:solidFill>
                  <a:srgbClr val="246BCE"/>
                </a:solidFill>
                <a:latin typeface="Arial"/>
                <a:ea typeface="Arial"/>
                <a:cs typeface="Arial"/>
              </a:defRPr>
            </a:lvl3pPr>
            <a:lvl4pPr algn="ctr">
              <a:buNone/>
              <a:defRPr sz="2100" b="1">
                <a:solidFill>
                  <a:srgbClr val="246BCE"/>
                </a:solidFill>
                <a:latin typeface="Arial"/>
                <a:ea typeface="Arial"/>
                <a:cs typeface="Arial"/>
              </a:defRPr>
            </a:lvl4pPr>
            <a:lvl5pPr algn="ctr">
              <a:buNone/>
              <a:defRPr sz="2100" b="1">
                <a:solidFill>
                  <a:srgbClr val="246BCE"/>
                </a:solidFill>
                <a:latin typeface="Arial"/>
                <a:ea typeface="Arial"/>
                <a:cs typeface="Arial"/>
              </a:defRPr>
            </a:lvl5pPr>
            <a:lvl6pPr algn="ctr">
              <a:buNone/>
              <a:defRPr sz="2100" b="1">
                <a:solidFill>
                  <a:srgbClr val="246BCE"/>
                </a:solidFill>
                <a:latin typeface="Arial"/>
                <a:ea typeface="Arial"/>
                <a:cs typeface="Arial"/>
              </a:defRPr>
            </a:lvl6pPr>
            <a:lvl7pPr algn="ctr">
              <a:buNone/>
              <a:defRPr sz="2100" b="1">
                <a:solidFill>
                  <a:srgbClr val="246BCE"/>
                </a:solidFill>
                <a:latin typeface="Arial"/>
                <a:ea typeface="Arial"/>
                <a:cs typeface="Arial"/>
              </a:defRPr>
            </a:lvl7pPr>
            <a:lvl8pPr algn="ctr">
              <a:buNone/>
              <a:defRPr sz="2100" b="1">
                <a:solidFill>
                  <a:srgbClr val="246BCE"/>
                </a:solidFill>
                <a:latin typeface="Arial"/>
                <a:ea typeface="Arial"/>
                <a:cs typeface="Arial"/>
              </a:defRPr>
            </a:lvl8pPr>
            <a:lvl9pPr algn="ctr">
              <a:buNone/>
              <a:defRPr sz="2100" b="1">
                <a:solidFill>
                  <a:srgbClr val="246BCE"/>
                </a:solidFill>
                <a:latin typeface="Arial"/>
                <a:ea typeface="Arial"/>
                <a:cs typeface="Arial"/>
              </a:defRPr>
            </a:lvl9pPr>
          </a:lstStyle>
          <a:p xmlns:a="http://schemas.openxmlformats.org/drawingml/2006/main">
            <a:pPr algn="ctr">
              <a:buNone/>
              <a:defRPr sz="2100" b="1">
                <a:solidFill>
                  <a:srgbClr val="246BCE"/>
                </a:solidFill>
                <a:latin typeface="Arial"/>
                <a:ea typeface="Arial"/>
                <a:cs typeface="Arial"/>
              </a:defRPr>
            </a:pPr>
            <a:r>
              <a:rPr sz="2100" b="1">
                <a:solidFill>
                  <a:srgbClr val="246BCE"/>
                </a:solidFill>
                <a:latin typeface="Arial"/>
                <a:ea typeface="Arial"/>
                <a:cs typeface="Arial"/>
              </a:rPr>
              <a:t>Tìm giấy hoặc hỏi nhân viên để nối lại thông tin</a:t>
            </a:r>
          </a:p>
        </p:txBody>
      </p:sp>
      <p:sp>
        <p:nvSpPr>
          <p:cNvPr id="36" name="diagram-49">
            <a:extLst xmlns:a="http://schemas.openxmlformats.org/drawingml/2006/main">
              <a:ext uri="{FF2B5EF4-FFF2-40B4-BE49-F238E27FC236}">
                <a16:creationId xmlns:a16="http://schemas.microsoft.com/office/drawing/2014/main" id="{47B4F888-64D8-4B29-A87B-939B31837873}"/>
              </a:ext>
            </a:extLst>
          </p:cNvPr>
          <p:cNvSpPr>
            <a:spLocks xmlns:a="http://schemas.openxmlformats.org/drawingml/2006/main" noGrp="1"/>
          </p:cNvSpPr>
          <p:nvPr/>
        </p:nvSpPr>
        <p:spPr>
          <a:xfrm xmlns:a="http://schemas.openxmlformats.org/drawingml/2006/main">
            <a:off x="571500" y="5724525"/>
            <a:ext cx="666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1">
                <a:solidFill>
                  <a:srgbClr val="D64D53"/>
                </a:solidFill>
                <a:latin typeface="Arial"/>
                <a:ea typeface="Arial"/>
                <a:cs typeface="Arial"/>
              </a:defRPr>
            </a:defPPr>
            <a:lvl1pPr algn="l">
              <a:buNone/>
              <a:defRPr sz="1800" b="1">
                <a:solidFill>
                  <a:srgbClr val="D64D53"/>
                </a:solidFill>
                <a:latin typeface="Arial"/>
                <a:ea typeface="Arial"/>
                <a:cs typeface="Arial"/>
              </a:defRPr>
            </a:lvl1pPr>
            <a:lvl2pPr algn="l">
              <a:buNone/>
              <a:defRPr sz="1800" b="1">
                <a:solidFill>
                  <a:srgbClr val="D64D53"/>
                </a:solidFill>
                <a:latin typeface="Arial"/>
                <a:ea typeface="Arial"/>
                <a:cs typeface="Arial"/>
              </a:defRPr>
            </a:lvl2pPr>
            <a:lvl3pPr algn="l">
              <a:buNone/>
              <a:defRPr sz="1800" b="1">
                <a:solidFill>
                  <a:srgbClr val="D64D53"/>
                </a:solidFill>
                <a:latin typeface="Arial"/>
                <a:ea typeface="Arial"/>
                <a:cs typeface="Arial"/>
              </a:defRPr>
            </a:lvl3pPr>
            <a:lvl4pPr algn="l">
              <a:buNone/>
              <a:defRPr sz="1800" b="1">
                <a:solidFill>
                  <a:srgbClr val="D64D53"/>
                </a:solidFill>
                <a:latin typeface="Arial"/>
                <a:ea typeface="Arial"/>
                <a:cs typeface="Arial"/>
              </a:defRPr>
            </a:lvl4pPr>
            <a:lvl5pPr algn="l">
              <a:buNone/>
              <a:defRPr sz="1800" b="1">
                <a:solidFill>
                  <a:srgbClr val="D64D53"/>
                </a:solidFill>
                <a:latin typeface="Arial"/>
                <a:ea typeface="Arial"/>
                <a:cs typeface="Arial"/>
              </a:defRPr>
            </a:lvl5pPr>
            <a:lvl6pPr algn="l">
              <a:buNone/>
              <a:defRPr sz="1800" b="1">
                <a:solidFill>
                  <a:srgbClr val="D64D53"/>
                </a:solidFill>
                <a:latin typeface="Arial"/>
                <a:ea typeface="Arial"/>
                <a:cs typeface="Arial"/>
              </a:defRPr>
            </a:lvl6pPr>
            <a:lvl7pPr algn="l">
              <a:buNone/>
              <a:defRPr sz="1800" b="1">
                <a:solidFill>
                  <a:srgbClr val="D64D53"/>
                </a:solidFill>
                <a:latin typeface="Arial"/>
                <a:ea typeface="Arial"/>
                <a:cs typeface="Arial"/>
              </a:defRPr>
            </a:lvl7pPr>
            <a:lvl8pPr algn="l">
              <a:buNone/>
              <a:defRPr sz="1800" b="1">
                <a:solidFill>
                  <a:srgbClr val="D64D53"/>
                </a:solidFill>
                <a:latin typeface="Arial"/>
                <a:ea typeface="Arial"/>
                <a:cs typeface="Arial"/>
              </a:defRPr>
            </a:lvl8pPr>
            <a:lvl9pPr algn="l">
              <a:buNone/>
              <a:defRPr sz="1800" b="1">
                <a:solidFill>
                  <a:srgbClr val="D64D53"/>
                </a:solidFill>
                <a:latin typeface="Arial"/>
                <a:ea typeface="Arial"/>
                <a:cs typeface="Arial"/>
              </a:defRPr>
            </a:lvl9pPr>
          </a:lstStyle>
          <a:p xmlns:a="http://schemas.openxmlformats.org/drawingml/2006/main">
            <a:pPr algn="l">
              <a:buNone/>
              <a:defRPr sz="1800" b="1">
                <a:solidFill>
                  <a:srgbClr val="D64D53"/>
                </a:solidFill>
                <a:latin typeface="Arial"/>
                <a:ea typeface="Arial"/>
                <a:cs typeface="Arial"/>
              </a:defRPr>
            </a:pPr>
            <a:r>
              <a:rPr sz="1800" b="1">
                <a:solidFill>
                  <a:srgbClr val="D64D53"/>
                </a:solidFill>
                <a:latin typeface="Arial"/>
                <a:ea typeface="Arial"/>
                <a:cs typeface="Arial"/>
              </a:rPr>
              <a:t>×  Điểm đứt mạch thông tin</a:t>
            </a:r>
          </a:p>
        </p:txBody>
      </p:sp>
      <p:sp>
        <p:nvSpPr>
          <p:cNvPr id="37" name="diagram-50">
            <a:extLst xmlns:a="http://schemas.openxmlformats.org/drawingml/2006/main">
              <a:ext uri="{FF2B5EF4-FFF2-40B4-BE49-F238E27FC236}">
                <a16:creationId xmlns:a16="http://schemas.microsoft.com/office/drawing/2014/main" id="{9E5B34CB-9B0F-49B5-B25D-EBE13C02186A}"/>
              </a:ext>
            </a:extLst>
          </p:cNvPr>
          <p:cNvSpPr>
            <a:spLocks xmlns:a="http://schemas.openxmlformats.org/drawingml/2006/main" noGrp="1"/>
          </p:cNvSpPr>
          <p:nvPr/>
        </p:nvSpPr>
        <p:spPr>
          <a:xfrm xmlns:a="http://schemas.openxmlformats.org/drawingml/2006/main">
            <a:off x="571500" y="6324600"/>
            <a:ext cx="990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125" b="0">
                <a:solidFill>
                  <a:srgbClr val="526773"/>
                </a:solidFill>
                <a:latin typeface="Arial"/>
                <a:ea typeface="Arial"/>
                <a:cs typeface="Arial"/>
              </a:defRPr>
            </a:defPPr>
            <a:lvl1pPr algn="l">
              <a:buNone/>
              <a:defRPr sz="1125" b="0">
                <a:solidFill>
                  <a:srgbClr val="526773"/>
                </a:solidFill>
                <a:latin typeface="Arial"/>
                <a:ea typeface="Arial"/>
                <a:cs typeface="Arial"/>
              </a:defRPr>
            </a:lvl1pPr>
            <a:lvl2pPr algn="l">
              <a:buNone/>
              <a:defRPr sz="1125" b="0">
                <a:solidFill>
                  <a:srgbClr val="526773"/>
                </a:solidFill>
                <a:latin typeface="Arial"/>
                <a:ea typeface="Arial"/>
                <a:cs typeface="Arial"/>
              </a:defRPr>
            </a:lvl2pPr>
            <a:lvl3pPr algn="l">
              <a:buNone/>
              <a:defRPr sz="1125" b="0">
                <a:solidFill>
                  <a:srgbClr val="526773"/>
                </a:solidFill>
                <a:latin typeface="Arial"/>
                <a:ea typeface="Arial"/>
                <a:cs typeface="Arial"/>
              </a:defRPr>
            </a:lvl3pPr>
            <a:lvl4pPr algn="l">
              <a:buNone/>
              <a:defRPr sz="1125" b="0">
                <a:solidFill>
                  <a:srgbClr val="526773"/>
                </a:solidFill>
                <a:latin typeface="Arial"/>
                <a:ea typeface="Arial"/>
                <a:cs typeface="Arial"/>
              </a:defRPr>
            </a:lvl4pPr>
            <a:lvl5pPr algn="l">
              <a:buNone/>
              <a:defRPr sz="1125" b="0">
                <a:solidFill>
                  <a:srgbClr val="526773"/>
                </a:solidFill>
                <a:latin typeface="Arial"/>
                <a:ea typeface="Arial"/>
                <a:cs typeface="Arial"/>
              </a:defRPr>
            </a:lvl5pPr>
            <a:lvl6pPr algn="l">
              <a:buNone/>
              <a:defRPr sz="1125" b="0">
                <a:solidFill>
                  <a:srgbClr val="526773"/>
                </a:solidFill>
                <a:latin typeface="Arial"/>
                <a:ea typeface="Arial"/>
                <a:cs typeface="Arial"/>
              </a:defRPr>
            </a:lvl6pPr>
            <a:lvl7pPr algn="l">
              <a:buNone/>
              <a:defRPr sz="1125" b="0">
                <a:solidFill>
                  <a:srgbClr val="526773"/>
                </a:solidFill>
                <a:latin typeface="Arial"/>
                <a:ea typeface="Arial"/>
                <a:cs typeface="Arial"/>
              </a:defRPr>
            </a:lvl7pPr>
            <a:lvl8pPr algn="l">
              <a:buNone/>
              <a:defRPr sz="1125" b="0">
                <a:solidFill>
                  <a:srgbClr val="526773"/>
                </a:solidFill>
                <a:latin typeface="Arial"/>
                <a:ea typeface="Arial"/>
                <a:cs typeface="Arial"/>
              </a:defRPr>
            </a:lvl8pPr>
            <a:lvl9pPr algn="l">
              <a:buNone/>
              <a:defRPr sz="1125" b="0">
                <a:solidFill>
                  <a:srgbClr val="526773"/>
                </a:solidFill>
                <a:latin typeface="Arial"/>
                <a:ea typeface="Arial"/>
                <a:cs typeface="Arial"/>
              </a:defRPr>
            </a:lvl9pPr>
          </a:lstStyle>
          <a:p xmlns:a="http://schemas.openxmlformats.org/drawingml/2006/main">
            <a:pPr algn="l">
              <a:buNone/>
              <a:defRPr sz="1125" b="0">
                <a:solidFill>
                  <a:srgbClr val="526773"/>
                </a:solidFill>
                <a:latin typeface="Arial"/>
                <a:ea typeface="Arial"/>
                <a:cs typeface="Arial"/>
              </a:defRPr>
            </a:pPr>
            <a:r>
              <a:rPr sz="1125" b="0">
                <a:solidFill>
                  <a:srgbClr val="526773"/>
                </a:solidFill>
                <a:latin typeface="Arial"/>
                <a:ea typeface="Arial"/>
                <a:cs typeface="Arial"/>
              </a:rPr>
              <a:t>Sơ đồ tổng hợp các tình huống nghiên cứu, không phải hành trình của một người.</a:t>
            </a:r>
          </a:p>
        </p:txBody>
      </p:sp>
      <p:sp>
        <p:nvSpPr>
          <p:cNvPr id="38" name="diagram-51">
            <a:extLst xmlns:a="http://schemas.openxmlformats.org/drawingml/2006/main">
              <a:ext uri="{FF2B5EF4-FFF2-40B4-BE49-F238E27FC236}">
                <a16:creationId xmlns:a16="http://schemas.microsoft.com/office/drawing/2014/main" id="{F4CDD0C1-6BCA-4186-92FF-45714F2ACB51}"/>
              </a:ext>
            </a:extLst>
          </p:cNvPr>
          <p:cNvSpPr>
            <a:spLocks xmlns:a="http://schemas.openxmlformats.org/drawingml/2006/main" noGrp="1"/>
          </p:cNvSpPr>
          <p:nvPr/>
        </p:nvSpPr>
        <p:spPr>
          <a:xfrm xmlns:a="http://schemas.openxmlformats.org/drawingml/2006/main">
            <a:off x="11334750" y="6324600"/>
            <a:ext cx="381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1275" b="1">
                <a:solidFill>
                  <a:srgbClr val="246BCE"/>
                </a:solidFill>
                <a:latin typeface="Arial"/>
                <a:ea typeface="Arial"/>
                <a:cs typeface="Arial"/>
              </a:defRPr>
            </a:defPPr>
            <a:lvl1pPr algn="r">
              <a:buNone/>
              <a:defRPr sz="1275" b="1">
                <a:solidFill>
                  <a:srgbClr val="246BCE"/>
                </a:solidFill>
                <a:latin typeface="Arial"/>
                <a:ea typeface="Arial"/>
                <a:cs typeface="Arial"/>
              </a:defRPr>
            </a:lvl1pPr>
            <a:lvl2pPr algn="r">
              <a:buNone/>
              <a:defRPr sz="1275" b="1">
                <a:solidFill>
                  <a:srgbClr val="246BCE"/>
                </a:solidFill>
                <a:latin typeface="Arial"/>
                <a:ea typeface="Arial"/>
                <a:cs typeface="Arial"/>
              </a:defRPr>
            </a:lvl2pPr>
            <a:lvl3pPr algn="r">
              <a:buNone/>
              <a:defRPr sz="1275" b="1">
                <a:solidFill>
                  <a:srgbClr val="246BCE"/>
                </a:solidFill>
                <a:latin typeface="Arial"/>
                <a:ea typeface="Arial"/>
                <a:cs typeface="Arial"/>
              </a:defRPr>
            </a:lvl3pPr>
            <a:lvl4pPr algn="r">
              <a:buNone/>
              <a:defRPr sz="1275" b="1">
                <a:solidFill>
                  <a:srgbClr val="246BCE"/>
                </a:solidFill>
                <a:latin typeface="Arial"/>
                <a:ea typeface="Arial"/>
                <a:cs typeface="Arial"/>
              </a:defRPr>
            </a:lvl4pPr>
            <a:lvl5pPr algn="r">
              <a:buNone/>
              <a:defRPr sz="1275" b="1">
                <a:solidFill>
                  <a:srgbClr val="246BCE"/>
                </a:solidFill>
                <a:latin typeface="Arial"/>
                <a:ea typeface="Arial"/>
                <a:cs typeface="Arial"/>
              </a:defRPr>
            </a:lvl5pPr>
            <a:lvl6pPr algn="r">
              <a:buNone/>
              <a:defRPr sz="1275" b="1">
                <a:solidFill>
                  <a:srgbClr val="246BCE"/>
                </a:solidFill>
                <a:latin typeface="Arial"/>
                <a:ea typeface="Arial"/>
                <a:cs typeface="Arial"/>
              </a:defRPr>
            </a:lvl6pPr>
            <a:lvl7pPr algn="r">
              <a:buNone/>
              <a:defRPr sz="1275" b="1">
                <a:solidFill>
                  <a:srgbClr val="246BCE"/>
                </a:solidFill>
                <a:latin typeface="Arial"/>
                <a:ea typeface="Arial"/>
                <a:cs typeface="Arial"/>
              </a:defRPr>
            </a:lvl7pPr>
            <a:lvl8pPr algn="r">
              <a:buNone/>
              <a:defRPr sz="1275" b="1">
                <a:solidFill>
                  <a:srgbClr val="246BCE"/>
                </a:solidFill>
                <a:latin typeface="Arial"/>
                <a:ea typeface="Arial"/>
                <a:cs typeface="Arial"/>
              </a:defRPr>
            </a:lvl8pPr>
            <a:lvl9pPr algn="r">
              <a:buNone/>
              <a:defRPr sz="1275" b="1">
                <a:solidFill>
                  <a:srgbClr val="246BCE"/>
                </a:solidFill>
                <a:latin typeface="Arial"/>
                <a:ea typeface="Arial"/>
                <a:cs typeface="Arial"/>
              </a:defRPr>
            </a:lvl9pPr>
          </a:lstStyle>
          <a:p xmlns:a="http://schemas.openxmlformats.org/drawingml/2006/main">
            <a:pPr algn="r">
              <a:buNone/>
              <a:defRPr sz="1275" b="1">
                <a:solidFill>
                  <a:srgbClr val="246BCE"/>
                </a:solidFill>
                <a:latin typeface="Arial"/>
                <a:ea typeface="Arial"/>
                <a:cs typeface="Arial"/>
              </a:defRPr>
            </a:pPr>
            <a:r>
              <a:rPr sz="1275" b="1">
                <a:solidFill>
                  <a:srgbClr val="246BCE"/>
                </a:solidFill>
                <a:latin typeface="Arial"/>
                <a:ea typeface="Arial"/>
                <a:cs typeface="Arial"/>
              </a:rPr>
              <a:t>03</a:t>
            </a:r>
          </a:p>
        </p:txBody>
      </p:sp>
    </p:spTree>
    <p:extLst>
      <p:ext uri="{BB962C8B-B14F-4D97-AF65-F5344CB8AC3E}">
        <p14:creationId xmlns:p14="http://schemas.microsoft.com/office/powerpoint/2010/main" val="914879742"/>
      </p:ext>
    </p:extLst>
  </p:cSld>
</p:sld>
</file>

<file path=ppt/slides/slide4.xml><?xml version="1.0" encoding="utf-8"?>
<p:sld xmlns:p="http://schemas.openxmlformats.org/presentationml/2006/main">
  <p:cSld>
    <p:bg>
      <p:bgPr>
        <a:solidFill xmlns:a="http://schemas.openxmlformats.org/drawingml/2006/main">
          <a:srgbClr val="E5EFFC"/>
        </a:solidFill>
      </p:bgPr>
    </p:bg>
    <p:spTree>
      <p:nvGrpSpPr>
        <p:cNvPr id="1" name=""/>
        <p:cNvGrpSpPr/>
        <p:nvPr/>
      </p:nvGrpSpPr>
      <p:grpSpPr>
        <a:xfrm xmlns:a="http://schemas.openxmlformats.org/drawingml/2006/main"/>
      </p:grpSpPr>
      <p:sp>
        <p:nvSpPr>
          <p:cNvPr id="16" name="diagram-52">
            <a:extLst xmlns:a="http://schemas.openxmlformats.org/drawingml/2006/main">
              <a:ext uri="{FF2B5EF4-FFF2-40B4-BE49-F238E27FC236}">
                <a16:creationId xmlns:a16="http://schemas.microsoft.com/office/drawing/2014/main" id="{AB90A211-76CB-4F23-9741-E09FC30ABD04}"/>
              </a:ext>
            </a:extLst>
          </p:cNvPr>
          <p:cNvSpPr>
            <a:spLocks xmlns:a="http://schemas.openxmlformats.org/drawingml/2006/main" noGrp="1"/>
          </p:cNvSpPr>
          <p:nvPr/>
        </p:nvSpPr>
        <p:spPr>
          <a:xfrm xmlns:a="http://schemas.openxmlformats.org/drawingml/2006/main">
            <a:off x="571500" y="4000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150" b="1">
                <a:solidFill>
                  <a:srgbClr val="102A43"/>
                </a:solidFill>
                <a:latin typeface="Arial"/>
                <a:ea typeface="Arial"/>
                <a:cs typeface="Arial"/>
              </a:defRPr>
            </a:defPPr>
            <a:lvl1pPr algn="l">
              <a:buNone/>
              <a:defRPr sz="3150" b="1">
                <a:solidFill>
                  <a:srgbClr val="102A43"/>
                </a:solidFill>
                <a:latin typeface="Arial"/>
                <a:ea typeface="Arial"/>
                <a:cs typeface="Arial"/>
              </a:defRPr>
            </a:lvl1pPr>
            <a:lvl2pPr algn="l">
              <a:buNone/>
              <a:defRPr sz="3150" b="1">
                <a:solidFill>
                  <a:srgbClr val="102A43"/>
                </a:solidFill>
                <a:latin typeface="Arial"/>
                <a:ea typeface="Arial"/>
                <a:cs typeface="Arial"/>
              </a:defRPr>
            </a:lvl2pPr>
            <a:lvl3pPr algn="l">
              <a:buNone/>
              <a:defRPr sz="3150" b="1">
                <a:solidFill>
                  <a:srgbClr val="102A43"/>
                </a:solidFill>
                <a:latin typeface="Arial"/>
                <a:ea typeface="Arial"/>
                <a:cs typeface="Arial"/>
              </a:defRPr>
            </a:lvl3pPr>
            <a:lvl4pPr algn="l">
              <a:buNone/>
              <a:defRPr sz="3150" b="1">
                <a:solidFill>
                  <a:srgbClr val="102A43"/>
                </a:solidFill>
                <a:latin typeface="Arial"/>
                <a:ea typeface="Arial"/>
                <a:cs typeface="Arial"/>
              </a:defRPr>
            </a:lvl4pPr>
            <a:lvl5pPr algn="l">
              <a:buNone/>
              <a:defRPr sz="3150" b="1">
                <a:solidFill>
                  <a:srgbClr val="102A43"/>
                </a:solidFill>
                <a:latin typeface="Arial"/>
                <a:ea typeface="Arial"/>
                <a:cs typeface="Arial"/>
              </a:defRPr>
            </a:lvl5pPr>
            <a:lvl6pPr algn="l">
              <a:buNone/>
              <a:defRPr sz="3150" b="1">
                <a:solidFill>
                  <a:srgbClr val="102A43"/>
                </a:solidFill>
                <a:latin typeface="Arial"/>
                <a:ea typeface="Arial"/>
                <a:cs typeface="Arial"/>
              </a:defRPr>
            </a:lvl6pPr>
            <a:lvl7pPr algn="l">
              <a:buNone/>
              <a:defRPr sz="3150" b="1">
                <a:solidFill>
                  <a:srgbClr val="102A43"/>
                </a:solidFill>
                <a:latin typeface="Arial"/>
                <a:ea typeface="Arial"/>
                <a:cs typeface="Arial"/>
              </a:defRPr>
            </a:lvl7pPr>
            <a:lvl8pPr algn="l">
              <a:buNone/>
              <a:defRPr sz="3150" b="1">
                <a:solidFill>
                  <a:srgbClr val="102A43"/>
                </a:solidFill>
                <a:latin typeface="Arial"/>
                <a:ea typeface="Arial"/>
                <a:cs typeface="Arial"/>
              </a:defRPr>
            </a:lvl8pPr>
            <a:lvl9pPr algn="l">
              <a:buNone/>
              <a:defRPr sz="3150" b="1">
                <a:solidFill>
                  <a:srgbClr val="102A43"/>
                </a:solidFill>
                <a:latin typeface="Arial"/>
                <a:ea typeface="Arial"/>
                <a:cs typeface="Arial"/>
              </a:defRPr>
            </a:lvl9pPr>
          </a:lstStyle>
          <a:p xmlns:a="http://schemas.openxmlformats.org/drawingml/2006/main">
            <a:pPr algn="l">
              <a:buNone/>
              <a:defRPr sz="3150" b="1">
                <a:solidFill>
                  <a:srgbClr val="102A43"/>
                </a:solidFill>
                <a:latin typeface="Arial"/>
                <a:ea typeface="Arial"/>
                <a:cs typeface="Arial"/>
              </a:defRPr>
            </a:pPr>
            <a:r>
              <a:rPr sz="3150" b="1">
                <a:solidFill>
                  <a:srgbClr val="102A43"/>
                </a:solidFill>
                <a:latin typeface="Arial"/>
                <a:ea typeface="Arial"/>
                <a:cs typeface="Arial"/>
              </a:rPr>
              <a:t>Nhu cầu trọng tâm</a:t>
            </a:r>
          </a:p>
        </p:txBody>
      </p:sp>
      <p:pic>
        <p:nvPicPr>
          <p:cNvPr id="2" name="">
            <a:extLst xmlns:a="http://schemas.openxmlformats.org/drawingml/2006/main">
              <a:ext uri="{FF2B5EF4-FFF2-40B4-BE49-F238E27FC236}">
                <a16:creationId xmlns:a16="http://schemas.microsoft.com/office/drawing/2014/main" id="{1FFE5282-84E8-4E10-81CA-BE14BF0B60C4}"/>
              </a:ext>
            </a:extLst>
          </p:cNvPr>
          <p:cNvPicPr>
            <a:picLocks xmlns:a="http://schemas.openxmlformats.org/drawingml/2006/main" noChangeAspect="1"/>
          </p:cNvPicPr>
          <p:nvPr/>
        </p:nvPicPr>
        <p:blipFill>
          <a:blip xmlns:r="http://schemas.openxmlformats.org/officeDocument/2006/relationships" xmlns:a="http://schemas.openxmlformats.org/drawingml/2006/main" r:embed="R5abd3fdaf27745e3">
            <a:extLst>
              <a:ext uri="{96DAC541-7B7A-43D3-8B79-37D633B846F1}">
                <asvg:svgBlip xmlns:asvg="http://schemas.microsoft.com/office/drawing/2016/SVG/main" r:embed="R01100fb5f9c14a57"/>
              </a:ext>
            </a:extLst>
          </a:blip>
          <a:stretch xmlns:a="http://schemas.openxmlformats.org/drawingml/2006/main"/>
        </p:blipFill>
        <p:spPr>
          <a:xfrm xmlns:a="http://schemas.openxmlformats.org/drawingml/2006/main">
            <a:off x="10668000" y="428625"/>
            <a:ext cx="533400" cy="533400"/>
          </a:xfrm>
          <a:prstGeom xmlns:a="http://schemas.openxmlformats.org/drawingml/2006/main" prst="rect">
            <a:avLst/>
          </a:prstGeom>
        </p:spPr>
      </p:pic>
      <p:pic>
        <p:nvPicPr>
          <p:cNvPr id="3" name="">
            <a:extLst xmlns:a="http://schemas.openxmlformats.org/drawingml/2006/main">
              <a:ext uri="{FF2B5EF4-FFF2-40B4-BE49-F238E27FC236}">
                <a16:creationId xmlns:a16="http://schemas.microsoft.com/office/drawing/2014/main" id="{FA7DBE04-CDBA-4446-8748-EE3D85B34EE8}"/>
              </a:ext>
            </a:extLst>
          </p:cNvPr>
          <p:cNvPicPr>
            <a:picLocks xmlns:a="http://schemas.openxmlformats.org/drawingml/2006/main" noChangeAspect="1"/>
          </p:cNvPicPr>
          <p:nvPr/>
        </p:nvPicPr>
        <p:blipFill>
          <a:blip xmlns:r="http://schemas.openxmlformats.org/officeDocument/2006/relationships" xmlns:a="http://schemas.openxmlformats.org/drawingml/2006/main" r:embed="R67f332171ee34881">
            <a:extLst>
              <a:ext uri="{96DAC541-7B7A-43D3-8B79-37D633B846F1}">
                <asvg:svgBlip xmlns:asvg="http://schemas.microsoft.com/office/drawing/2016/SVG/main" r:embed="R78fb789ea528421a"/>
              </a:ext>
            </a:extLst>
          </a:blip>
          <a:stretch xmlns:a="http://schemas.openxmlformats.org/drawingml/2006/main"/>
        </p:blipFill>
        <p:spPr>
          <a:xfrm xmlns:a="http://schemas.openxmlformats.org/drawingml/2006/main">
            <a:off x="666750" y="3438525"/>
            <a:ext cx="304800" cy="304800"/>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8A3E4845-691C-44E9-837B-08070653D8C8}"/>
              </a:ext>
            </a:extLst>
          </p:cNvPr>
          <p:cNvPicPr>
            <a:picLocks xmlns:a="http://schemas.openxmlformats.org/drawingml/2006/main" noChangeAspect="1"/>
          </p:cNvPicPr>
          <p:nvPr/>
        </p:nvPicPr>
        <p:blipFill>
          <a:blip xmlns:r="http://schemas.openxmlformats.org/officeDocument/2006/relationships" xmlns:a="http://schemas.openxmlformats.org/drawingml/2006/main" r:embed="Rdd552334697b4e79">
            <a:extLst>
              <a:ext uri="{96DAC541-7B7A-43D3-8B79-37D633B846F1}">
                <asvg:svgBlip xmlns:asvg="http://schemas.microsoft.com/office/drawing/2016/SVG/main" r:embed="Re7f3676311c945f4"/>
              </a:ext>
            </a:extLst>
          </a:blip>
          <a:stretch xmlns:a="http://schemas.openxmlformats.org/drawingml/2006/main"/>
        </p:blipFill>
        <p:spPr>
          <a:xfrm xmlns:a="http://schemas.openxmlformats.org/drawingml/2006/main">
            <a:off x="4667250" y="3438525"/>
            <a:ext cx="304800" cy="304800"/>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DFE2B7B4-99E9-49D3-BEA5-1A14B0379CDE}"/>
              </a:ext>
            </a:extLst>
          </p:cNvPr>
          <p:cNvPicPr>
            <a:picLocks xmlns:a="http://schemas.openxmlformats.org/drawingml/2006/main" noChangeAspect="1"/>
          </p:cNvPicPr>
          <p:nvPr/>
        </p:nvPicPr>
        <p:blipFill>
          <a:blip xmlns:r="http://schemas.openxmlformats.org/officeDocument/2006/relationships" xmlns:a="http://schemas.openxmlformats.org/drawingml/2006/main" r:embed="R25f6c1cc02884eee">
            <a:extLst>
              <a:ext uri="{96DAC541-7B7A-43D3-8B79-37D633B846F1}">
                <asvg:svgBlip xmlns:asvg="http://schemas.microsoft.com/office/drawing/2016/SVG/main" r:embed="R5bcc300f136243c3"/>
              </a:ext>
            </a:extLst>
          </a:blip>
          <a:stretch xmlns:a="http://schemas.openxmlformats.org/drawingml/2006/main"/>
        </p:blipFill>
        <p:spPr>
          <a:xfrm xmlns:a="http://schemas.openxmlformats.org/drawingml/2006/main">
            <a:off x="8572500" y="3438525"/>
            <a:ext cx="304800" cy="304800"/>
          </a:xfrm>
          <a:prstGeom xmlns:a="http://schemas.openxmlformats.org/drawingml/2006/main" prst="rect">
            <a:avLst/>
          </a:prstGeom>
        </p:spPr>
      </p:pic>
      <p:sp>
        <p:nvSpPr>
          <p:cNvPr id="6" name="diagram-53">
            <a:extLst xmlns:a="http://schemas.openxmlformats.org/drawingml/2006/main">
              <a:ext uri="{FF2B5EF4-FFF2-40B4-BE49-F238E27FC236}">
                <a16:creationId xmlns:a16="http://schemas.microsoft.com/office/drawing/2014/main" id="{EF01B861-8074-457F-8BC0-D5BD3AD49B90}"/>
              </a:ext>
            </a:extLst>
          </p:cNvPr>
          <p:cNvSpPr>
            <a:spLocks xmlns:a="http://schemas.openxmlformats.org/drawingml/2006/main" noGrp="1"/>
          </p:cNvSpPr>
          <p:nvPr/>
        </p:nvSpPr>
        <p:spPr>
          <a:xfrm xmlns:a="http://schemas.openxmlformats.org/drawingml/2006/main">
            <a:off x="619125" y="1657350"/>
            <a:ext cx="7239000" cy="1476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225" b="1">
                <a:solidFill>
                  <a:srgbClr val="102A43"/>
                </a:solidFill>
                <a:latin typeface="Arial"/>
                <a:ea typeface="Arial"/>
                <a:cs typeface="Arial"/>
              </a:defRPr>
            </a:defPPr>
            <a:lvl1pPr algn="l">
              <a:buNone/>
              <a:defRPr sz="3225" b="1">
                <a:solidFill>
                  <a:srgbClr val="102A43"/>
                </a:solidFill>
                <a:latin typeface="Arial"/>
                <a:ea typeface="Arial"/>
                <a:cs typeface="Arial"/>
              </a:defRPr>
            </a:lvl1pPr>
            <a:lvl2pPr algn="l">
              <a:buNone/>
              <a:defRPr sz="3225" b="1">
                <a:solidFill>
                  <a:srgbClr val="102A43"/>
                </a:solidFill>
                <a:latin typeface="Arial"/>
                <a:ea typeface="Arial"/>
                <a:cs typeface="Arial"/>
              </a:defRPr>
            </a:lvl2pPr>
            <a:lvl3pPr algn="l">
              <a:buNone/>
              <a:defRPr sz="3225" b="1">
                <a:solidFill>
                  <a:srgbClr val="102A43"/>
                </a:solidFill>
                <a:latin typeface="Arial"/>
                <a:ea typeface="Arial"/>
                <a:cs typeface="Arial"/>
              </a:defRPr>
            </a:lvl3pPr>
            <a:lvl4pPr algn="l">
              <a:buNone/>
              <a:defRPr sz="3225" b="1">
                <a:solidFill>
                  <a:srgbClr val="102A43"/>
                </a:solidFill>
                <a:latin typeface="Arial"/>
                <a:ea typeface="Arial"/>
                <a:cs typeface="Arial"/>
              </a:defRPr>
            </a:lvl4pPr>
            <a:lvl5pPr algn="l">
              <a:buNone/>
              <a:defRPr sz="3225" b="1">
                <a:solidFill>
                  <a:srgbClr val="102A43"/>
                </a:solidFill>
                <a:latin typeface="Arial"/>
                <a:ea typeface="Arial"/>
                <a:cs typeface="Arial"/>
              </a:defRPr>
            </a:lvl5pPr>
            <a:lvl6pPr algn="l">
              <a:buNone/>
              <a:defRPr sz="3225" b="1">
                <a:solidFill>
                  <a:srgbClr val="102A43"/>
                </a:solidFill>
                <a:latin typeface="Arial"/>
                <a:ea typeface="Arial"/>
                <a:cs typeface="Arial"/>
              </a:defRPr>
            </a:lvl6pPr>
            <a:lvl7pPr algn="l">
              <a:buNone/>
              <a:defRPr sz="3225" b="1">
                <a:solidFill>
                  <a:srgbClr val="102A43"/>
                </a:solidFill>
                <a:latin typeface="Arial"/>
                <a:ea typeface="Arial"/>
                <a:cs typeface="Arial"/>
              </a:defRPr>
            </a:lvl7pPr>
            <a:lvl8pPr algn="l">
              <a:buNone/>
              <a:defRPr sz="3225" b="1">
                <a:solidFill>
                  <a:srgbClr val="102A43"/>
                </a:solidFill>
                <a:latin typeface="Arial"/>
                <a:ea typeface="Arial"/>
                <a:cs typeface="Arial"/>
              </a:defRPr>
            </a:lvl8pPr>
            <a:lvl9pPr algn="l">
              <a:buNone/>
              <a:defRPr sz="3225" b="1">
                <a:solidFill>
                  <a:srgbClr val="102A43"/>
                </a:solidFill>
                <a:latin typeface="Arial"/>
                <a:ea typeface="Arial"/>
                <a:cs typeface="Arial"/>
              </a:defRPr>
            </a:lvl9pPr>
          </a:lstStyle>
          <a:p xmlns:a="http://schemas.openxmlformats.org/drawingml/2006/main">
            <a:pPr algn="l">
              <a:buNone/>
              <a:defRPr sz="3225" b="1">
                <a:solidFill>
                  <a:srgbClr val="102A43"/>
                </a:solidFill>
                <a:latin typeface="Arial"/>
                <a:ea typeface="Arial"/>
                <a:cs typeface="Arial"/>
              </a:defRPr>
            </a:pPr>
            <a:r>
              <a:rPr sz="3225" b="1">
                <a:solidFill>
                  <a:srgbClr val="102A43"/>
                </a:solidFill>
                <a:latin typeface="Arial"/>
                <a:ea typeface="Arial"/>
                <a:cs typeface="Arial"/>
              </a:rPr>
              <a:t>Biết đúng bước tiếp theo,</a:t>
            </a:r>
          </a:p>
          <a:p xmlns:a="http://schemas.openxmlformats.org/drawingml/2006/main">
            <a:pPr algn="l">
              <a:buNone/>
              <a:defRPr sz="3225" b="1">
                <a:solidFill>
                  <a:srgbClr val="102A43"/>
                </a:solidFill>
                <a:latin typeface="Arial"/>
                <a:ea typeface="Arial"/>
                <a:cs typeface="Arial"/>
              </a:defRPr>
            </a:pPr>
            <a:r>
              <a:rPr sz="3225" b="1">
                <a:solidFill>
                  <a:srgbClr val="102A43"/>
                </a:solidFill>
                <a:latin typeface="Arial"/>
                <a:ea typeface="Arial"/>
                <a:cs typeface="Arial"/>
              </a:rPr>
              <a:t>đúng nơi và đúng thời điểm.</a:t>
            </a:r>
          </a:p>
        </p:txBody>
      </p:sp>
      <p:pic>
        <p:nvPicPr>
          <p:cNvPr id="7" name="">
            <a:extLst xmlns:a="http://schemas.openxmlformats.org/drawingml/2006/main">
              <a:ext uri="{FF2B5EF4-FFF2-40B4-BE49-F238E27FC236}">
                <a16:creationId xmlns:a16="http://schemas.microsoft.com/office/drawing/2014/main" id="{3AE22B9F-157D-4869-911A-96846F793FAD}"/>
              </a:ext>
            </a:extLst>
          </p:cNvPr>
          <p:cNvPicPr>
            <a:picLocks xmlns:a="http://schemas.openxmlformats.org/drawingml/2006/main" noChangeAspect="1"/>
          </p:cNvPicPr>
          <p:nvPr/>
        </p:nvPicPr>
        <p:blipFill>
          <a:blip xmlns:r="http://schemas.openxmlformats.org/officeDocument/2006/relationships" xmlns:a="http://schemas.openxmlformats.org/drawingml/2006/main" r:embed="Recf68f7b26684075"/>
          <a:stretch xmlns:a="http://schemas.openxmlformats.org/drawingml/2006/main"/>
        </p:blipFill>
        <p:spPr>
          <a:xfrm xmlns:a="http://schemas.openxmlformats.org/drawingml/2006/main">
            <a:off x="8227219" y="1666875"/>
            <a:ext cx="3071813" cy="2047875"/>
          </a:xfrm>
          <a:prstGeom xmlns:a="http://schemas.openxmlformats.org/drawingml/2006/main" prst="rect">
            <a:avLst/>
          </a:prstGeom>
        </p:spPr>
      </p:pic>
      <p:sp>
        <p:nvSpPr>
          <p:cNvPr id="8" name="diagram-54">
            <a:extLst xmlns:a="http://schemas.openxmlformats.org/drawingml/2006/main">
              <a:ext uri="{FF2B5EF4-FFF2-40B4-BE49-F238E27FC236}">
                <a16:creationId xmlns:a16="http://schemas.microsoft.com/office/drawing/2014/main" id="{5010979A-70CA-4230-AA11-7DF87B2E9132}"/>
              </a:ext>
            </a:extLst>
          </p:cNvPr>
          <p:cNvSpPr>
            <a:spLocks xmlns:a="http://schemas.openxmlformats.org/drawingml/2006/main" noGrp="1"/>
          </p:cNvSpPr>
          <p:nvPr/>
        </p:nvSpPr>
        <p:spPr>
          <a:xfrm xmlns:a="http://schemas.openxmlformats.org/drawingml/2006/main">
            <a:off x="666750" y="3943350"/>
            <a:ext cx="28575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425" b="1">
                <a:solidFill>
                  <a:srgbClr val="246BCE"/>
                </a:solidFill>
                <a:latin typeface="Arial"/>
                <a:ea typeface="Arial"/>
                <a:cs typeface="Arial"/>
              </a:defRPr>
            </a:defPPr>
            <a:lvl1pPr algn="l">
              <a:buNone/>
              <a:defRPr sz="1425" b="1">
                <a:solidFill>
                  <a:srgbClr val="246BCE"/>
                </a:solidFill>
                <a:latin typeface="Arial"/>
                <a:ea typeface="Arial"/>
                <a:cs typeface="Arial"/>
              </a:defRPr>
            </a:lvl1pPr>
            <a:lvl2pPr algn="l">
              <a:buNone/>
              <a:defRPr sz="1425" b="1">
                <a:solidFill>
                  <a:srgbClr val="246BCE"/>
                </a:solidFill>
                <a:latin typeface="Arial"/>
                <a:ea typeface="Arial"/>
                <a:cs typeface="Arial"/>
              </a:defRPr>
            </a:lvl2pPr>
            <a:lvl3pPr algn="l">
              <a:buNone/>
              <a:defRPr sz="1425" b="1">
                <a:solidFill>
                  <a:srgbClr val="246BCE"/>
                </a:solidFill>
                <a:latin typeface="Arial"/>
                <a:ea typeface="Arial"/>
                <a:cs typeface="Arial"/>
              </a:defRPr>
            </a:lvl3pPr>
            <a:lvl4pPr algn="l">
              <a:buNone/>
              <a:defRPr sz="1425" b="1">
                <a:solidFill>
                  <a:srgbClr val="246BCE"/>
                </a:solidFill>
                <a:latin typeface="Arial"/>
                <a:ea typeface="Arial"/>
                <a:cs typeface="Arial"/>
              </a:defRPr>
            </a:lvl4pPr>
            <a:lvl5pPr algn="l">
              <a:buNone/>
              <a:defRPr sz="1425" b="1">
                <a:solidFill>
                  <a:srgbClr val="246BCE"/>
                </a:solidFill>
                <a:latin typeface="Arial"/>
                <a:ea typeface="Arial"/>
                <a:cs typeface="Arial"/>
              </a:defRPr>
            </a:lvl5pPr>
            <a:lvl6pPr algn="l">
              <a:buNone/>
              <a:defRPr sz="1425" b="1">
                <a:solidFill>
                  <a:srgbClr val="246BCE"/>
                </a:solidFill>
                <a:latin typeface="Arial"/>
                <a:ea typeface="Arial"/>
                <a:cs typeface="Arial"/>
              </a:defRPr>
            </a:lvl6pPr>
            <a:lvl7pPr algn="l">
              <a:buNone/>
              <a:defRPr sz="1425" b="1">
                <a:solidFill>
                  <a:srgbClr val="246BCE"/>
                </a:solidFill>
                <a:latin typeface="Arial"/>
                <a:ea typeface="Arial"/>
                <a:cs typeface="Arial"/>
              </a:defRPr>
            </a:lvl7pPr>
            <a:lvl8pPr algn="l">
              <a:buNone/>
              <a:defRPr sz="1425" b="1">
                <a:solidFill>
                  <a:srgbClr val="246BCE"/>
                </a:solidFill>
                <a:latin typeface="Arial"/>
                <a:ea typeface="Arial"/>
                <a:cs typeface="Arial"/>
              </a:defRPr>
            </a:lvl8pPr>
            <a:lvl9pPr algn="l">
              <a:buNone/>
              <a:defRPr sz="1425" b="1">
                <a:solidFill>
                  <a:srgbClr val="246BCE"/>
                </a:solidFill>
                <a:latin typeface="Arial"/>
                <a:ea typeface="Arial"/>
                <a:cs typeface="Arial"/>
              </a:defRPr>
            </a:lvl9pPr>
          </a:lstStyle>
          <a:p xmlns:a="http://schemas.openxmlformats.org/drawingml/2006/main">
            <a:pPr algn="l">
              <a:buNone/>
              <a:defRPr sz="1425" b="1">
                <a:solidFill>
                  <a:srgbClr val="246BCE"/>
                </a:solidFill>
                <a:latin typeface="Arial"/>
                <a:ea typeface="Arial"/>
                <a:cs typeface="Arial"/>
              </a:defRPr>
            </a:pPr>
            <a:r>
              <a:rPr sz="1425" b="1">
                <a:solidFill>
                  <a:srgbClr val="246BCE"/>
                </a:solidFill>
                <a:latin typeface="Arial"/>
                <a:ea typeface="Arial"/>
                <a:cs typeface="Arial"/>
              </a:rPr>
              <a:t>CHO AI</a:t>
            </a:r>
          </a:p>
        </p:txBody>
      </p:sp>
      <p:sp>
        <p:nvSpPr>
          <p:cNvPr id="9" name="diagram-55">
            <a:extLst xmlns:a="http://schemas.openxmlformats.org/drawingml/2006/main">
              <a:ext uri="{FF2B5EF4-FFF2-40B4-BE49-F238E27FC236}">
                <a16:creationId xmlns:a16="http://schemas.microsoft.com/office/drawing/2014/main" id="{0EA257C4-BE57-4B0B-BF7B-6F2BEFC5C6FA}"/>
              </a:ext>
            </a:extLst>
          </p:cNvPr>
          <p:cNvSpPr>
            <a:spLocks xmlns:a="http://schemas.openxmlformats.org/drawingml/2006/main" noGrp="1"/>
          </p:cNvSpPr>
          <p:nvPr/>
        </p:nvSpPr>
        <p:spPr>
          <a:xfrm xmlns:a="http://schemas.openxmlformats.org/drawingml/2006/main">
            <a:off x="666750" y="4429125"/>
            <a:ext cx="3476625"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00" b="0">
                <a:solidFill>
                  <a:srgbClr val="102A43"/>
                </a:solidFill>
                <a:latin typeface="Arial"/>
                <a:ea typeface="Arial"/>
                <a:cs typeface="Arial"/>
              </a:defRPr>
            </a:defPPr>
            <a:lvl1pPr algn="l">
              <a:buNone/>
              <a:defRPr sz="2100" b="0">
                <a:solidFill>
                  <a:srgbClr val="102A43"/>
                </a:solidFill>
                <a:latin typeface="Arial"/>
                <a:ea typeface="Arial"/>
                <a:cs typeface="Arial"/>
              </a:defRPr>
            </a:lvl1pPr>
            <a:lvl2pPr algn="l">
              <a:buNone/>
              <a:defRPr sz="2100" b="0">
                <a:solidFill>
                  <a:srgbClr val="102A43"/>
                </a:solidFill>
                <a:latin typeface="Arial"/>
                <a:ea typeface="Arial"/>
                <a:cs typeface="Arial"/>
              </a:defRPr>
            </a:lvl2pPr>
            <a:lvl3pPr algn="l">
              <a:buNone/>
              <a:defRPr sz="2100" b="0">
                <a:solidFill>
                  <a:srgbClr val="102A43"/>
                </a:solidFill>
                <a:latin typeface="Arial"/>
                <a:ea typeface="Arial"/>
                <a:cs typeface="Arial"/>
              </a:defRPr>
            </a:lvl3pPr>
            <a:lvl4pPr algn="l">
              <a:buNone/>
              <a:defRPr sz="2100" b="0">
                <a:solidFill>
                  <a:srgbClr val="102A43"/>
                </a:solidFill>
                <a:latin typeface="Arial"/>
                <a:ea typeface="Arial"/>
                <a:cs typeface="Arial"/>
              </a:defRPr>
            </a:lvl4pPr>
            <a:lvl5pPr algn="l">
              <a:buNone/>
              <a:defRPr sz="2100" b="0">
                <a:solidFill>
                  <a:srgbClr val="102A43"/>
                </a:solidFill>
                <a:latin typeface="Arial"/>
                <a:ea typeface="Arial"/>
                <a:cs typeface="Arial"/>
              </a:defRPr>
            </a:lvl5pPr>
            <a:lvl6pPr algn="l">
              <a:buNone/>
              <a:defRPr sz="2100" b="0">
                <a:solidFill>
                  <a:srgbClr val="102A43"/>
                </a:solidFill>
                <a:latin typeface="Arial"/>
                <a:ea typeface="Arial"/>
                <a:cs typeface="Arial"/>
              </a:defRPr>
            </a:lvl6pPr>
            <a:lvl7pPr algn="l">
              <a:buNone/>
              <a:defRPr sz="2100" b="0">
                <a:solidFill>
                  <a:srgbClr val="102A43"/>
                </a:solidFill>
                <a:latin typeface="Arial"/>
                <a:ea typeface="Arial"/>
                <a:cs typeface="Arial"/>
              </a:defRPr>
            </a:lvl7pPr>
            <a:lvl8pPr algn="l">
              <a:buNone/>
              <a:defRPr sz="2100" b="0">
                <a:solidFill>
                  <a:srgbClr val="102A43"/>
                </a:solidFill>
                <a:latin typeface="Arial"/>
                <a:ea typeface="Arial"/>
                <a:cs typeface="Arial"/>
              </a:defRPr>
            </a:lvl8pPr>
            <a:lvl9pPr algn="l">
              <a:buNone/>
              <a:defRPr sz="2100" b="0">
                <a:solidFill>
                  <a:srgbClr val="102A43"/>
                </a:solidFill>
                <a:latin typeface="Arial"/>
                <a:ea typeface="Arial"/>
                <a:cs typeface="Arial"/>
              </a:defRPr>
            </a:lvl9pPr>
          </a:lstStyle>
          <a:p xmlns:a="http://schemas.openxmlformats.org/drawingml/2006/main">
            <a:pPr algn="l">
              <a:buNone/>
              <a:defRPr sz="2100" b="0">
                <a:solidFill>
                  <a:srgbClr val="102A43"/>
                </a:solidFill>
                <a:latin typeface="Arial"/>
                <a:ea typeface="Arial"/>
                <a:cs typeface="Arial"/>
              </a:defRPr>
            </a:pPr>
            <a:r>
              <a:rPr sz="2100" b="0">
                <a:solidFill>
                  <a:srgbClr val="102A43"/>
                </a:solidFill>
                <a:latin typeface="Arial"/>
                <a:ea typeface="Arial"/>
                <a:cs typeface="Arial"/>
              </a:rPr>
              <a:t>Người khám ngoại trú</a:t>
            </a:r>
          </a:p>
          <a:p xmlns:a="http://schemas.openxmlformats.org/drawingml/2006/main">
            <a:pPr algn="l">
              <a:buNone/>
              <a:defRPr sz="2100" b="0">
                <a:solidFill>
                  <a:srgbClr val="102A43"/>
                </a:solidFill>
                <a:latin typeface="Arial"/>
                <a:ea typeface="Arial"/>
                <a:cs typeface="Arial"/>
              </a:defRPr>
            </a:pPr>
            <a:r>
              <a:rPr sz="2100" b="0">
                <a:solidFill>
                  <a:srgbClr val="102A43"/>
                </a:solidFill>
                <a:latin typeface="Arial"/>
                <a:ea typeface="Arial"/>
                <a:cs typeface="Arial"/>
              </a:rPr>
              <a:t>qua nhiều điểm dịch vụ</a:t>
            </a:r>
          </a:p>
        </p:txBody>
      </p:sp>
      <p:sp>
        <p:nvSpPr>
          <p:cNvPr id="10" name="diagram-56">
            <a:extLst xmlns:a="http://schemas.openxmlformats.org/drawingml/2006/main">
              <a:ext uri="{FF2B5EF4-FFF2-40B4-BE49-F238E27FC236}">
                <a16:creationId xmlns:a16="http://schemas.microsoft.com/office/drawing/2014/main" id="{CA9E3056-5D17-44C1-87B9-B8E267E01E66}"/>
              </a:ext>
            </a:extLst>
          </p:cNvPr>
          <p:cNvSpPr>
            <a:spLocks xmlns:a="http://schemas.openxmlformats.org/drawingml/2006/main" noGrp="1"/>
          </p:cNvSpPr>
          <p:nvPr/>
        </p:nvSpPr>
        <p:spPr>
          <a:xfrm xmlns:a="http://schemas.openxmlformats.org/drawingml/2006/main">
            <a:off x="4667250" y="3943350"/>
            <a:ext cx="28575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425" b="1">
                <a:solidFill>
                  <a:srgbClr val="246BCE"/>
                </a:solidFill>
                <a:latin typeface="Arial"/>
                <a:ea typeface="Arial"/>
                <a:cs typeface="Arial"/>
              </a:defRPr>
            </a:defPPr>
            <a:lvl1pPr algn="l">
              <a:buNone/>
              <a:defRPr sz="1425" b="1">
                <a:solidFill>
                  <a:srgbClr val="246BCE"/>
                </a:solidFill>
                <a:latin typeface="Arial"/>
                <a:ea typeface="Arial"/>
                <a:cs typeface="Arial"/>
              </a:defRPr>
            </a:lvl1pPr>
            <a:lvl2pPr algn="l">
              <a:buNone/>
              <a:defRPr sz="1425" b="1">
                <a:solidFill>
                  <a:srgbClr val="246BCE"/>
                </a:solidFill>
                <a:latin typeface="Arial"/>
                <a:ea typeface="Arial"/>
                <a:cs typeface="Arial"/>
              </a:defRPr>
            </a:lvl2pPr>
            <a:lvl3pPr algn="l">
              <a:buNone/>
              <a:defRPr sz="1425" b="1">
                <a:solidFill>
                  <a:srgbClr val="246BCE"/>
                </a:solidFill>
                <a:latin typeface="Arial"/>
                <a:ea typeface="Arial"/>
                <a:cs typeface="Arial"/>
              </a:defRPr>
            </a:lvl3pPr>
            <a:lvl4pPr algn="l">
              <a:buNone/>
              <a:defRPr sz="1425" b="1">
                <a:solidFill>
                  <a:srgbClr val="246BCE"/>
                </a:solidFill>
                <a:latin typeface="Arial"/>
                <a:ea typeface="Arial"/>
                <a:cs typeface="Arial"/>
              </a:defRPr>
            </a:lvl4pPr>
            <a:lvl5pPr algn="l">
              <a:buNone/>
              <a:defRPr sz="1425" b="1">
                <a:solidFill>
                  <a:srgbClr val="246BCE"/>
                </a:solidFill>
                <a:latin typeface="Arial"/>
                <a:ea typeface="Arial"/>
                <a:cs typeface="Arial"/>
              </a:defRPr>
            </a:lvl5pPr>
            <a:lvl6pPr algn="l">
              <a:buNone/>
              <a:defRPr sz="1425" b="1">
                <a:solidFill>
                  <a:srgbClr val="246BCE"/>
                </a:solidFill>
                <a:latin typeface="Arial"/>
                <a:ea typeface="Arial"/>
                <a:cs typeface="Arial"/>
              </a:defRPr>
            </a:lvl6pPr>
            <a:lvl7pPr algn="l">
              <a:buNone/>
              <a:defRPr sz="1425" b="1">
                <a:solidFill>
                  <a:srgbClr val="246BCE"/>
                </a:solidFill>
                <a:latin typeface="Arial"/>
                <a:ea typeface="Arial"/>
                <a:cs typeface="Arial"/>
              </a:defRPr>
            </a:lvl7pPr>
            <a:lvl8pPr algn="l">
              <a:buNone/>
              <a:defRPr sz="1425" b="1">
                <a:solidFill>
                  <a:srgbClr val="246BCE"/>
                </a:solidFill>
                <a:latin typeface="Arial"/>
                <a:ea typeface="Arial"/>
                <a:cs typeface="Arial"/>
              </a:defRPr>
            </a:lvl8pPr>
            <a:lvl9pPr algn="l">
              <a:buNone/>
              <a:defRPr sz="1425" b="1">
                <a:solidFill>
                  <a:srgbClr val="246BCE"/>
                </a:solidFill>
                <a:latin typeface="Arial"/>
                <a:ea typeface="Arial"/>
                <a:cs typeface="Arial"/>
              </a:defRPr>
            </a:lvl9pPr>
          </a:lstStyle>
          <a:p xmlns:a="http://schemas.openxmlformats.org/drawingml/2006/main">
            <a:pPr algn="l">
              <a:buNone/>
              <a:defRPr sz="1425" b="1">
                <a:solidFill>
                  <a:srgbClr val="246BCE"/>
                </a:solidFill>
                <a:latin typeface="Arial"/>
                <a:ea typeface="Arial"/>
                <a:cs typeface="Arial"/>
              </a:defRPr>
            </a:pPr>
            <a:r>
              <a:rPr sz="1425" b="1">
                <a:solidFill>
                  <a:srgbClr val="246BCE"/>
                </a:solidFill>
                <a:latin typeface="Arial"/>
                <a:ea typeface="Arial"/>
                <a:cs typeface="Arial"/>
              </a:rPr>
              <a:t>VẤN ĐỀ</a:t>
            </a:r>
          </a:p>
        </p:txBody>
      </p:sp>
      <p:sp>
        <p:nvSpPr>
          <p:cNvPr id="11" name="diagram-57">
            <a:extLst xmlns:a="http://schemas.openxmlformats.org/drawingml/2006/main">
              <a:ext uri="{FF2B5EF4-FFF2-40B4-BE49-F238E27FC236}">
                <a16:creationId xmlns:a16="http://schemas.microsoft.com/office/drawing/2014/main" id="{1E4FCE50-90A4-483C-9E54-A585DD23DC8A}"/>
              </a:ext>
            </a:extLst>
          </p:cNvPr>
          <p:cNvSpPr>
            <a:spLocks xmlns:a="http://schemas.openxmlformats.org/drawingml/2006/main" noGrp="1"/>
          </p:cNvSpPr>
          <p:nvPr/>
        </p:nvSpPr>
        <p:spPr>
          <a:xfrm xmlns:a="http://schemas.openxmlformats.org/drawingml/2006/main">
            <a:off x="4667250" y="4429125"/>
            <a:ext cx="32385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00" b="0">
                <a:solidFill>
                  <a:srgbClr val="102A43"/>
                </a:solidFill>
                <a:latin typeface="Arial"/>
                <a:ea typeface="Arial"/>
                <a:cs typeface="Arial"/>
              </a:defRPr>
            </a:defPPr>
            <a:lvl1pPr algn="l">
              <a:buNone/>
              <a:defRPr sz="2100" b="0">
                <a:solidFill>
                  <a:srgbClr val="102A43"/>
                </a:solidFill>
                <a:latin typeface="Arial"/>
                <a:ea typeface="Arial"/>
                <a:cs typeface="Arial"/>
              </a:defRPr>
            </a:lvl1pPr>
            <a:lvl2pPr algn="l">
              <a:buNone/>
              <a:defRPr sz="2100" b="0">
                <a:solidFill>
                  <a:srgbClr val="102A43"/>
                </a:solidFill>
                <a:latin typeface="Arial"/>
                <a:ea typeface="Arial"/>
                <a:cs typeface="Arial"/>
              </a:defRPr>
            </a:lvl2pPr>
            <a:lvl3pPr algn="l">
              <a:buNone/>
              <a:defRPr sz="2100" b="0">
                <a:solidFill>
                  <a:srgbClr val="102A43"/>
                </a:solidFill>
                <a:latin typeface="Arial"/>
                <a:ea typeface="Arial"/>
                <a:cs typeface="Arial"/>
              </a:defRPr>
            </a:lvl3pPr>
            <a:lvl4pPr algn="l">
              <a:buNone/>
              <a:defRPr sz="2100" b="0">
                <a:solidFill>
                  <a:srgbClr val="102A43"/>
                </a:solidFill>
                <a:latin typeface="Arial"/>
                <a:ea typeface="Arial"/>
                <a:cs typeface="Arial"/>
              </a:defRPr>
            </a:lvl4pPr>
            <a:lvl5pPr algn="l">
              <a:buNone/>
              <a:defRPr sz="2100" b="0">
                <a:solidFill>
                  <a:srgbClr val="102A43"/>
                </a:solidFill>
                <a:latin typeface="Arial"/>
                <a:ea typeface="Arial"/>
                <a:cs typeface="Arial"/>
              </a:defRPr>
            </a:lvl5pPr>
            <a:lvl6pPr algn="l">
              <a:buNone/>
              <a:defRPr sz="2100" b="0">
                <a:solidFill>
                  <a:srgbClr val="102A43"/>
                </a:solidFill>
                <a:latin typeface="Arial"/>
                <a:ea typeface="Arial"/>
                <a:cs typeface="Arial"/>
              </a:defRPr>
            </a:lvl6pPr>
            <a:lvl7pPr algn="l">
              <a:buNone/>
              <a:defRPr sz="2100" b="0">
                <a:solidFill>
                  <a:srgbClr val="102A43"/>
                </a:solidFill>
                <a:latin typeface="Arial"/>
                <a:ea typeface="Arial"/>
                <a:cs typeface="Arial"/>
              </a:defRPr>
            </a:lvl7pPr>
            <a:lvl8pPr algn="l">
              <a:buNone/>
              <a:defRPr sz="2100" b="0">
                <a:solidFill>
                  <a:srgbClr val="102A43"/>
                </a:solidFill>
                <a:latin typeface="Arial"/>
                <a:ea typeface="Arial"/>
                <a:cs typeface="Arial"/>
              </a:defRPr>
            </a:lvl8pPr>
            <a:lvl9pPr algn="l">
              <a:buNone/>
              <a:defRPr sz="2100" b="0">
                <a:solidFill>
                  <a:srgbClr val="102A43"/>
                </a:solidFill>
                <a:latin typeface="Arial"/>
                <a:ea typeface="Arial"/>
                <a:cs typeface="Arial"/>
              </a:defRPr>
            </a:lvl9pPr>
          </a:lstStyle>
          <a:p xmlns:a="http://schemas.openxmlformats.org/drawingml/2006/main">
            <a:pPr algn="l">
              <a:buNone/>
              <a:defRPr sz="2100" b="0">
                <a:solidFill>
                  <a:srgbClr val="102A43"/>
                </a:solidFill>
                <a:latin typeface="Arial"/>
                <a:ea typeface="Arial"/>
                <a:cs typeface="Arial"/>
              </a:defRPr>
            </a:pPr>
            <a:r>
              <a:rPr sz="2100" b="0">
                <a:solidFill>
                  <a:srgbClr val="102A43"/>
                </a:solidFill>
                <a:latin typeface="Arial"/>
                <a:ea typeface="Arial"/>
                <a:cs typeface="Arial"/>
              </a:rPr>
              <a:t>Thông tin chuyển bước</a:t>
            </a:r>
          </a:p>
          <a:p xmlns:a="http://schemas.openxmlformats.org/drawingml/2006/main">
            <a:pPr algn="l">
              <a:buNone/>
              <a:defRPr sz="2100" b="0">
                <a:solidFill>
                  <a:srgbClr val="102A43"/>
                </a:solidFill>
                <a:latin typeface="Arial"/>
                <a:ea typeface="Arial"/>
                <a:cs typeface="Arial"/>
              </a:defRPr>
            </a:pPr>
            <a:r>
              <a:rPr sz="2100" b="0">
                <a:solidFill>
                  <a:srgbClr val="102A43"/>
                </a:solidFill>
                <a:latin typeface="Arial"/>
                <a:ea typeface="Arial"/>
                <a:cs typeface="Arial"/>
              </a:rPr>
              <a:t>chưa liền mạch</a:t>
            </a:r>
          </a:p>
        </p:txBody>
      </p:sp>
      <p:sp>
        <p:nvSpPr>
          <p:cNvPr id="12" name="diagram-58">
            <a:extLst xmlns:a="http://schemas.openxmlformats.org/drawingml/2006/main">
              <a:ext uri="{FF2B5EF4-FFF2-40B4-BE49-F238E27FC236}">
                <a16:creationId xmlns:a16="http://schemas.microsoft.com/office/drawing/2014/main" id="{D2A80C2F-C1E8-4273-A4E8-642A635813A8}"/>
              </a:ext>
            </a:extLst>
          </p:cNvPr>
          <p:cNvSpPr>
            <a:spLocks xmlns:a="http://schemas.openxmlformats.org/drawingml/2006/main" noGrp="1"/>
          </p:cNvSpPr>
          <p:nvPr/>
        </p:nvSpPr>
        <p:spPr>
          <a:xfrm xmlns:a="http://schemas.openxmlformats.org/drawingml/2006/main">
            <a:off x="8572500" y="3943350"/>
            <a:ext cx="28575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425" b="1">
                <a:solidFill>
                  <a:srgbClr val="246BCE"/>
                </a:solidFill>
                <a:latin typeface="Arial"/>
                <a:ea typeface="Arial"/>
                <a:cs typeface="Arial"/>
              </a:defRPr>
            </a:defPPr>
            <a:lvl1pPr algn="l">
              <a:buNone/>
              <a:defRPr sz="1425" b="1">
                <a:solidFill>
                  <a:srgbClr val="246BCE"/>
                </a:solidFill>
                <a:latin typeface="Arial"/>
                <a:ea typeface="Arial"/>
                <a:cs typeface="Arial"/>
              </a:defRPr>
            </a:lvl1pPr>
            <a:lvl2pPr algn="l">
              <a:buNone/>
              <a:defRPr sz="1425" b="1">
                <a:solidFill>
                  <a:srgbClr val="246BCE"/>
                </a:solidFill>
                <a:latin typeface="Arial"/>
                <a:ea typeface="Arial"/>
                <a:cs typeface="Arial"/>
              </a:defRPr>
            </a:lvl2pPr>
            <a:lvl3pPr algn="l">
              <a:buNone/>
              <a:defRPr sz="1425" b="1">
                <a:solidFill>
                  <a:srgbClr val="246BCE"/>
                </a:solidFill>
                <a:latin typeface="Arial"/>
                <a:ea typeface="Arial"/>
                <a:cs typeface="Arial"/>
              </a:defRPr>
            </a:lvl3pPr>
            <a:lvl4pPr algn="l">
              <a:buNone/>
              <a:defRPr sz="1425" b="1">
                <a:solidFill>
                  <a:srgbClr val="246BCE"/>
                </a:solidFill>
                <a:latin typeface="Arial"/>
                <a:ea typeface="Arial"/>
                <a:cs typeface="Arial"/>
              </a:defRPr>
            </a:lvl4pPr>
            <a:lvl5pPr algn="l">
              <a:buNone/>
              <a:defRPr sz="1425" b="1">
                <a:solidFill>
                  <a:srgbClr val="246BCE"/>
                </a:solidFill>
                <a:latin typeface="Arial"/>
                <a:ea typeface="Arial"/>
                <a:cs typeface="Arial"/>
              </a:defRPr>
            </a:lvl5pPr>
            <a:lvl6pPr algn="l">
              <a:buNone/>
              <a:defRPr sz="1425" b="1">
                <a:solidFill>
                  <a:srgbClr val="246BCE"/>
                </a:solidFill>
                <a:latin typeface="Arial"/>
                <a:ea typeface="Arial"/>
                <a:cs typeface="Arial"/>
              </a:defRPr>
            </a:lvl6pPr>
            <a:lvl7pPr algn="l">
              <a:buNone/>
              <a:defRPr sz="1425" b="1">
                <a:solidFill>
                  <a:srgbClr val="246BCE"/>
                </a:solidFill>
                <a:latin typeface="Arial"/>
                <a:ea typeface="Arial"/>
                <a:cs typeface="Arial"/>
              </a:defRPr>
            </a:lvl7pPr>
            <a:lvl8pPr algn="l">
              <a:buNone/>
              <a:defRPr sz="1425" b="1">
                <a:solidFill>
                  <a:srgbClr val="246BCE"/>
                </a:solidFill>
                <a:latin typeface="Arial"/>
                <a:ea typeface="Arial"/>
                <a:cs typeface="Arial"/>
              </a:defRPr>
            </a:lvl8pPr>
            <a:lvl9pPr algn="l">
              <a:buNone/>
              <a:defRPr sz="1425" b="1">
                <a:solidFill>
                  <a:srgbClr val="246BCE"/>
                </a:solidFill>
                <a:latin typeface="Arial"/>
                <a:ea typeface="Arial"/>
                <a:cs typeface="Arial"/>
              </a:defRPr>
            </a:lvl9pPr>
          </a:lstStyle>
          <a:p xmlns:a="http://schemas.openxmlformats.org/drawingml/2006/main">
            <a:pPr algn="l">
              <a:buNone/>
              <a:defRPr sz="1425" b="1">
                <a:solidFill>
                  <a:srgbClr val="246BCE"/>
                </a:solidFill>
                <a:latin typeface="Arial"/>
                <a:ea typeface="Arial"/>
                <a:cs typeface="Arial"/>
              </a:defRPr>
            </a:pPr>
            <a:r>
              <a:rPr sz="1425" b="1">
                <a:solidFill>
                  <a:srgbClr val="246BCE"/>
                </a:solidFill>
                <a:latin typeface="Arial"/>
                <a:ea typeface="Arial"/>
                <a:cs typeface="Arial"/>
              </a:rPr>
              <a:t>MONG MUỐN</a:t>
            </a:r>
          </a:p>
        </p:txBody>
      </p:sp>
      <p:sp>
        <p:nvSpPr>
          <p:cNvPr id="13" name="diagram-59">
            <a:extLst xmlns:a="http://schemas.openxmlformats.org/drawingml/2006/main">
              <a:ext uri="{FF2B5EF4-FFF2-40B4-BE49-F238E27FC236}">
                <a16:creationId xmlns:a16="http://schemas.microsoft.com/office/drawing/2014/main" id="{12C9CCD1-0B38-418F-A130-9B238A510E95}"/>
              </a:ext>
            </a:extLst>
          </p:cNvPr>
          <p:cNvSpPr>
            <a:spLocks xmlns:a="http://schemas.openxmlformats.org/drawingml/2006/main" noGrp="1"/>
          </p:cNvSpPr>
          <p:nvPr/>
        </p:nvSpPr>
        <p:spPr>
          <a:xfrm xmlns:a="http://schemas.openxmlformats.org/drawingml/2006/main">
            <a:off x="8572500" y="4429125"/>
            <a:ext cx="30480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00" b="0">
                <a:solidFill>
                  <a:srgbClr val="102A43"/>
                </a:solidFill>
                <a:latin typeface="Arial"/>
                <a:ea typeface="Arial"/>
                <a:cs typeface="Arial"/>
              </a:defRPr>
            </a:defPPr>
            <a:lvl1pPr algn="l">
              <a:buNone/>
              <a:defRPr sz="2100" b="0">
                <a:solidFill>
                  <a:srgbClr val="102A43"/>
                </a:solidFill>
                <a:latin typeface="Arial"/>
                <a:ea typeface="Arial"/>
                <a:cs typeface="Arial"/>
              </a:defRPr>
            </a:lvl1pPr>
            <a:lvl2pPr algn="l">
              <a:buNone/>
              <a:defRPr sz="2100" b="0">
                <a:solidFill>
                  <a:srgbClr val="102A43"/>
                </a:solidFill>
                <a:latin typeface="Arial"/>
                <a:ea typeface="Arial"/>
                <a:cs typeface="Arial"/>
              </a:defRPr>
            </a:lvl2pPr>
            <a:lvl3pPr algn="l">
              <a:buNone/>
              <a:defRPr sz="2100" b="0">
                <a:solidFill>
                  <a:srgbClr val="102A43"/>
                </a:solidFill>
                <a:latin typeface="Arial"/>
                <a:ea typeface="Arial"/>
                <a:cs typeface="Arial"/>
              </a:defRPr>
            </a:lvl3pPr>
            <a:lvl4pPr algn="l">
              <a:buNone/>
              <a:defRPr sz="2100" b="0">
                <a:solidFill>
                  <a:srgbClr val="102A43"/>
                </a:solidFill>
                <a:latin typeface="Arial"/>
                <a:ea typeface="Arial"/>
                <a:cs typeface="Arial"/>
              </a:defRPr>
            </a:lvl4pPr>
            <a:lvl5pPr algn="l">
              <a:buNone/>
              <a:defRPr sz="2100" b="0">
                <a:solidFill>
                  <a:srgbClr val="102A43"/>
                </a:solidFill>
                <a:latin typeface="Arial"/>
                <a:ea typeface="Arial"/>
                <a:cs typeface="Arial"/>
              </a:defRPr>
            </a:lvl5pPr>
            <a:lvl6pPr algn="l">
              <a:buNone/>
              <a:defRPr sz="2100" b="0">
                <a:solidFill>
                  <a:srgbClr val="102A43"/>
                </a:solidFill>
                <a:latin typeface="Arial"/>
                <a:ea typeface="Arial"/>
                <a:cs typeface="Arial"/>
              </a:defRPr>
            </a:lvl6pPr>
            <a:lvl7pPr algn="l">
              <a:buNone/>
              <a:defRPr sz="2100" b="0">
                <a:solidFill>
                  <a:srgbClr val="102A43"/>
                </a:solidFill>
                <a:latin typeface="Arial"/>
                <a:ea typeface="Arial"/>
                <a:cs typeface="Arial"/>
              </a:defRPr>
            </a:lvl7pPr>
            <a:lvl8pPr algn="l">
              <a:buNone/>
              <a:defRPr sz="2100" b="0">
                <a:solidFill>
                  <a:srgbClr val="102A43"/>
                </a:solidFill>
                <a:latin typeface="Arial"/>
                <a:ea typeface="Arial"/>
                <a:cs typeface="Arial"/>
              </a:defRPr>
            </a:lvl8pPr>
            <a:lvl9pPr algn="l">
              <a:buNone/>
              <a:defRPr sz="2100" b="0">
                <a:solidFill>
                  <a:srgbClr val="102A43"/>
                </a:solidFill>
                <a:latin typeface="Arial"/>
                <a:ea typeface="Arial"/>
                <a:cs typeface="Arial"/>
              </a:defRPr>
            </a:lvl9pPr>
          </a:lstStyle>
          <a:p xmlns:a="http://schemas.openxmlformats.org/drawingml/2006/main">
            <a:pPr algn="l">
              <a:buNone/>
              <a:defRPr sz="2100" b="0">
                <a:solidFill>
                  <a:srgbClr val="102A43"/>
                </a:solidFill>
                <a:latin typeface="Arial"/>
                <a:ea typeface="Arial"/>
                <a:cs typeface="Arial"/>
              </a:defRPr>
            </a:pPr>
            <a:r>
              <a:rPr sz="2100" b="0">
                <a:solidFill>
                  <a:srgbClr val="102A43"/>
                </a:solidFill>
                <a:latin typeface="Arial"/>
                <a:ea typeface="Arial"/>
                <a:cs typeface="Arial"/>
              </a:rPr>
              <a:t>Giảm hỏi lại, chờ và</a:t>
            </a:r>
          </a:p>
          <a:p xmlns:a="http://schemas.openxmlformats.org/drawingml/2006/main">
            <a:pPr algn="l">
              <a:buNone/>
              <a:defRPr sz="2100" b="0">
                <a:solidFill>
                  <a:srgbClr val="102A43"/>
                </a:solidFill>
                <a:latin typeface="Arial"/>
                <a:ea typeface="Arial"/>
                <a:cs typeface="Arial"/>
              </a:defRPr>
            </a:pPr>
            <a:r>
              <a:rPr sz="2100" b="0">
                <a:solidFill>
                  <a:srgbClr val="102A43"/>
                </a:solidFill>
                <a:latin typeface="Arial"/>
                <a:ea typeface="Arial"/>
                <a:cs typeface="Arial"/>
              </a:rPr>
              <a:t>di chuyển không cần thiết</a:t>
            </a:r>
          </a:p>
        </p:txBody>
      </p:sp>
      <p:sp>
        <p:nvSpPr>
          <p:cNvPr id="14" name="diagram-60">
            <a:extLst xmlns:a="http://schemas.openxmlformats.org/drawingml/2006/main">
              <a:ext uri="{FF2B5EF4-FFF2-40B4-BE49-F238E27FC236}">
                <a16:creationId xmlns:a16="http://schemas.microsoft.com/office/drawing/2014/main" id="{B9DDFC0E-16AC-4A29-9360-4B28B8FA9519}"/>
              </a:ext>
            </a:extLst>
          </p:cNvPr>
          <p:cNvSpPr>
            <a:spLocks xmlns:a="http://schemas.openxmlformats.org/drawingml/2006/main" noGrp="1"/>
          </p:cNvSpPr>
          <p:nvPr/>
        </p:nvSpPr>
        <p:spPr>
          <a:xfrm xmlns:a="http://schemas.openxmlformats.org/drawingml/2006/main">
            <a:off x="571500" y="6324600"/>
            <a:ext cx="990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125" b="0">
                <a:solidFill>
                  <a:srgbClr val="526773"/>
                </a:solidFill>
                <a:latin typeface="Arial"/>
                <a:ea typeface="Arial"/>
                <a:cs typeface="Arial"/>
              </a:defRPr>
            </a:defPPr>
            <a:lvl1pPr algn="l">
              <a:buNone/>
              <a:defRPr sz="1125" b="0">
                <a:solidFill>
                  <a:srgbClr val="526773"/>
                </a:solidFill>
                <a:latin typeface="Arial"/>
                <a:ea typeface="Arial"/>
                <a:cs typeface="Arial"/>
              </a:defRPr>
            </a:lvl1pPr>
            <a:lvl2pPr algn="l">
              <a:buNone/>
              <a:defRPr sz="1125" b="0">
                <a:solidFill>
                  <a:srgbClr val="526773"/>
                </a:solidFill>
                <a:latin typeface="Arial"/>
                <a:ea typeface="Arial"/>
                <a:cs typeface="Arial"/>
              </a:defRPr>
            </a:lvl2pPr>
            <a:lvl3pPr algn="l">
              <a:buNone/>
              <a:defRPr sz="1125" b="0">
                <a:solidFill>
                  <a:srgbClr val="526773"/>
                </a:solidFill>
                <a:latin typeface="Arial"/>
                <a:ea typeface="Arial"/>
                <a:cs typeface="Arial"/>
              </a:defRPr>
            </a:lvl3pPr>
            <a:lvl4pPr algn="l">
              <a:buNone/>
              <a:defRPr sz="1125" b="0">
                <a:solidFill>
                  <a:srgbClr val="526773"/>
                </a:solidFill>
                <a:latin typeface="Arial"/>
                <a:ea typeface="Arial"/>
                <a:cs typeface="Arial"/>
              </a:defRPr>
            </a:lvl4pPr>
            <a:lvl5pPr algn="l">
              <a:buNone/>
              <a:defRPr sz="1125" b="0">
                <a:solidFill>
                  <a:srgbClr val="526773"/>
                </a:solidFill>
                <a:latin typeface="Arial"/>
                <a:ea typeface="Arial"/>
                <a:cs typeface="Arial"/>
              </a:defRPr>
            </a:lvl5pPr>
            <a:lvl6pPr algn="l">
              <a:buNone/>
              <a:defRPr sz="1125" b="0">
                <a:solidFill>
                  <a:srgbClr val="526773"/>
                </a:solidFill>
                <a:latin typeface="Arial"/>
                <a:ea typeface="Arial"/>
                <a:cs typeface="Arial"/>
              </a:defRPr>
            </a:lvl6pPr>
            <a:lvl7pPr algn="l">
              <a:buNone/>
              <a:defRPr sz="1125" b="0">
                <a:solidFill>
                  <a:srgbClr val="526773"/>
                </a:solidFill>
                <a:latin typeface="Arial"/>
                <a:ea typeface="Arial"/>
                <a:cs typeface="Arial"/>
              </a:defRPr>
            </a:lvl7pPr>
            <a:lvl8pPr algn="l">
              <a:buNone/>
              <a:defRPr sz="1125" b="0">
                <a:solidFill>
                  <a:srgbClr val="526773"/>
                </a:solidFill>
                <a:latin typeface="Arial"/>
                <a:ea typeface="Arial"/>
                <a:cs typeface="Arial"/>
              </a:defRPr>
            </a:lvl8pPr>
            <a:lvl9pPr algn="l">
              <a:buNone/>
              <a:defRPr sz="1125" b="0">
                <a:solidFill>
                  <a:srgbClr val="526773"/>
                </a:solidFill>
                <a:latin typeface="Arial"/>
                <a:ea typeface="Arial"/>
                <a:cs typeface="Arial"/>
              </a:defRPr>
            </a:lvl9pPr>
          </a:lstStyle>
          <a:p xmlns:a="http://schemas.openxmlformats.org/drawingml/2006/main">
            <a:pPr algn="l">
              <a:buNone/>
              <a:defRPr sz="1125" b="0">
                <a:solidFill>
                  <a:srgbClr val="526773"/>
                </a:solidFill>
                <a:latin typeface="Arial"/>
                <a:ea typeface="Arial"/>
                <a:cs typeface="Arial"/>
              </a:defRPr>
            </a:pPr>
            <a:r>
              <a:rPr sz="1125" b="0">
                <a:solidFill>
                  <a:srgbClr val="526773"/>
                </a:solidFill>
                <a:latin typeface="Arial"/>
                <a:ea typeface="Arial"/>
                <a:cs typeface="Arial"/>
              </a:rPr>
              <a:t>Giả thuyết thiết kế; cần kiểm chứng hiệu quả với người dùng.</a:t>
            </a:r>
          </a:p>
        </p:txBody>
      </p:sp>
      <p:sp>
        <p:nvSpPr>
          <p:cNvPr id="15" name="diagram-61">
            <a:extLst xmlns:a="http://schemas.openxmlformats.org/drawingml/2006/main">
              <a:ext uri="{FF2B5EF4-FFF2-40B4-BE49-F238E27FC236}">
                <a16:creationId xmlns:a16="http://schemas.microsoft.com/office/drawing/2014/main" id="{DD5DA6F9-FBC5-498A-9539-1DE34652AF55}"/>
              </a:ext>
            </a:extLst>
          </p:cNvPr>
          <p:cNvSpPr>
            <a:spLocks xmlns:a="http://schemas.openxmlformats.org/drawingml/2006/main" noGrp="1"/>
          </p:cNvSpPr>
          <p:nvPr/>
        </p:nvSpPr>
        <p:spPr>
          <a:xfrm xmlns:a="http://schemas.openxmlformats.org/drawingml/2006/main">
            <a:off x="11334750" y="6324600"/>
            <a:ext cx="381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1275" b="1">
                <a:solidFill>
                  <a:srgbClr val="246BCE"/>
                </a:solidFill>
                <a:latin typeface="Arial"/>
                <a:ea typeface="Arial"/>
                <a:cs typeface="Arial"/>
              </a:defRPr>
            </a:defPPr>
            <a:lvl1pPr algn="r">
              <a:buNone/>
              <a:defRPr sz="1275" b="1">
                <a:solidFill>
                  <a:srgbClr val="246BCE"/>
                </a:solidFill>
                <a:latin typeface="Arial"/>
                <a:ea typeface="Arial"/>
                <a:cs typeface="Arial"/>
              </a:defRPr>
            </a:lvl1pPr>
            <a:lvl2pPr algn="r">
              <a:buNone/>
              <a:defRPr sz="1275" b="1">
                <a:solidFill>
                  <a:srgbClr val="246BCE"/>
                </a:solidFill>
                <a:latin typeface="Arial"/>
                <a:ea typeface="Arial"/>
                <a:cs typeface="Arial"/>
              </a:defRPr>
            </a:lvl2pPr>
            <a:lvl3pPr algn="r">
              <a:buNone/>
              <a:defRPr sz="1275" b="1">
                <a:solidFill>
                  <a:srgbClr val="246BCE"/>
                </a:solidFill>
                <a:latin typeface="Arial"/>
                <a:ea typeface="Arial"/>
                <a:cs typeface="Arial"/>
              </a:defRPr>
            </a:lvl3pPr>
            <a:lvl4pPr algn="r">
              <a:buNone/>
              <a:defRPr sz="1275" b="1">
                <a:solidFill>
                  <a:srgbClr val="246BCE"/>
                </a:solidFill>
                <a:latin typeface="Arial"/>
                <a:ea typeface="Arial"/>
                <a:cs typeface="Arial"/>
              </a:defRPr>
            </a:lvl4pPr>
            <a:lvl5pPr algn="r">
              <a:buNone/>
              <a:defRPr sz="1275" b="1">
                <a:solidFill>
                  <a:srgbClr val="246BCE"/>
                </a:solidFill>
                <a:latin typeface="Arial"/>
                <a:ea typeface="Arial"/>
                <a:cs typeface="Arial"/>
              </a:defRPr>
            </a:lvl5pPr>
            <a:lvl6pPr algn="r">
              <a:buNone/>
              <a:defRPr sz="1275" b="1">
                <a:solidFill>
                  <a:srgbClr val="246BCE"/>
                </a:solidFill>
                <a:latin typeface="Arial"/>
                <a:ea typeface="Arial"/>
                <a:cs typeface="Arial"/>
              </a:defRPr>
            </a:lvl6pPr>
            <a:lvl7pPr algn="r">
              <a:buNone/>
              <a:defRPr sz="1275" b="1">
                <a:solidFill>
                  <a:srgbClr val="246BCE"/>
                </a:solidFill>
                <a:latin typeface="Arial"/>
                <a:ea typeface="Arial"/>
                <a:cs typeface="Arial"/>
              </a:defRPr>
            </a:lvl7pPr>
            <a:lvl8pPr algn="r">
              <a:buNone/>
              <a:defRPr sz="1275" b="1">
                <a:solidFill>
                  <a:srgbClr val="246BCE"/>
                </a:solidFill>
                <a:latin typeface="Arial"/>
                <a:ea typeface="Arial"/>
                <a:cs typeface="Arial"/>
              </a:defRPr>
            </a:lvl8pPr>
            <a:lvl9pPr algn="r">
              <a:buNone/>
              <a:defRPr sz="1275" b="1">
                <a:solidFill>
                  <a:srgbClr val="246BCE"/>
                </a:solidFill>
                <a:latin typeface="Arial"/>
                <a:ea typeface="Arial"/>
                <a:cs typeface="Arial"/>
              </a:defRPr>
            </a:lvl9pPr>
          </a:lstStyle>
          <a:p xmlns:a="http://schemas.openxmlformats.org/drawingml/2006/main">
            <a:pPr algn="r">
              <a:buNone/>
              <a:defRPr sz="1275" b="1">
                <a:solidFill>
                  <a:srgbClr val="246BCE"/>
                </a:solidFill>
                <a:latin typeface="Arial"/>
                <a:ea typeface="Arial"/>
                <a:cs typeface="Arial"/>
              </a:defRPr>
            </a:pPr>
            <a:r>
              <a:rPr sz="1275" b="1">
                <a:solidFill>
                  <a:srgbClr val="246BCE"/>
                </a:solidFill>
                <a:latin typeface="Arial"/>
                <a:ea typeface="Arial"/>
                <a:cs typeface="Arial"/>
              </a:rPr>
              <a:t>04</a:t>
            </a:r>
          </a:p>
        </p:txBody>
      </p:sp>
    </p:spTree>
    <p:extLst>
      <p:ext uri="{BB962C8B-B14F-4D97-AF65-F5344CB8AC3E}">
        <p14:creationId xmlns:p14="http://schemas.microsoft.com/office/powerpoint/2010/main" val="1247863641"/>
      </p:ext>
    </p:extLst>
  </p:cSld>
</p:sld>
</file>

<file path=ppt/slides/slide5.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20" name="diagram-62">
            <a:extLst xmlns:a="http://schemas.openxmlformats.org/drawingml/2006/main">
              <a:ext uri="{FF2B5EF4-FFF2-40B4-BE49-F238E27FC236}">
                <a16:creationId xmlns:a16="http://schemas.microsoft.com/office/drawing/2014/main" id="{8165653F-CC48-47F0-83BF-7F5036A2AD36}"/>
              </a:ext>
            </a:extLst>
          </p:cNvPr>
          <p:cNvSpPr>
            <a:spLocks xmlns:a="http://schemas.openxmlformats.org/drawingml/2006/main" noGrp="1"/>
          </p:cNvSpPr>
          <p:nvPr/>
        </p:nvSpPr>
        <p:spPr>
          <a:xfrm xmlns:a="http://schemas.openxmlformats.org/drawingml/2006/main">
            <a:off x="571500" y="4000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150" b="1">
                <a:solidFill>
                  <a:srgbClr val="102A43"/>
                </a:solidFill>
                <a:latin typeface="Arial"/>
                <a:ea typeface="Arial"/>
                <a:cs typeface="Arial"/>
              </a:defRPr>
            </a:defPPr>
            <a:lvl1pPr algn="l">
              <a:buNone/>
              <a:defRPr sz="3150" b="1">
                <a:solidFill>
                  <a:srgbClr val="102A43"/>
                </a:solidFill>
                <a:latin typeface="Arial"/>
                <a:ea typeface="Arial"/>
                <a:cs typeface="Arial"/>
              </a:defRPr>
            </a:lvl1pPr>
            <a:lvl2pPr algn="l">
              <a:buNone/>
              <a:defRPr sz="3150" b="1">
                <a:solidFill>
                  <a:srgbClr val="102A43"/>
                </a:solidFill>
                <a:latin typeface="Arial"/>
                <a:ea typeface="Arial"/>
                <a:cs typeface="Arial"/>
              </a:defRPr>
            </a:lvl2pPr>
            <a:lvl3pPr algn="l">
              <a:buNone/>
              <a:defRPr sz="3150" b="1">
                <a:solidFill>
                  <a:srgbClr val="102A43"/>
                </a:solidFill>
                <a:latin typeface="Arial"/>
                <a:ea typeface="Arial"/>
                <a:cs typeface="Arial"/>
              </a:defRPr>
            </a:lvl3pPr>
            <a:lvl4pPr algn="l">
              <a:buNone/>
              <a:defRPr sz="3150" b="1">
                <a:solidFill>
                  <a:srgbClr val="102A43"/>
                </a:solidFill>
                <a:latin typeface="Arial"/>
                <a:ea typeface="Arial"/>
                <a:cs typeface="Arial"/>
              </a:defRPr>
            </a:lvl4pPr>
            <a:lvl5pPr algn="l">
              <a:buNone/>
              <a:defRPr sz="3150" b="1">
                <a:solidFill>
                  <a:srgbClr val="102A43"/>
                </a:solidFill>
                <a:latin typeface="Arial"/>
                <a:ea typeface="Arial"/>
                <a:cs typeface="Arial"/>
              </a:defRPr>
            </a:lvl5pPr>
            <a:lvl6pPr algn="l">
              <a:buNone/>
              <a:defRPr sz="3150" b="1">
                <a:solidFill>
                  <a:srgbClr val="102A43"/>
                </a:solidFill>
                <a:latin typeface="Arial"/>
                <a:ea typeface="Arial"/>
                <a:cs typeface="Arial"/>
              </a:defRPr>
            </a:lvl6pPr>
            <a:lvl7pPr algn="l">
              <a:buNone/>
              <a:defRPr sz="3150" b="1">
                <a:solidFill>
                  <a:srgbClr val="102A43"/>
                </a:solidFill>
                <a:latin typeface="Arial"/>
                <a:ea typeface="Arial"/>
                <a:cs typeface="Arial"/>
              </a:defRPr>
            </a:lvl7pPr>
            <a:lvl8pPr algn="l">
              <a:buNone/>
              <a:defRPr sz="3150" b="1">
                <a:solidFill>
                  <a:srgbClr val="102A43"/>
                </a:solidFill>
                <a:latin typeface="Arial"/>
                <a:ea typeface="Arial"/>
                <a:cs typeface="Arial"/>
              </a:defRPr>
            </a:lvl8pPr>
            <a:lvl9pPr algn="l">
              <a:buNone/>
              <a:defRPr sz="3150" b="1">
                <a:solidFill>
                  <a:srgbClr val="102A43"/>
                </a:solidFill>
                <a:latin typeface="Arial"/>
                <a:ea typeface="Arial"/>
                <a:cs typeface="Arial"/>
              </a:defRPr>
            </a:lvl9pPr>
          </a:lstStyle>
          <a:p xmlns:a="http://schemas.openxmlformats.org/drawingml/2006/main">
            <a:pPr algn="l">
              <a:buNone/>
              <a:defRPr sz="3150" b="1">
                <a:solidFill>
                  <a:srgbClr val="102A43"/>
                </a:solidFill>
                <a:latin typeface="Arial"/>
                <a:ea typeface="Arial"/>
                <a:cs typeface="Arial"/>
              </a:defRPr>
            </a:pPr>
            <a:r>
              <a:rPr sz="3150" b="1">
                <a:solidFill>
                  <a:srgbClr val="102A43"/>
                </a:solidFill>
                <a:latin typeface="Arial"/>
                <a:ea typeface="Arial"/>
                <a:cs typeface="Arial"/>
              </a:rPr>
              <a:t>Ba thực hành quốc tế tham khảo</a:t>
            </a:r>
          </a:p>
        </p:txBody>
      </p:sp>
      <p:sp>
        <p:nvSpPr>
          <p:cNvPr id="2" name="diagram-63">
            <a:extLst xmlns:a="http://schemas.openxmlformats.org/drawingml/2006/main">
              <a:ext uri="{FF2B5EF4-FFF2-40B4-BE49-F238E27FC236}">
                <a16:creationId xmlns:a16="http://schemas.microsoft.com/office/drawing/2014/main" id="{DCCF413A-20DE-4438-A20C-5A42449D06BB}"/>
              </a:ext>
            </a:extLst>
          </p:cNvPr>
          <p:cNvSpPr>
            <a:spLocks xmlns:a="http://schemas.openxmlformats.org/drawingml/2006/main" noGrp="1"/>
          </p:cNvSpPr>
          <p:nvPr/>
        </p:nvSpPr>
        <p:spPr>
          <a:xfrm xmlns:a="http://schemas.openxmlformats.org/drawingml/2006/main">
            <a:off x="571500" y="1143000"/>
            <a:ext cx="11049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725" b="0">
                <a:solidFill>
                  <a:srgbClr val="526773"/>
                </a:solidFill>
                <a:latin typeface="Arial"/>
                <a:ea typeface="Arial"/>
                <a:cs typeface="Arial"/>
              </a:defRPr>
            </a:defPPr>
            <a:lvl1pPr algn="l">
              <a:buNone/>
              <a:defRPr sz="1725" b="0">
                <a:solidFill>
                  <a:srgbClr val="526773"/>
                </a:solidFill>
                <a:latin typeface="Arial"/>
                <a:ea typeface="Arial"/>
                <a:cs typeface="Arial"/>
              </a:defRPr>
            </a:lvl1pPr>
            <a:lvl2pPr algn="l">
              <a:buNone/>
              <a:defRPr sz="1725" b="0">
                <a:solidFill>
                  <a:srgbClr val="526773"/>
                </a:solidFill>
                <a:latin typeface="Arial"/>
                <a:ea typeface="Arial"/>
                <a:cs typeface="Arial"/>
              </a:defRPr>
            </a:lvl2pPr>
            <a:lvl3pPr algn="l">
              <a:buNone/>
              <a:defRPr sz="1725" b="0">
                <a:solidFill>
                  <a:srgbClr val="526773"/>
                </a:solidFill>
                <a:latin typeface="Arial"/>
                <a:ea typeface="Arial"/>
                <a:cs typeface="Arial"/>
              </a:defRPr>
            </a:lvl3pPr>
            <a:lvl4pPr algn="l">
              <a:buNone/>
              <a:defRPr sz="1725" b="0">
                <a:solidFill>
                  <a:srgbClr val="526773"/>
                </a:solidFill>
                <a:latin typeface="Arial"/>
                <a:ea typeface="Arial"/>
                <a:cs typeface="Arial"/>
              </a:defRPr>
            </a:lvl4pPr>
            <a:lvl5pPr algn="l">
              <a:buNone/>
              <a:defRPr sz="1725" b="0">
                <a:solidFill>
                  <a:srgbClr val="526773"/>
                </a:solidFill>
                <a:latin typeface="Arial"/>
                <a:ea typeface="Arial"/>
                <a:cs typeface="Arial"/>
              </a:defRPr>
            </a:lvl5pPr>
            <a:lvl6pPr algn="l">
              <a:buNone/>
              <a:defRPr sz="1725" b="0">
                <a:solidFill>
                  <a:srgbClr val="526773"/>
                </a:solidFill>
                <a:latin typeface="Arial"/>
                <a:ea typeface="Arial"/>
                <a:cs typeface="Arial"/>
              </a:defRPr>
            </a:lvl6pPr>
            <a:lvl7pPr algn="l">
              <a:buNone/>
              <a:defRPr sz="1725" b="0">
                <a:solidFill>
                  <a:srgbClr val="526773"/>
                </a:solidFill>
                <a:latin typeface="Arial"/>
                <a:ea typeface="Arial"/>
                <a:cs typeface="Arial"/>
              </a:defRPr>
            </a:lvl7pPr>
            <a:lvl8pPr algn="l">
              <a:buNone/>
              <a:defRPr sz="1725" b="0">
                <a:solidFill>
                  <a:srgbClr val="526773"/>
                </a:solidFill>
                <a:latin typeface="Arial"/>
                <a:ea typeface="Arial"/>
                <a:cs typeface="Arial"/>
              </a:defRPr>
            </a:lvl8pPr>
            <a:lvl9pPr algn="l">
              <a:buNone/>
              <a:defRPr sz="1725" b="0">
                <a:solidFill>
                  <a:srgbClr val="526773"/>
                </a:solidFill>
                <a:latin typeface="Arial"/>
                <a:ea typeface="Arial"/>
                <a:cs typeface="Arial"/>
              </a:defRPr>
            </a:lvl9pPr>
          </a:lstStyle>
          <a:p xmlns:a="http://schemas.openxmlformats.org/drawingml/2006/main">
            <a:pPr algn="l">
              <a:buNone/>
              <a:defRPr sz="1725" b="0">
                <a:solidFill>
                  <a:srgbClr val="526773"/>
                </a:solidFill>
                <a:latin typeface="Arial"/>
                <a:ea typeface="Arial"/>
                <a:cs typeface="Arial"/>
              </a:defRPr>
            </a:pPr>
            <a:r>
              <a:rPr sz="1725" b="0">
                <a:solidFill>
                  <a:srgbClr val="526773"/>
                </a:solidFill>
                <a:latin typeface="Arial"/>
                <a:ea typeface="Arial"/>
                <a:cs typeface="Arial"/>
              </a:rPr>
              <a:t>Bài học áp dụng cho hướng dẫn chuyển bước</a:t>
            </a:r>
          </a:p>
        </p:txBody>
      </p:sp>
      <p:pic>
        <p:nvPicPr>
          <p:cNvPr id="3" name="">
            <a:extLst xmlns:a="http://schemas.openxmlformats.org/drawingml/2006/main">
              <a:ext uri="{FF2B5EF4-FFF2-40B4-BE49-F238E27FC236}">
                <a16:creationId xmlns:a16="http://schemas.microsoft.com/office/drawing/2014/main" id="{ABD2AF39-ECE5-44A0-83E0-2D463D06C338}"/>
              </a:ext>
            </a:extLst>
          </p:cNvPr>
          <p:cNvPicPr>
            <a:picLocks xmlns:a="http://schemas.openxmlformats.org/drawingml/2006/main" noChangeAspect="1"/>
          </p:cNvPicPr>
          <p:nvPr/>
        </p:nvPicPr>
        <p:blipFill>
          <a:blip xmlns:r="http://schemas.openxmlformats.org/officeDocument/2006/relationships" xmlns:a="http://schemas.openxmlformats.org/drawingml/2006/main" r:embed="Ra2447316487e4776">
            <a:extLst>
              <a:ext uri="{96DAC541-7B7A-43D3-8B79-37D633B846F1}">
                <asvg:svgBlip xmlns:asvg="http://schemas.microsoft.com/office/drawing/2016/SVG/main" r:embed="R3732f4d6f9e3483b"/>
              </a:ext>
            </a:extLst>
          </a:blip>
          <a:stretch xmlns:a="http://schemas.openxmlformats.org/drawingml/2006/main"/>
        </p:blipFill>
        <p:spPr>
          <a:xfrm xmlns:a="http://schemas.openxmlformats.org/drawingml/2006/main">
            <a:off x="10763250" y="457200"/>
            <a:ext cx="476250" cy="476250"/>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3CCF595C-3937-477B-9F19-841CA8816A3B}"/>
              </a:ext>
            </a:extLst>
          </p:cNvPr>
          <p:cNvPicPr>
            <a:picLocks xmlns:a="http://schemas.openxmlformats.org/drawingml/2006/main" noChangeAspect="1"/>
          </p:cNvPicPr>
          <p:nvPr/>
        </p:nvPicPr>
        <p:blipFill>
          <a:blip xmlns:r="http://schemas.openxmlformats.org/officeDocument/2006/relationships" xmlns:a="http://schemas.openxmlformats.org/drawingml/2006/main" r:embed="Rec270f048afc4d4d">
            <a:extLst>
              <a:ext uri="{96DAC541-7B7A-43D3-8B79-37D633B846F1}">
                <asvg:svgBlip xmlns:asvg="http://schemas.microsoft.com/office/drawing/2016/SVG/main" r:embed="R351364efdf7e41a8"/>
              </a:ext>
            </a:extLst>
          </a:blip>
          <a:stretch xmlns:a="http://schemas.openxmlformats.org/drawingml/2006/main"/>
        </p:blipFill>
        <p:spPr>
          <a:xfrm xmlns:a="http://schemas.openxmlformats.org/drawingml/2006/main">
            <a:off x="666750" y="2162175"/>
            <a:ext cx="438150" cy="438150"/>
          </a:xfrm>
          <a:prstGeom xmlns:a="http://schemas.openxmlformats.org/drawingml/2006/main" prst="rect">
            <a:avLst/>
          </a:prstGeom>
        </p:spPr>
      </p:pic>
      <p:sp>
        <p:nvSpPr>
          <p:cNvPr id="5" name="diagram-64">
            <a:extLst xmlns:a="http://schemas.openxmlformats.org/drawingml/2006/main">
              <a:ext uri="{FF2B5EF4-FFF2-40B4-BE49-F238E27FC236}">
                <a16:creationId xmlns:a16="http://schemas.microsoft.com/office/drawing/2014/main" id="{BF9995C2-5C54-4C8B-8834-2CA6F8C5607B}"/>
              </a:ext>
            </a:extLst>
          </p:cNvPr>
          <p:cNvSpPr>
            <a:spLocks xmlns:a="http://schemas.openxmlformats.org/drawingml/2006/main" noGrp="1"/>
          </p:cNvSpPr>
          <p:nvPr/>
        </p:nvSpPr>
        <p:spPr>
          <a:xfrm xmlns:a="http://schemas.openxmlformats.org/drawingml/2006/main">
            <a:off x="1381125" y="2085975"/>
            <a:ext cx="2714625"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75" b="1">
                <a:solidFill>
                  <a:srgbClr val="102A43"/>
                </a:solidFill>
                <a:latin typeface="Arial"/>
                <a:ea typeface="Arial"/>
                <a:cs typeface="Arial"/>
              </a:defRPr>
            </a:defPPr>
            <a:lvl1pPr algn="l">
              <a:buNone/>
              <a:defRPr sz="2175" b="1">
                <a:solidFill>
                  <a:srgbClr val="102A43"/>
                </a:solidFill>
                <a:latin typeface="Arial"/>
                <a:ea typeface="Arial"/>
                <a:cs typeface="Arial"/>
              </a:defRPr>
            </a:lvl1pPr>
            <a:lvl2pPr algn="l">
              <a:buNone/>
              <a:defRPr sz="2175" b="1">
                <a:solidFill>
                  <a:srgbClr val="102A43"/>
                </a:solidFill>
                <a:latin typeface="Arial"/>
                <a:ea typeface="Arial"/>
                <a:cs typeface="Arial"/>
              </a:defRPr>
            </a:lvl2pPr>
            <a:lvl3pPr algn="l">
              <a:buNone/>
              <a:defRPr sz="2175" b="1">
                <a:solidFill>
                  <a:srgbClr val="102A43"/>
                </a:solidFill>
                <a:latin typeface="Arial"/>
                <a:ea typeface="Arial"/>
                <a:cs typeface="Arial"/>
              </a:defRPr>
            </a:lvl3pPr>
            <a:lvl4pPr algn="l">
              <a:buNone/>
              <a:defRPr sz="2175" b="1">
                <a:solidFill>
                  <a:srgbClr val="102A43"/>
                </a:solidFill>
                <a:latin typeface="Arial"/>
                <a:ea typeface="Arial"/>
                <a:cs typeface="Arial"/>
              </a:defRPr>
            </a:lvl4pPr>
            <a:lvl5pPr algn="l">
              <a:buNone/>
              <a:defRPr sz="2175" b="1">
                <a:solidFill>
                  <a:srgbClr val="102A43"/>
                </a:solidFill>
                <a:latin typeface="Arial"/>
                <a:ea typeface="Arial"/>
                <a:cs typeface="Arial"/>
              </a:defRPr>
            </a:lvl5pPr>
            <a:lvl6pPr algn="l">
              <a:buNone/>
              <a:defRPr sz="2175" b="1">
                <a:solidFill>
                  <a:srgbClr val="102A43"/>
                </a:solidFill>
                <a:latin typeface="Arial"/>
                <a:ea typeface="Arial"/>
                <a:cs typeface="Arial"/>
              </a:defRPr>
            </a:lvl6pPr>
            <a:lvl7pPr algn="l">
              <a:buNone/>
              <a:defRPr sz="2175" b="1">
                <a:solidFill>
                  <a:srgbClr val="102A43"/>
                </a:solidFill>
                <a:latin typeface="Arial"/>
                <a:ea typeface="Arial"/>
                <a:cs typeface="Arial"/>
              </a:defRPr>
            </a:lvl7pPr>
            <a:lvl8pPr algn="l">
              <a:buNone/>
              <a:defRPr sz="2175" b="1">
                <a:solidFill>
                  <a:srgbClr val="102A43"/>
                </a:solidFill>
                <a:latin typeface="Arial"/>
                <a:ea typeface="Arial"/>
                <a:cs typeface="Arial"/>
              </a:defRPr>
            </a:lvl8pPr>
            <a:lvl9pPr algn="l">
              <a:buNone/>
              <a:defRPr sz="2175" b="1">
                <a:solidFill>
                  <a:srgbClr val="102A43"/>
                </a:solidFill>
                <a:latin typeface="Arial"/>
                <a:ea typeface="Arial"/>
                <a:cs typeface="Arial"/>
              </a:defRPr>
            </a:lvl9pPr>
          </a:lstStyle>
          <a:p xmlns:a="http://schemas.openxmlformats.org/drawingml/2006/main">
            <a:pPr algn="l">
              <a:buNone/>
              <a:defRPr sz="2175" b="1">
                <a:solidFill>
                  <a:srgbClr val="102A43"/>
                </a:solidFill>
                <a:latin typeface="Arial"/>
                <a:ea typeface="Arial"/>
                <a:cs typeface="Arial"/>
              </a:defRPr>
            </a:pPr>
            <a:r>
              <a:rPr sz="2175" b="1">
                <a:solidFill>
                  <a:srgbClr val="102A43"/>
                </a:solidFill>
                <a:latin typeface="Arial"/>
                <a:ea typeface="Arial"/>
                <a:cs typeface="Arial"/>
              </a:rPr>
              <a:t>CUH Directions</a:t>
            </a:r>
          </a:p>
        </p:txBody>
      </p:sp>
      <p:sp>
        <p:nvSpPr>
          <p:cNvPr id="6" name="diagram-65">
            <a:extLst xmlns:a="http://schemas.openxmlformats.org/drawingml/2006/main">
              <a:ext uri="{FF2B5EF4-FFF2-40B4-BE49-F238E27FC236}">
                <a16:creationId xmlns:a16="http://schemas.microsoft.com/office/drawing/2014/main" id="{ED002E69-ADF7-43ED-9B0B-1F0E7E0A1A0A}"/>
              </a:ext>
            </a:extLst>
          </p:cNvPr>
          <p:cNvSpPr>
            <a:spLocks xmlns:a="http://schemas.openxmlformats.org/drawingml/2006/main" noGrp="1"/>
          </p:cNvSpPr>
          <p:nvPr/>
        </p:nvSpPr>
        <p:spPr>
          <a:xfrm xmlns:a="http://schemas.openxmlformats.org/drawingml/2006/main">
            <a:off x="1381125" y="2533650"/>
            <a:ext cx="27146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650" b="0">
                <a:solidFill>
                  <a:srgbClr val="526773"/>
                </a:solidFill>
                <a:latin typeface="Arial"/>
                <a:ea typeface="Arial"/>
                <a:cs typeface="Arial"/>
              </a:defRPr>
            </a:defPPr>
            <a:lvl1pPr algn="l">
              <a:buNone/>
              <a:defRPr sz="1650" b="0">
                <a:solidFill>
                  <a:srgbClr val="526773"/>
                </a:solidFill>
                <a:latin typeface="Arial"/>
                <a:ea typeface="Arial"/>
                <a:cs typeface="Arial"/>
              </a:defRPr>
            </a:lvl1pPr>
            <a:lvl2pPr algn="l">
              <a:buNone/>
              <a:defRPr sz="1650" b="0">
                <a:solidFill>
                  <a:srgbClr val="526773"/>
                </a:solidFill>
                <a:latin typeface="Arial"/>
                <a:ea typeface="Arial"/>
                <a:cs typeface="Arial"/>
              </a:defRPr>
            </a:lvl2pPr>
            <a:lvl3pPr algn="l">
              <a:buNone/>
              <a:defRPr sz="1650" b="0">
                <a:solidFill>
                  <a:srgbClr val="526773"/>
                </a:solidFill>
                <a:latin typeface="Arial"/>
                <a:ea typeface="Arial"/>
                <a:cs typeface="Arial"/>
              </a:defRPr>
            </a:lvl3pPr>
            <a:lvl4pPr algn="l">
              <a:buNone/>
              <a:defRPr sz="1650" b="0">
                <a:solidFill>
                  <a:srgbClr val="526773"/>
                </a:solidFill>
                <a:latin typeface="Arial"/>
                <a:ea typeface="Arial"/>
                <a:cs typeface="Arial"/>
              </a:defRPr>
            </a:lvl4pPr>
            <a:lvl5pPr algn="l">
              <a:buNone/>
              <a:defRPr sz="1650" b="0">
                <a:solidFill>
                  <a:srgbClr val="526773"/>
                </a:solidFill>
                <a:latin typeface="Arial"/>
                <a:ea typeface="Arial"/>
                <a:cs typeface="Arial"/>
              </a:defRPr>
            </a:lvl5pPr>
            <a:lvl6pPr algn="l">
              <a:buNone/>
              <a:defRPr sz="1650" b="0">
                <a:solidFill>
                  <a:srgbClr val="526773"/>
                </a:solidFill>
                <a:latin typeface="Arial"/>
                <a:ea typeface="Arial"/>
                <a:cs typeface="Arial"/>
              </a:defRPr>
            </a:lvl6pPr>
            <a:lvl7pPr algn="l">
              <a:buNone/>
              <a:defRPr sz="1650" b="0">
                <a:solidFill>
                  <a:srgbClr val="526773"/>
                </a:solidFill>
                <a:latin typeface="Arial"/>
                <a:ea typeface="Arial"/>
                <a:cs typeface="Arial"/>
              </a:defRPr>
            </a:lvl7pPr>
            <a:lvl8pPr algn="l">
              <a:buNone/>
              <a:defRPr sz="1650" b="0">
                <a:solidFill>
                  <a:srgbClr val="526773"/>
                </a:solidFill>
                <a:latin typeface="Arial"/>
                <a:ea typeface="Arial"/>
                <a:cs typeface="Arial"/>
              </a:defRPr>
            </a:lvl8pPr>
            <a:lvl9pPr algn="l">
              <a:buNone/>
              <a:defRPr sz="1650" b="0">
                <a:solidFill>
                  <a:srgbClr val="526773"/>
                </a:solidFill>
                <a:latin typeface="Arial"/>
                <a:ea typeface="Arial"/>
                <a:cs typeface="Arial"/>
              </a:defRPr>
            </a:lvl9pPr>
          </a:lstStyle>
          <a:p xmlns:a="http://schemas.openxmlformats.org/drawingml/2006/main">
            <a:pPr algn="l">
              <a:buNone/>
              <a:defRPr sz="1650" b="0">
                <a:solidFill>
                  <a:srgbClr val="526773"/>
                </a:solidFill>
                <a:latin typeface="Arial"/>
                <a:ea typeface="Arial"/>
                <a:cs typeface="Arial"/>
              </a:defRPr>
            </a:pPr>
            <a:r>
              <a:rPr sz="1650" b="0">
                <a:solidFill>
                  <a:srgbClr val="526773"/>
                </a:solidFill>
                <a:latin typeface="Arial"/>
                <a:ea typeface="Arial"/>
                <a:cs typeface="Arial"/>
              </a:rPr>
              <a:t>Anh</a:t>
            </a:r>
          </a:p>
        </p:txBody>
      </p:sp>
      <p:sp>
        <p:nvSpPr>
          <p:cNvPr id="7" name="diagram-66">
            <a:extLst xmlns:a="http://schemas.openxmlformats.org/drawingml/2006/main">
              <a:ext uri="{FF2B5EF4-FFF2-40B4-BE49-F238E27FC236}">
                <a16:creationId xmlns:a16="http://schemas.microsoft.com/office/drawing/2014/main" id="{566055A1-ADF6-4FC2-8435-AE3B00536722}"/>
              </a:ext>
            </a:extLst>
          </p:cNvPr>
          <p:cNvSpPr>
            <a:spLocks xmlns:a="http://schemas.openxmlformats.org/drawingml/2006/main" noGrp="1"/>
          </p:cNvSpPr>
          <p:nvPr/>
        </p:nvSpPr>
        <p:spPr>
          <a:xfrm xmlns:a="http://schemas.openxmlformats.org/drawingml/2006/main">
            <a:off x="4572000" y="2085975"/>
            <a:ext cx="685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00" b="0">
                <a:solidFill>
                  <a:srgbClr val="102A43"/>
                </a:solidFill>
                <a:latin typeface="Arial"/>
                <a:ea typeface="Arial"/>
                <a:cs typeface="Arial"/>
              </a:defRPr>
            </a:defPPr>
            <a:lvl1pPr algn="l">
              <a:buNone/>
              <a:defRPr sz="2100" b="0">
                <a:solidFill>
                  <a:srgbClr val="102A43"/>
                </a:solidFill>
                <a:latin typeface="Arial"/>
                <a:ea typeface="Arial"/>
                <a:cs typeface="Arial"/>
              </a:defRPr>
            </a:lvl1pPr>
            <a:lvl2pPr algn="l">
              <a:buNone/>
              <a:defRPr sz="2100" b="0">
                <a:solidFill>
                  <a:srgbClr val="102A43"/>
                </a:solidFill>
                <a:latin typeface="Arial"/>
                <a:ea typeface="Arial"/>
                <a:cs typeface="Arial"/>
              </a:defRPr>
            </a:lvl2pPr>
            <a:lvl3pPr algn="l">
              <a:buNone/>
              <a:defRPr sz="2100" b="0">
                <a:solidFill>
                  <a:srgbClr val="102A43"/>
                </a:solidFill>
                <a:latin typeface="Arial"/>
                <a:ea typeface="Arial"/>
                <a:cs typeface="Arial"/>
              </a:defRPr>
            </a:lvl3pPr>
            <a:lvl4pPr algn="l">
              <a:buNone/>
              <a:defRPr sz="2100" b="0">
                <a:solidFill>
                  <a:srgbClr val="102A43"/>
                </a:solidFill>
                <a:latin typeface="Arial"/>
                <a:ea typeface="Arial"/>
                <a:cs typeface="Arial"/>
              </a:defRPr>
            </a:lvl4pPr>
            <a:lvl5pPr algn="l">
              <a:buNone/>
              <a:defRPr sz="2100" b="0">
                <a:solidFill>
                  <a:srgbClr val="102A43"/>
                </a:solidFill>
                <a:latin typeface="Arial"/>
                <a:ea typeface="Arial"/>
                <a:cs typeface="Arial"/>
              </a:defRPr>
            </a:lvl5pPr>
            <a:lvl6pPr algn="l">
              <a:buNone/>
              <a:defRPr sz="2100" b="0">
                <a:solidFill>
                  <a:srgbClr val="102A43"/>
                </a:solidFill>
                <a:latin typeface="Arial"/>
                <a:ea typeface="Arial"/>
                <a:cs typeface="Arial"/>
              </a:defRPr>
            </a:lvl6pPr>
            <a:lvl7pPr algn="l">
              <a:buNone/>
              <a:defRPr sz="2100" b="0">
                <a:solidFill>
                  <a:srgbClr val="102A43"/>
                </a:solidFill>
                <a:latin typeface="Arial"/>
                <a:ea typeface="Arial"/>
                <a:cs typeface="Arial"/>
              </a:defRPr>
            </a:lvl7pPr>
            <a:lvl8pPr algn="l">
              <a:buNone/>
              <a:defRPr sz="2100" b="0">
                <a:solidFill>
                  <a:srgbClr val="102A43"/>
                </a:solidFill>
                <a:latin typeface="Arial"/>
                <a:ea typeface="Arial"/>
                <a:cs typeface="Arial"/>
              </a:defRPr>
            </a:lvl8pPr>
            <a:lvl9pPr algn="l">
              <a:buNone/>
              <a:defRPr sz="2100" b="0">
                <a:solidFill>
                  <a:srgbClr val="102A43"/>
                </a:solidFill>
                <a:latin typeface="Arial"/>
                <a:ea typeface="Arial"/>
                <a:cs typeface="Arial"/>
              </a:defRPr>
            </a:lvl9pPr>
          </a:lstStyle>
          <a:p xmlns:a="http://schemas.openxmlformats.org/drawingml/2006/main">
            <a:pPr algn="l">
              <a:buNone/>
              <a:defRPr sz="2100" b="0">
                <a:solidFill>
                  <a:srgbClr val="102A43"/>
                </a:solidFill>
                <a:latin typeface="Arial"/>
                <a:ea typeface="Arial"/>
                <a:cs typeface="Arial"/>
              </a:defRPr>
            </a:pPr>
            <a:r>
              <a:rPr sz="2100" b="0">
                <a:solidFill>
                  <a:srgbClr val="102A43"/>
                </a:solidFill>
                <a:latin typeface="Arial"/>
                <a:ea typeface="Arial"/>
                <a:cs typeface="Arial"/>
              </a:rPr>
              <a:t>Chỉ dẫn theo chặng, dùng mốc dễ nhận ra</a:t>
            </a:r>
          </a:p>
          <a:p xmlns:a="http://schemas.openxmlformats.org/drawingml/2006/main">
            <a:pPr algn="l">
              <a:buNone/>
              <a:defRPr sz="2100" b="0">
                <a:solidFill>
                  <a:srgbClr val="102A43"/>
                </a:solidFill>
                <a:latin typeface="Arial"/>
                <a:ea typeface="Arial"/>
                <a:cs typeface="Arial"/>
              </a:defRPr>
            </a:pPr>
            <a:r>
              <a:rPr sz="2100" b="0">
                <a:solidFill>
                  <a:srgbClr val="102A43"/>
                </a:solidFill>
                <a:latin typeface="Arial"/>
                <a:ea typeface="Arial"/>
                <a:cs typeface="Arial"/>
              </a:rPr>
              <a:t>và xác nhận điểm xuất phát.</a:t>
            </a:r>
          </a:p>
        </p:txBody>
      </p:sp>
      <p:sp>
        <p:nvSpPr>
          <p:cNvPr id="8" name="diagram-67">
            <a:extLst xmlns:a="http://schemas.openxmlformats.org/drawingml/2006/main">
              <a:ext uri="{FF2B5EF4-FFF2-40B4-BE49-F238E27FC236}">
                <a16:creationId xmlns:a16="http://schemas.microsoft.com/office/drawing/2014/main" id="{69965733-DC36-4362-A88F-75215BF40922}"/>
              </a:ext>
            </a:extLst>
          </p:cNvPr>
          <p:cNvSpPr>
            <a:spLocks xmlns:a="http://schemas.openxmlformats.org/drawingml/2006/main" noGrp="1"/>
          </p:cNvSpPr>
          <p:nvPr/>
        </p:nvSpPr>
        <p:spPr>
          <a:xfrm xmlns:a="http://schemas.openxmlformats.org/drawingml/2006/main">
            <a:off x="666750" y="3162300"/>
            <a:ext cx="10763250" cy="19050"/>
          </a:xfrm>
          <a:prstGeom xmlns:a="http://schemas.openxmlformats.org/drawingml/2006/main" prst="rect">
            <a:avLst/>
          </a:prstGeom>
          <a:solidFill xmlns:a="http://schemas.openxmlformats.org/drawingml/2006/main">
            <a:srgbClr val="E2E8E8"/>
          </a:solidFill>
          <a:ln xmlns:a="http://schemas.openxmlformats.org/drawingml/2006/main" w="0">
            <a:noFill/>
            <a:prstDash val="solid"/>
          </a:ln>
        </p:spPr>
      </p:sp>
      <p:pic>
        <p:nvPicPr>
          <p:cNvPr id="9" name="">
            <a:extLst xmlns:a="http://schemas.openxmlformats.org/drawingml/2006/main">
              <a:ext uri="{FF2B5EF4-FFF2-40B4-BE49-F238E27FC236}">
                <a16:creationId xmlns:a16="http://schemas.microsoft.com/office/drawing/2014/main" id="{8122B387-7C43-49F2-ADA7-128CB5C22733}"/>
              </a:ext>
            </a:extLst>
          </p:cNvPr>
          <p:cNvPicPr>
            <a:picLocks xmlns:a="http://schemas.openxmlformats.org/drawingml/2006/main" noChangeAspect="1"/>
          </p:cNvPicPr>
          <p:nvPr/>
        </p:nvPicPr>
        <p:blipFill>
          <a:blip xmlns:r="http://schemas.openxmlformats.org/officeDocument/2006/relationships" xmlns:a="http://schemas.openxmlformats.org/drawingml/2006/main" r:embed="R0cb9af9cb46b460e">
            <a:extLst>
              <a:ext uri="{96DAC541-7B7A-43D3-8B79-37D633B846F1}">
                <asvg:svgBlip xmlns:asvg="http://schemas.microsoft.com/office/drawing/2016/SVG/main" r:embed="R168350ce48e84a81"/>
              </a:ext>
            </a:extLst>
          </a:blip>
          <a:stretch xmlns:a="http://schemas.openxmlformats.org/drawingml/2006/main"/>
        </p:blipFill>
        <p:spPr>
          <a:xfrm xmlns:a="http://schemas.openxmlformats.org/drawingml/2006/main">
            <a:off x="666750" y="3467100"/>
            <a:ext cx="438150" cy="438150"/>
          </a:xfrm>
          <a:prstGeom xmlns:a="http://schemas.openxmlformats.org/drawingml/2006/main" prst="rect">
            <a:avLst/>
          </a:prstGeom>
        </p:spPr>
      </p:pic>
      <p:sp>
        <p:nvSpPr>
          <p:cNvPr id="10" name="diagram-68">
            <a:extLst xmlns:a="http://schemas.openxmlformats.org/drawingml/2006/main">
              <a:ext uri="{FF2B5EF4-FFF2-40B4-BE49-F238E27FC236}">
                <a16:creationId xmlns:a16="http://schemas.microsoft.com/office/drawing/2014/main" id="{3CAE3B8A-33D1-4E8B-86BD-4C02006857CD}"/>
              </a:ext>
            </a:extLst>
          </p:cNvPr>
          <p:cNvSpPr>
            <a:spLocks xmlns:a="http://schemas.openxmlformats.org/drawingml/2006/main" noGrp="1"/>
          </p:cNvSpPr>
          <p:nvPr/>
        </p:nvSpPr>
        <p:spPr>
          <a:xfrm xmlns:a="http://schemas.openxmlformats.org/drawingml/2006/main">
            <a:off x="1381125" y="3390900"/>
            <a:ext cx="2714625"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75" b="1">
                <a:solidFill>
                  <a:srgbClr val="102A43"/>
                </a:solidFill>
                <a:latin typeface="Arial"/>
                <a:ea typeface="Arial"/>
                <a:cs typeface="Arial"/>
              </a:defRPr>
            </a:defPPr>
            <a:lvl1pPr algn="l">
              <a:buNone/>
              <a:defRPr sz="2175" b="1">
                <a:solidFill>
                  <a:srgbClr val="102A43"/>
                </a:solidFill>
                <a:latin typeface="Arial"/>
                <a:ea typeface="Arial"/>
                <a:cs typeface="Arial"/>
              </a:defRPr>
            </a:lvl1pPr>
            <a:lvl2pPr algn="l">
              <a:buNone/>
              <a:defRPr sz="2175" b="1">
                <a:solidFill>
                  <a:srgbClr val="102A43"/>
                </a:solidFill>
                <a:latin typeface="Arial"/>
                <a:ea typeface="Arial"/>
                <a:cs typeface="Arial"/>
              </a:defRPr>
            </a:lvl2pPr>
            <a:lvl3pPr algn="l">
              <a:buNone/>
              <a:defRPr sz="2175" b="1">
                <a:solidFill>
                  <a:srgbClr val="102A43"/>
                </a:solidFill>
                <a:latin typeface="Arial"/>
                <a:ea typeface="Arial"/>
                <a:cs typeface="Arial"/>
              </a:defRPr>
            </a:lvl3pPr>
            <a:lvl4pPr algn="l">
              <a:buNone/>
              <a:defRPr sz="2175" b="1">
                <a:solidFill>
                  <a:srgbClr val="102A43"/>
                </a:solidFill>
                <a:latin typeface="Arial"/>
                <a:ea typeface="Arial"/>
                <a:cs typeface="Arial"/>
              </a:defRPr>
            </a:lvl4pPr>
            <a:lvl5pPr algn="l">
              <a:buNone/>
              <a:defRPr sz="2175" b="1">
                <a:solidFill>
                  <a:srgbClr val="102A43"/>
                </a:solidFill>
                <a:latin typeface="Arial"/>
                <a:ea typeface="Arial"/>
                <a:cs typeface="Arial"/>
              </a:defRPr>
            </a:lvl5pPr>
            <a:lvl6pPr algn="l">
              <a:buNone/>
              <a:defRPr sz="2175" b="1">
                <a:solidFill>
                  <a:srgbClr val="102A43"/>
                </a:solidFill>
                <a:latin typeface="Arial"/>
                <a:ea typeface="Arial"/>
                <a:cs typeface="Arial"/>
              </a:defRPr>
            </a:lvl6pPr>
            <a:lvl7pPr algn="l">
              <a:buNone/>
              <a:defRPr sz="2175" b="1">
                <a:solidFill>
                  <a:srgbClr val="102A43"/>
                </a:solidFill>
                <a:latin typeface="Arial"/>
                <a:ea typeface="Arial"/>
                <a:cs typeface="Arial"/>
              </a:defRPr>
            </a:lvl7pPr>
            <a:lvl8pPr algn="l">
              <a:buNone/>
              <a:defRPr sz="2175" b="1">
                <a:solidFill>
                  <a:srgbClr val="102A43"/>
                </a:solidFill>
                <a:latin typeface="Arial"/>
                <a:ea typeface="Arial"/>
                <a:cs typeface="Arial"/>
              </a:defRPr>
            </a:lvl8pPr>
            <a:lvl9pPr algn="l">
              <a:buNone/>
              <a:defRPr sz="2175" b="1">
                <a:solidFill>
                  <a:srgbClr val="102A43"/>
                </a:solidFill>
                <a:latin typeface="Arial"/>
                <a:ea typeface="Arial"/>
                <a:cs typeface="Arial"/>
              </a:defRPr>
            </a:lvl9pPr>
          </a:lstStyle>
          <a:p xmlns:a="http://schemas.openxmlformats.org/drawingml/2006/main">
            <a:pPr algn="l">
              <a:buNone/>
              <a:defRPr sz="2175" b="1">
                <a:solidFill>
                  <a:srgbClr val="102A43"/>
                </a:solidFill>
                <a:latin typeface="Arial"/>
                <a:ea typeface="Arial"/>
                <a:cs typeface="Arial"/>
              </a:defRPr>
            </a:pPr>
            <a:r>
              <a:rPr sz="2175" b="1">
                <a:solidFill>
                  <a:srgbClr val="102A43"/>
                </a:solidFill>
                <a:latin typeface="Arial"/>
                <a:ea typeface="Arial"/>
                <a:cs typeface="Arial"/>
              </a:rPr>
              <a:t>Mayo Clinic</a:t>
            </a:r>
          </a:p>
        </p:txBody>
      </p:sp>
      <p:sp>
        <p:nvSpPr>
          <p:cNvPr id="11" name="diagram-69">
            <a:extLst xmlns:a="http://schemas.openxmlformats.org/drawingml/2006/main">
              <a:ext uri="{FF2B5EF4-FFF2-40B4-BE49-F238E27FC236}">
                <a16:creationId xmlns:a16="http://schemas.microsoft.com/office/drawing/2014/main" id="{67CCF427-1760-47A7-A382-AFD66509A43D}"/>
              </a:ext>
            </a:extLst>
          </p:cNvPr>
          <p:cNvSpPr>
            <a:spLocks xmlns:a="http://schemas.openxmlformats.org/drawingml/2006/main" noGrp="1"/>
          </p:cNvSpPr>
          <p:nvPr/>
        </p:nvSpPr>
        <p:spPr>
          <a:xfrm xmlns:a="http://schemas.openxmlformats.org/drawingml/2006/main">
            <a:off x="1381125" y="3838575"/>
            <a:ext cx="27146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650" b="0">
                <a:solidFill>
                  <a:srgbClr val="526773"/>
                </a:solidFill>
                <a:latin typeface="Arial"/>
                <a:ea typeface="Arial"/>
                <a:cs typeface="Arial"/>
              </a:defRPr>
            </a:defPPr>
            <a:lvl1pPr algn="l">
              <a:buNone/>
              <a:defRPr sz="1650" b="0">
                <a:solidFill>
                  <a:srgbClr val="526773"/>
                </a:solidFill>
                <a:latin typeface="Arial"/>
                <a:ea typeface="Arial"/>
                <a:cs typeface="Arial"/>
              </a:defRPr>
            </a:lvl1pPr>
            <a:lvl2pPr algn="l">
              <a:buNone/>
              <a:defRPr sz="1650" b="0">
                <a:solidFill>
                  <a:srgbClr val="526773"/>
                </a:solidFill>
                <a:latin typeface="Arial"/>
                <a:ea typeface="Arial"/>
                <a:cs typeface="Arial"/>
              </a:defRPr>
            </a:lvl2pPr>
            <a:lvl3pPr algn="l">
              <a:buNone/>
              <a:defRPr sz="1650" b="0">
                <a:solidFill>
                  <a:srgbClr val="526773"/>
                </a:solidFill>
                <a:latin typeface="Arial"/>
                <a:ea typeface="Arial"/>
                <a:cs typeface="Arial"/>
              </a:defRPr>
            </a:lvl3pPr>
            <a:lvl4pPr algn="l">
              <a:buNone/>
              <a:defRPr sz="1650" b="0">
                <a:solidFill>
                  <a:srgbClr val="526773"/>
                </a:solidFill>
                <a:latin typeface="Arial"/>
                <a:ea typeface="Arial"/>
                <a:cs typeface="Arial"/>
              </a:defRPr>
            </a:lvl4pPr>
            <a:lvl5pPr algn="l">
              <a:buNone/>
              <a:defRPr sz="1650" b="0">
                <a:solidFill>
                  <a:srgbClr val="526773"/>
                </a:solidFill>
                <a:latin typeface="Arial"/>
                <a:ea typeface="Arial"/>
                <a:cs typeface="Arial"/>
              </a:defRPr>
            </a:lvl5pPr>
            <a:lvl6pPr algn="l">
              <a:buNone/>
              <a:defRPr sz="1650" b="0">
                <a:solidFill>
                  <a:srgbClr val="526773"/>
                </a:solidFill>
                <a:latin typeface="Arial"/>
                <a:ea typeface="Arial"/>
                <a:cs typeface="Arial"/>
              </a:defRPr>
            </a:lvl6pPr>
            <a:lvl7pPr algn="l">
              <a:buNone/>
              <a:defRPr sz="1650" b="0">
                <a:solidFill>
                  <a:srgbClr val="526773"/>
                </a:solidFill>
                <a:latin typeface="Arial"/>
                <a:ea typeface="Arial"/>
                <a:cs typeface="Arial"/>
              </a:defRPr>
            </a:lvl7pPr>
            <a:lvl8pPr algn="l">
              <a:buNone/>
              <a:defRPr sz="1650" b="0">
                <a:solidFill>
                  <a:srgbClr val="526773"/>
                </a:solidFill>
                <a:latin typeface="Arial"/>
                <a:ea typeface="Arial"/>
                <a:cs typeface="Arial"/>
              </a:defRPr>
            </a:lvl8pPr>
            <a:lvl9pPr algn="l">
              <a:buNone/>
              <a:defRPr sz="1650" b="0">
                <a:solidFill>
                  <a:srgbClr val="526773"/>
                </a:solidFill>
                <a:latin typeface="Arial"/>
                <a:ea typeface="Arial"/>
                <a:cs typeface="Arial"/>
              </a:defRPr>
            </a:lvl9pPr>
          </a:lstStyle>
          <a:p xmlns:a="http://schemas.openxmlformats.org/drawingml/2006/main">
            <a:pPr algn="l">
              <a:buNone/>
              <a:defRPr sz="1650" b="0">
                <a:solidFill>
                  <a:srgbClr val="526773"/>
                </a:solidFill>
                <a:latin typeface="Arial"/>
                <a:ea typeface="Arial"/>
                <a:cs typeface="Arial"/>
              </a:defRPr>
            </a:pPr>
            <a:r>
              <a:rPr sz="1650" b="0">
                <a:solidFill>
                  <a:srgbClr val="526773"/>
                </a:solidFill>
                <a:latin typeface="Arial"/>
                <a:ea typeface="Arial"/>
                <a:cs typeface="Arial"/>
              </a:rPr>
              <a:t>Đặt lịch trực tuyến</a:t>
            </a:r>
          </a:p>
        </p:txBody>
      </p:sp>
      <p:sp>
        <p:nvSpPr>
          <p:cNvPr id="12" name="diagram-70">
            <a:extLst xmlns:a="http://schemas.openxmlformats.org/drawingml/2006/main">
              <a:ext uri="{FF2B5EF4-FFF2-40B4-BE49-F238E27FC236}">
                <a16:creationId xmlns:a16="http://schemas.microsoft.com/office/drawing/2014/main" id="{AA5A4647-01DD-4C13-8DBA-A00B6B4812B3}"/>
              </a:ext>
            </a:extLst>
          </p:cNvPr>
          <p:cNvSpPr>
            <a:spLocks xmlns:a="http://schemas.openxmlformats.org/drawingml/2006/main" noGrp="1"/>
          </p:cNvSpPr>
          <p:nvPr/>
        </p:nvSpPr>
        <p:spPr>
          <a:xfrm xmlns:a="http://schemas.openxmlformats.org/drawingml/2006/main">
            <a:off x="4572000" y="3390900"/>
            <a:ext cx="685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00" b="0">
                <a:solidFill>
                  <a:srgbClr val="102A43"/>
                </a:solidFill>
                <a:latin typeface="Arial"/>
                <a:ea typeface="Arial"/>
                <a:cs typeface="Arial"/>
              </a:defRPr>
            </a:defPPr>
            <a:lvl1pPr algn="l">
              <a:buNone/>
              <a:defRPr sz="2100" b="0">
                <a:solidFill>
                  <a:srgbClr val="102A43"/>
                </a:solidFill>
                <a:latin typeface="Arial"/>
                <a:ea typeface="Arial"/>
                <a:cs typeface="Arial"/>
              </a:defRPr>
            </a:lvl1pPr>
            <a:lvl2pPr algn="l">
              <a:buNone/>
              <a:defRPr sz="2100" b="0">
                <a:solidFill>
                  <a:srgbClr val="102A43"/>
                </a:solidFill>
                <a:latin typeface="Arial"/>
                <a:ea typeface="Arial"/>
                <a:cs typeface="Arial"/>
              </a:defRPr>
            </a:lvl2pPr>
            <a:lvl3pPr algn="l">
              <a:buNone/>
              <a:defRPr sz="2100" b="0">
                <a:solidFill>
                  <a:srgbClr val="102A43"/>
                </a:solidFill>
                <a:latin typeface="Arial"/>
                <a:ea typeface="Arial"/>
                <a:cs typeface="Arial"/>
              </a:defRPr>
            </a:lvl3pPr>
            <a:lvl4pPr algn="l">
              <a:buNone/>
              <a:defRPr sz="2100" b="0">
                <a:solidFill>
                  <a:srgbClr val="102A43"/>
                </a:solidFill>
                <a:latin typeface="Arial"/>
                <a:ea typeface="Arial"/>
                <a:cs typeface="Arial"/>
              </a:defRPr>
            </a:lvl4pPr>
            <a:lvl5pPr algn="l">
              <a:buNone/>
              <a:defRPr sz="2100" b="0">
                <a:solidFill>
                  <a:srgbClr val="102A43"/>
                </a:solidFill>
                <a:latin typeface="Arial"/>
                <a:ea typeface="Arial"/>
                <a:cs typeface="Arial"/>
              </a:defRPr>
            </a:lvl5pPr>
            <a:lvl6pPr algn="l">
              <a:buNone/>
              <a:defRPr sz="2100" b="0">
                <a:solidFill>
                  <a:srgbClr val="102A43"/>
                </a:solidFill>
                <a:latin typeface="Arial"/>
                <a:ea typeface="Arial"/>
                <a:cs typeface="Arial"/>
              </a:defRPr>
            </a:lvl6pPr>
            <a:lvl7pPr algn="l">
              <a:buNone/>
              <a:defRPr sz="2100" b="0">
                <a:solidFill>
                  <a:srgbClr val="102A43"/>
                </a:solidFill>
                <a:latin typeface="Arial"/>
                <a:ea typeface="Arial"/>
                <a:cs typeface="Arial"/>
              </a:defRPr>
            </a:lvl7pPr>
            <a:lvl8pPr algn="l">
              <a:buNone/>
              <a:defRPr sz="2100" b="0">
                <a:solidFill>
                  <a:srgbClr val="102A43"/>
                </a:solidFill>
                <a:latin typeface="Arial"/>
                <a:ea typeface="Arial"/>
                <a:cs typeface="Arial"/>
              </a:defRPr>
            </a:lvl8pPr>
            <a:lvl9pPr algn="l">
              <a:buNone/>
              <a:defRPr sz="2100" b="0">
                <a:solidFill>
                  <a:srgbClr val="102A43"/>
                </a:solidFill>
                <a:latin typeface="Arial"/>
                <a:ea typeface="Arial"/>
                <a:cs typeface="Arial"/>
              </a:defRPr>
            </a:lvl9pPr>
          </a:lstStyle>
          <a:p xmlns:a="http://schemas.openxmlformats.org/drawingml/2006/main">
            <a:pPr algn="l">
              <a:buNone/>
              <a:defRPr sz="2100" b="0">
                <a:solidFill>
                  <a:srgbClr val="102A43"/>
                </a:solidFill>
                <a:latin typeface="Arial"/>
                <a:ea typeface="Arial"/>
                <a:cs typeface="Arial"/>
              </a:defRPr>
            </a:pPr>
            <a:r>
              <a:rPr sz="2100" b="0">
                <a:solidFill>
                  <a:srgbClr val="102A43"/>
                </a:solidFill>
                <a:latin typeface="Arial"/>
                <a:ea typeface="Arial"/>
                <a:cs typeface="Arial"/>
              </a:rPr>
              <a:t>Phân biệt gửi yêu cầu với đã hoàn tất;</a:t>
            </a:r>
          </a:p>
          <a:p xmlns:a="http://schemas.openxmlformats.org/drawingml/2006/main">
            <a:pPr algn="l">
              <a:buNone/>
              <a:defRPr sz="2100" b="0">
                <a:solidFill>
                  <a:srgbClr val="102A43"/>
                </a:solidFill>
                <a:latin typeface="Arial"/>
                <a:ea typeface="Arial"/>
                <a:cs typeface="Arial"/>
              </a:defRPr>
            </a:pPr>
            <a:r>
              <a:rPr sz="2100" b="0">
                <a:solidFill>
                  <a:srgbClr val="102A43"/>
                </a:solidFill>
                <a:latin typeface="Arial"/>
                <a:ea typeface="Arial"/>
                <a:cs typeface="Arial"/>
              </a:rPr>
              <a:t>cho người dùng tìm lại chi tiết.</a:t>
            </a:r>
          </a:p>
        </p:txBody>
      </p:sp>
      <p:sp>
        <p:nvSpPr>
          <p:cNvPr id="13" name="diagram-71">
            <a:extLst xmlns:a="http://schemas.openxmlformats.org/drawingml/2006/main">
              <a:ext uri="{FF2B5EF4-FFF2-40B4-BE49-F238E27FC236}">
                <a16:creationId xmlns:a16="http://schemas.microsoft.com/office/drawing/2014/main" id="{C2DC3060-F8B5-444D-9A77-C4CCE40881A2}"/>
              </a:ext>
            </a:extLst>
          </p:cNvPr>
          <p:cNvSpPr>
            <a:spLocks xmlns:a="http://schemas.openxmlformats.org/drawingml/2006/main" noGrp="1"/>
          </p:cNvSpPr>
          <p:nvPr/>
        </p:nvSpPr>
        <p:spPr>
          <a:xfrm xmlns:a="http://schemas.openxmlformats.org/drawingml/2006/main">
            <a:off x="666750" y="4467225"/>
            <a:ext cx="10763250" cy="19050"/>
          </a:xfrm>
          <a:prstGeom xmlns:a="http://schemas.openxmlformats.org/drawingml/2006/main" prst="rect">
            <a:avLst/>
          </a:prstGeom>
          <a:solidFill xmlns:a="http://schemas.openxmlformats.org/drawingml/2006/main">
            <a:srgbClr val="E2E8E8"/>
          </a:solidFill>
          <a:ln xmlns:a="http://schemas.openxmlformats.org/drawingml/2006/main" w="0">
            <a:noFill/>
            <a:prstDash val="solid"/>
          </a:ln>
        </p:spPr>
      </p:sp>
      <p:pic>
        <p:nvPicPr>
          <p:cNvPr id="14" name="">
            <a:extLst xmlns:a="http://schemas.openxmlformats.org/drawingml/2006/main">
              <a:ext uri="{FF2B5EF4-FFF2-40B4-BE49-F238E27FC236}">
                <a16:creationId xmlns:a16="http://schemas.microsoft.com/office/drawing/2014/main" id="{123C2AFD-4B6B-4E7D-B345-568E6D667E40}"/>
              </a:ext>
            </a:extLst>
          </p:cNvPr>
          <p:cNvPicPr>
            <a:picLocks xmlns:a="http://schemas.openxmlformats.org/drawingml/2006/main" noChangeAspect="1"/>
          </p:cNvPicPr>
          <p:nvPr/>
        </p:nvPicPr>
        <p:blipFill>
          <a:blip xmlns:r="http://schemas.openxmlformats.org/officeDocument/2006/relationships" xmlns:a="http://schemas.openxmlformats.org/drawingml/2006/main" r:embed="R3e51f2ae0e5844c1">
            <a:extLst>
              <a:ext uri="{96DAC541-7B7A-43D3-8B79-37D633B846F1}">
                <asvg:svgBlip xmlns:asvg="http://schemas.microsoft.com/office/drawing/2016/SVG/main" r:embed="Rfd11ad33d19349be"/>
              </a:ext>
            </a:extLst>
          </a:blip>
          <a:stretch xmlns:a="http://schemas.openxmlformats.org/drawingml/2006/main"/>
        </p:blipFill>
        <p:spPr>
          <a:xfrm xmlns:a="http://schemas.openxmlformats.org/drawingml/2006/main">
            <a:off x="666750" y="4772025"/>
            <a:ext cx="438150" cy="438150"/>
          </a:xfrm>
          <a:prstGeom xmlns:a="http://schemas.openxmlformats.org/drawingml/2006/main" prst="rect">
            <a:avLst/>
          </a:prstGeom>
        </p:spPr>
      </p:pic>
      <p:sp>
        <p:nvSpPr>
          <p:cNvPr id="15" name="diagram-72">
            <a:extLst xmlns:a="http://schemas.openxmlformats.org/drawingml/2006/main">
              <a:ext uri="{FF2B5EF4-FFF2-40B4-BE49-F238E27FC236}">
                <a16:creationId xmlns:a16="http://schemas.microsoft.com/office/drawing/2014/main" id="{EF7ECAAC-43B6-45AD-8573-7541D3EE50D7}"/>
              </a:ext>
            </a:extLst>
          </p:cNvPr>
          <p:cNvSpPr>
            <a:spLocks xmlns:a="http://schemas.openxmlformats.org/drawingml/2006/main" noGrp="1"/>
          </p:cNvSpPr>
          <p:nvPr/>
        </p:nvSpPr>
        <p:spPr>
          <a:xfrm xmlns:a="http://schemas.openxmlformats.org/drawingml/2006/main">
            <a:off x="1381125" y="4695825"/>
            <a:ext cx="2714625"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75" b="1">
                <a:solidFill>
                  <a:srgbClr val="102A43"/>
                </a:solidFill>
                <a:latin typeface="Arial"/>
                <a:ea typeface="Arial"/>
                <a:cs typeface="Arial"/>
              </a:defRPr>
            </a:defPPr>
            <a:lvl1pPr algn="l">
              <a:buNone/>
              <a:defRPr sz="2175" b="1">
                <a:solidFill>
                  <a:srgbClr val="102A43"/>
                </a:solidFill>
                <a:latin typeface="Arial"/>
                <a:ea typeface="Arial"/>
                <a:cs typeface="Arial"/>
              </a:defRPr>
            </a:lvl1pPr>
            <a:lvl2pPr algn="l">
              <a:buNone/>
              <a:defRPr sz="2175" b="1">
                <a:solidFill>
                  <a:srgbClr val="102A43"/>
                </a:solidFill>
                <a:latin typeface="Arial"/>
                <a:ea typeface="Arial"/>
                <a:cs typeface="Arial"/>
              </a:defRPr>
            </a:lvl2pPr>
            <a:lvl3pPr algn="l">
              <a:buNone/>
              <a:defRPr sz="2175" b="1">
                <a:solidFill>
                  <a:srgbClr val="102A43"/>
                </a:solidFill>
                <a:latin typeface="Arial"/>
                <a:ea typeface="Arial"/>
                <a:cs typeface="Arial"/>
              </a:defRPr>
            </a:lvl3pPr>
            <a:lvl4pPr algn="l">
              <a:buNone/>
              <a:defRPr sz="2175" b="1">
                <a:solidFill>
                  <a:srgbClr val="102A43"/>
                </a:solidFill>
                <a:latin typeface="Arial"/>
                <a:ea typeface="Arial"/>
                <a:cs typeface="Arial"/>
              </a:defRPr>
            </a:lvl4pPr>
            <a:lvl5pPr algn="l">
              <a:buNone/>
              <a:defRPr sz="2175" b="1">
                <a:solidFill>
                  <a:srgbClr val="102A43"/>
                </a:solidFill>
                <a:latin typeface="Arial"/>
                <a:ea typeface="Arial"/>
                <a:cs typeface="Arial"/>
              </a:defRPr>
            </a:lvl5pPr>
            <a:lvl6pPr algn="l">
              <a:buNone/>
              <a:defRPr sz="2175" b="1">
                <a:solidFill>
                  <a:srgbClr val="102A43"/>
                </a:solidFill>
                <a:latin typeface="Arial"/>
                <a:ea typeface="Arial"/>
                <a:cs typeface="Arial"/>
              </a:defRPr>
            </a:lvl6pPr>
            <a:lvl7pPr algn="l">
              <a:buNone/>
              <a:defRPr sz="2175" b="1">
                <a:solidFill>
                  <a:srgbClr val="102A43"/>
                </a:solidFill>
                <a:latin typeface="Arial"/>
                <a:ea typeface="Arial"/>
                <a:cs typeface="Arial"/>
              </a:defRPr>
            </a:lvl7pPr>
            <a:lvl8pPr algn="l">
              <a:buNone/>
              <a:defRPr sz="2175" b="1">
                <a:solidFill>
                  <a:srgbClr val="102A43"/>
                </a:solidFill>
                <a:latin typeface="Arial"/>
                <a:ea typeface="Arial"/>
                <a:cs typeface="Arial"/>
              </a:defRPr>
            </a:lvl8pPr>
            <a:lvl9pPr algn="l">
              <a:buNone/>
              <a:defRPr sz="2175" b="1">
                <a:solidFill>
                  <a:srgbClr val="102A43"/>
                </a:solidFill>
                <a:latin typeface="Arial"/>
                <a:ea typeface="Arial"/>
                <a:cs typeface="Arial"/>
              </a:defRPr>
            </a:lvl9pPr>
          </a:lstStyle>
          <a:p xmlns:a="http://schemas.openxmlformats.org/drawingml/2006/main">
            <a:pPr algn="l">
              <a:buNone/>
              <a:defRPr sz="2175" b="1">
                <a:solidFill>
                  <a:srgbClr val="102A43"/>
                </a:solidFill>
                <a:latin typeface="Arial"/>
                <a:ea typeface="Arial"/>
                <a:cs typeface="Arial"/>
              </a:defRPr>
            </a:pPr>
            <a:r>
              <a:rPr sz="2175" b="1">
                <a:solidFill>
                  <a:srgbClr val="102A43"/>
                </a:solidFill>
                <a:latin typeface="Arial"/>
                <a:ea typeface="Arial"/>
                <a:cs typeface="Arial"/>
              </a:rPr>
              <a:t>Mayo Clinic</a:t>
            </a:r>
          </a:p>
        </p:txBody>
      </p:sp>
      <p:sp>
        <p:nvSpPr>
          <p:cNvPr id="16" name="diagram-73">
            <a:extLst xmlns:a="http://schemas.openxmlformats.org/drawingml/2006/main">
              <a:ext uri="{FF2B5EF4-FFF2-40B4-BE49-F238E27FC236}">
                <a16:creationId xmlns:a16="http://schemas.microsoft.com/office/drawing/2014/main" id="{35CCF4BF-B2E5-46CE-B468-47AE1C059544}"/>
              </a:ext>
            </a:extLst>
          </p:cNvPr>
          <p:cNvSpPr>
            <a:spLocks xmlns:a="http://schemas.openxmlformats.org/drawingml/2006/main" noGrp="1"/>
          </p:cNvSpPr>
          <p:nvPr/>
        </p:nvSpPr>
        <p:spPr>
          <a:xfrm xmlns:a="http://schemas.openxmlformats.org/drawingml/2006/main">
            <a:off x="1381125" y="5143500"/>
            <a:ext cx="27146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650" b="0">
                <a:solidFill>
                  <a:srgbClr val="526773"/>
                </a:solidFill>
                <a:latin typeface="Arial"/>
                <a:ea typeface="Arial"/>
                <a:cs typeface="Arial"/>
              </a:defRPr>
            </a:defPPr>
            <a:lvl1pPr algn="l">
              <a:buNone/>
              <a:defRPr sz="1650" b="0">
                <a:solidFill>
                  <a:srgbClr val="526773"/>
                </a:solidFill>
                <a:latin typeface="Arial"/>
                <a:ea typeface="Arial"/>
                <a:cs typeface="Arial"/>
              </a:defRPr>
            </a:lvl1pPr>
            <a:lvl2pPr algn="l">
              <a:buNone/>
              <a:defRPr sz="1650" b="0">
                <a:solidFill>
                  <a:srgbClr val="526773"/>
                </a:solidFill>
                <a:latin typeface="Arial"/>
                <a:ea typeface="Arial"/>
                <a:cs typeface="Arial"/>
              </a:defRPr>
            </a:lvl2pPr>
            <a:lvl3pPr algn="l">
              <a:buNone/>
              <a:defRPr sz="1650" b="0">
                <a:solidFill>
                  <a:srgbClr val="526773"/>
                </a:solidFill>
                <a:latin typeface="Arial"/>
                <a:ea typeface="Arial"/>
                <a:cs typeface="Arial"/>
              </a:defRPr>
            </a:lvl3pPr>
            <a:lvl4pPr algn="l">
              <a:buNone/>
              <a:defRPr sz="1650" b="0">
                <a:solidFill>
                  <a:srgbClr val="526773"/>
                </a:solidFill>
                <a:latin typeface="Arial"/>
                <a:ea typeface="Arial"/>
                <a:cs typeface="Arial"/>
              </a:defRPr>
            </a:lvl4pPr>
            <a:lvl5pPr algn="l">
              <a:buNone/>
              <a:defRPr sz="1650" b="0">
                <a:solidFill>
                  <a:srgbClr val="526773"/>
                </a:solidFill>
                <a:latin typeface="Arial"/>
                <a:ea typeface="Arial"/>
                <a:cs typeface="Arial"/>
              </a:defRPr>
            </a:lvl5pPr>
            <a:lvl6pPr algn="l">
              <a:buNone/>
              <a:defRPr sz="1650" b="0">
                <a:solidFill>
                  <a:srgbClr val="526773"/>
                </a:solidFill>
                <a:latin typeface="Arial"/>
                <a:ea typeface="Arial"/>
                <a:cs typeface="Arial"/>
              </a:defRPr>
            </a:lvl6pPr>
            <a:lvl7pPr algn="l">
              <a:buNone/>
              <a:defRPr sz="1650" b="0">
                <a:solidFill>
                  <a:srgbClr val="526773"/>
                </a:solidFill>
                <a:latin typeface="Arial"/>
                <a:ea typeface="Arial"/>
                <a:cs typeface="Arial"/>
              </a:defRPr>
            </a:lvl7pPr>
            <a:lvl8pPr algn="l">
              <a:buNone/>
              <a:defRPr sz="1650" b="0">
                <a:solidFill>
                  <a:srgbClr val="526773"/>
                </a:solidFill>
                <a:latin typeface="Arial"/>
                <a:ea typeface="Arial"/>
                <a:cs typeface="Arial"/>
              </a:defRPr>
            </a:lvl8pPr>
            <a:lvl9pPr algn="l">
              <a:buNone/>
              <a:defRPr sz="1650" b="0">
                <a:solidFill>
                  <a:srgbClr val="526773"/>
                </a:solidFill>
                <a:latin typeface="Arial"/>
                <a:ea typeface="Arial"/>
                <a:cs typeface="Arial"/>
              </a:defRPr>
            </a:lvl9pPr>
          </a:lstStyle>
          <a:p xmlns:a="http://schemas.openxmlformats.org/drawingml/2006/main">
            <a:pPr algn="l">
              <a:buNone/>
              <a:defRPr sz="1650" b="0">
                <a:solidFill>
                  <a:srgbClr val="526773"/>
                </a:solidFill>
                <a:latin typeface="Arial"/>
                <a:ea typeface="Arial"/>
                <a:cs typeface="Arial"/>
              </a:defRPr>
            </a:pPr>
            <a:r>
              <a:rPr sz="1650" b="0">
                <a:solidFill>
                  <a:srgbClr val="526773"/>
                </a:solidFill>
                <a:latin typeface="Arial"/>
                <a:ea typeface="Arial"/>
                <a:cs typeface="Arial"/>
              </a:rPr>
              <a:t>Đăng ký</a:t>
            </a:r>
          </a:p>
        </p:txBody>
      </p:sp>
      <p:sp>
        <p:nvSpPr>
          <p:cNvPr id="17" name="diagram-74">
            <a:extLst xmlns:a="http://schemas.openxmlformats.org/drawingml/2006/main">
              <a:ext uri="{FF2B5EF4-FFF2-40B4-BE49-F238E27FC236}">
                <a16:creationId xmlns:a16="http://schemas.microsoft.com/office/drawing/2014/main" id="{603B6AF1-7F40-41ED-868D-B5A9F3249730}"/>
              </a:ext>
            </a:extLst>
          </p:cNvPr>
          <p:cNvSpPr>
            <a:spLocks xmlns:a="http://schemas.openxmlformats.org/drawingml/2006/main" noGrp="1"/>
          </p:cNvSpPr>
          <p:nvPr/>
        </p:nvSpPr>
        <p:spPr>
          <a:xfrm xmlns:a="http://schemas.openxmlformats.org/drawingml/2006/main">
            <a:off x="4572000" y="4695825"/>
            <a:ext cx="685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00" b="0">
                <a:solidFill>
                  <a:srgbClr val="102A43"/>
                </a:solidFill>
                <a:latin typeface="Arial"/>
                <a:ea typeface="Arial"/>
                <a:cs typeface="Arial"/>
              </a:defRPr>
            </a:defPPr>
            <a:lvl1pPr algn="l">
              <a:buNone/>
              <a:defRPr sz="2100" b="0">
                <a:solidFill>
                  <a:srgbClr val="102A43"/>
                </a:solidFill>
                <a:latin typeface="Arial"/>
                <a:ea typeface="Arial"/>
                <a:cs typeface="Arial"/>
              </a:defRPr>
            </a:lvl1pPr>
            <a:lvl2pPr algn="l">
              <a:buNone/>
              <a:defRPr sz="2100" b="0">
                <a:solidFill>
                  <a:srgbClr val="102A43"/>
                </a:solidFill>
                <a:latin typeface="Arial"/>
                <a:ea typeface="Arial"/>
                <a:cs typeface="Arial"/>
              </a:defRPr>
            </a:lvl2pPr>
            <a:lvl3pPr algn="l">
              <a:buNone/>
              <a:defRPr sz="2100" b="0">
                <a:solidFill>
                  <a:srgbClr val="102A43"/>
                </a:solidFill>
                <a:latin typeface="Arial"/>
                <a:ea typeface="Arial"/>
                <a:cs typeface="Arial"/>
              </a:defRPr>
            </a:lvl3pPr>
            <a:lvl4pPr algn="l">
              <a:buNone/>
              <a:defRPr sz="2100" b="0">
                <a:solidFill>
                  <a:srgbClr val="102A43"/>
                </a:solidFill>
                <a:latin typeface="Arial"/>
                <a:ea typeface="Arial"/>
                <a:cs typeface="Arial"/>
              </a:defRPr>
            </a:lvl4pPr>
            <a:lvl5pPr algn="l">
              <a:buNone/>
              <a:defRPr sz="2100" b="0">
                <a:solidFill>
                  <a:srgbClr val="102A43"/>
                </a:solidFill>
                <a:latin typeface="Arial"/>
                <a:ea typeface="Arial"/>
                <a:cs typeface="Arial"/>
              </a:defRPr>
            </a:lvl5pPr>
            <a:lvl6pPr algn="l">
              <a:buNone/>
              <a:defRPr sz="2100" b="0">
                <a:solidFill>
                  <a:srgbClr val="102A43"/>
                </a:solidFill>
                <a:latin typeface="Arial"/>
                <a:ea typeface="Arial"/>
                <a:cs typeface="Arial"/>
              </a:defRPr>
            </a:lvl6pPr>
            <a:lvl7pPr algn="l">
              <a:buNone/>
              <a:defRPr sz="2100" b="0">
                <a:solidFill>
                  <a:srgbClr val="102A43"/>
                </a:solidFill>
                <a:latin typeface="Arial"/>
                <a:ea typeface="Arial"/>
                <a:cs typeface="Arial"/>
              </a:defRPr>
            </a:lvl7pPr>
            <a:lvl8pPr algn="l">
              <a:buNone/>
              <a:defRPr sz="2100" b="0">
                <a:solidFill>
                  <a:srgbClr val="102A43"/>
                </a:solidFill>
                <a:latin typeface="Arial"/>
                <a:ea typeface="Arial"/>
                <a:cs typeface="Arial"/>
              </a:defRPr>
            </a:lvl8pPr>
            <a:lvl9pPr algn="l">
              <a:buNone/>
              <a:defRPr sz="2100" b="0">
                <a:solidFill>
                  <a:srgbClr val="102A43"/>
                </a:solidFill>
                <a:latin typeface="Arial"/>
                <a:ea typeface="Arial"/>
                <a:cs typeface="Arial"/>
              </a:defRPr>
            </a:lvl9pPr>
          </a:lstStyle>
          <a:p xmlns:a="http://schemas.openxmlformats.org/drawingml/2006/main">
            <a:pPr algn="l">
              <a:buNone/>
              <a:defRPr sz="2100" b="0">
                <a:solidFill>
                  <a:srgbClr val="102A43"/>
                </a:solidFill>
                <a:latin typeface="Arial"/>
                <a:ea typeface="Arial"/>
                <a:cs typeface="Arial"/>
              </a:defRPr>
            </a:pPr>
            <a:r>
              <a:rPr sz="2100" b="0">
                <a:solidFill>
                  <a:srgbClr val="102A43"/>
                </a:solidFill>
                <a:latin typeface="Arial"/>
                <a:ea typeface="Arial"/>
                <a:cs typeface="Arial"/>
              </a:rPr>
              <a:t>Nói rõ phần đã xong và</a:t>
            </a:r>
          </a:p>
          <a:p xmlns:a="http://schemas.openxmlformats.org/drawingml/2006/main">
            <a:pPr algn="l">
              <a:buNone/>
              <a:defRPr sz="2100" b="0">
                <a:solidFill>
                  <a:srgbClr val="102A43"/>
                </a:solidFill>
                <a:latin typeface="Arial"/>
                <a:ea typeface="Arial"/>
                <a:cs typeface="Arial"/>
              </a:defRPr>
            </a:pPr>
            <a:r>
              <a:rPr sz="2100" b="0">
                <a:solidFill>
                  <a:srgbClr val="102A43"/>
                </a:solidFill>
                <a:latin typeface="Arial"/>
                <a:ea typeface="Arial"/>
                <a:cs typeface="Arial"/>
              </a:rPr>
              <a:t>những việc còn cần xác minh.</a:t>
            </a:r>
          </a:p>
        </p:txBody>
      </p:sp>
      <p:sp>
        <p:nvSpPr>
          <p:cNvPr id="18" name="diagram-75">
            <a:extLst xmlns:a="http://schemas.openxmlformats.org/drawingml/2006/main">
              <a:ext uri="{FF2B5EF4-FFF2-40B4-BE49-F238E27FC236}">
                <a16:creationId xmlns:a16="http://schemas.microsoft.com/office/drawing/2014/main" id="{7B80B2BD-C544-4E5A-9A01-AE37E93A24A9}"/>
              </a:ext>
            </a:extLst>
          </p:cNvPr>
          <p:cNvSpPr>
            <a:spLocks xmlns:a="http://schemas.openxmlformats.org/drawingml/2006/main" noGrp="1"/>
          </p:cNvSpPr>
          <p:nvPr/>
        </p:nvSpPr>
        <p:spPr>
          <a:xfrm xmlns:a="http://schemas.openxmlformats.org/drawingml/2006/main">
            <a:off x="571500" y="6324600"/>
            <a:ext cx="990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125" b="0">
                <a:solidFill>
                  <a:srgbClr val="526773"/>
                </a:solidFill>
                <a:latin typeface="Arial"/>
                <a:ea typeface="Arial"/>
                <a:cs typeface="Arial"/>
              </a:defRPr>
            </a:defPPr>
            <a:lvl1pPr algn="l">
              <a:buNone/>
              <a:defRPr sz="1125" b="0">
                <a:solidFill>
                  <a:srgbClr val="526773"/>
                </a:solidFill>
                <a:latin typeface="Arial"/>
                <a:ea typeface="Arial"/>
                <a:cs typeface="Arial"/>
              </a:defRPr>
            </a:lvl1pPr>
            <a:lvl2pPr algn="l">
              <a:buNone/>
              <a:defRPr sz="1125" b="0">
                <a:solidFill>
                  <a:srgbClr val="526773"/>
                </a:solidFill>
                <a:latin typeface="Arial"/>
                <a:ea typeface="Arial"/>
                <a:cs typeface="Arial"/>
              </a:defRPr>
            </a:lvl2pPr>
            <a:lvl3pPr algn="l">
              <a:buNone/>
              <a:defRPr sz="1125" b="0">
                <a:solidFill>
                  <a:srgbClr val="526773"/>
                </a:solidFill>
                <a:latin typeface="Arial"/>
                <a:ea typeface="Arial"/>
                <a:cs typeface="Arial"/>
              </a:defRPr>
            </a:lvl3pPr>
            <a:lvl4pPr algn="l">
              <a:buNone/>
              <a:defRPr sz="1125" b="0">
                <a:solidFill>
                  <a:srgbClr val="526773"/>
                </a:solidFill>
                <a:latin typeface="Arial"/>
                <a:ea typeface="Arial"/>
                <a:cs typeface="Arial"/>
              </a:defRPr>
            </a:lvl4pPr>
            <a:lvl5pPr algn="l">
              <a:buNone/>
              <a:defRPr sz="1125" b="0">
                <a:solidFill>
                  <a:srgbClr val="526773"/>
                </a:solidFill>
                <a:latin typeface="Arial"/>
                <a:ea typeface="Arial"/>
                <a:cs typeface="Arial"/>
              </a:defRPr>
            </a:lvl5pPr>
            <a:lvl6pPr algn="l">
              <a:buNone/>
              <a:defRPr sz="1125" b="0">
                <a:solidFill>
                  <a:srgbClr val="526773"/>
                </a:solidFill>
                <a:latin typeface="Arial"/>
                <a:ea typeface="Arial"/>
                <a:cs typeface="Arial"/>
              </a:defRPr>
            </a:lvl6pPr>
            <a:lvl7pPr algn="l">
              <a:buNone/>
              <a:defRPr sz="1125" b="0">
                <a:solidFill>
                  <a:srgbClr val="526773"/>
                </a:solidFill>
                <a:latin typeface="Arial"/>
                <a:ea typeface="Arial"/>
                <a:cs typeface="Arial"/>
              </a:defRPr>
            </a:lvl7pPr>
            <a:lvl8pPr algn="l">
              <a:buNone/>
              <a:defRPr sz="1125" b="0">
                <a:solidFill>
                  <a:srgbClr val="526773"/>
                </a:solidFill>
                <a:latin typeface="Arial"/>
                <a:ea typeface="Arial"/>
                <a:cs typeface="Arial"/>
              </a:defRPr>
            </a:lvl8pPr>
            <a:lvl9pPr algn="l">
              <a:buNone/>
              <a:defRPr sz="1125" b="0">
                <a:solidFill>
                  <a:srgbClr val="526773"/>
                </a:solidFill>
                <a:latin typeface="Arial"/>
                <a:ea typeface="Arial"/>
                <a:cs typeface="Arial"/>
              </a:defRPr>
            </a:lvl9pPr>
          </a:lstStyle>
          <a:p xmlns:a="http://schemas.openxmlformats.org/drawingml/2006/main">
            <a:pPr algn="l">
              <a:buNone/>
              <a:defRPr sz="1125" b="0">
                <a:solidFill>
                  <a:srgbClr val="526773"/>
                </a:solidFill>
                <a:latin typeface="Arial"/>
                <a:ea typeface="Arial"/>
                <a:cs typeface="Arial"/>
              </a:defRPr>
            </a:pPr>
            <a:r>
              <a:rPr sz="1125" b="0">
                <a:solidFill>
                  <a:srgbClr val="526773"/>
                </a:solidFill>
                <a:latin typeface="Arial"/>
                <a:ea typeface="Arial"/>
                <a:cs typeface="Arial"/>
              </a:rPr>
              <a:t>Nguồn chính thức và giới hạn áp dụng giữ trong ghi chú và repo.</a:t>
            </a:r>
          </a:p>
        </p:txBody>
      </p:sp>
      <p:sp>
        <p:nvSpPr>
          <p:cNvPr id="19" name="diagram-76">
            <a:extLst xmlns:a="http://schemas.openxmlformats.org/drawingml/2006/main">
              <a:ext uri="{FF2B5EF4-FFF2-40B4-BE49-F238E27FC236}">
                <a16:creationId xmlns:a16="http://schemas.microsoft.com/office/drawing/2014/main" id="{9F117C66-215A-4F29-9184-F5C59C04A334}"/>
              </a:ext>
            </a:extLst>
          </p:cNvPr>
          <p:cNvSpPr>
            <a:spLocks xmlns:a="http://schemas.openxmlformats.org/drawingml/2006/main" noGrp="1"/>
          </p:cNvSpPr>
          <p:nvPr/>
        </p:nvSpPr>
        <p:spPr>
          <a:xfrm xmlns:a="http://schemas.openxmlformats.org/drawingml/2006/main">
            <a:off x="11334750" y="6324600"/>
            <a:ext cx="381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1275" b="1">
                <a:solidFill>
                  <a:srgbClr val="246BCE"/>
                </a:solidFill>
                <a:latin typeface="Arial"/>
                <a:ea typeface="Arial"/>
                <a:cs typeface="Arial"/>
              </a:defRPr>
            </a:defPPr>
            <a:lvl1pPr algn="r">
              <a:buNone/>
              <a:defRPr sz="1275" b="1">
                <a:solidFill>
                  <a:srgbClr val="246BCE"/>
                </a:solidFill>
                <a:latin typeface="Arial"/>
                <a:ea typeface="Arial"/>
                <a:cs typeface="Arial"/>
              </a:defRPr>
            </a:lvl1pPr>
            <a:lvl2pPr algn="r">
              <a:buNone/>
              <a:defRPr sz="1275" b="1">
                <a:solidFill>
                  <a:srgbClr val="246BCE"/>
                </a:solidFill>
                <a:latin typeface="Arial"/>
                <a:ea typeface="Arial"/>
                <a:cs typeface="Arial"/>
              </a:defRPr>
            </a:lvl2pPr>
            <a:lvl3pPr algn="r">
              <a:buNone/>
              <a:defRPr sz="1275" b="1">
                <a:solidFill>
                  <a:srgbClr val="246BCE"/>
                </a:solidFill>
                <a:latin typeface="Arial"/>
                <a:ea typeface="Arial"/>
                <a:cs typeface="Arial"/>
              </a:defRPr>
            </a:lvl3pPr>
            <a:lvl4pPr algn="r">
              <a:buNone/>
              <a:defRPr sz="1275" b="1">
                <a:solidFill>
                  <a:srgbClr val="246BCE"/>
                </a:solidFill>
                <a:latin typeface="Arial"/>
                <a:ea typeface="Arial"/>
                <a:cs typeface="Arial"/>
              </a:defRPr>
            </a:lvl4pPr>
            <a:lvl5pPr algn="r">
              <a:buNone/>
              <a:defRPr sz="1275" b="1">
                <a:solidFill>
                  <a:srgbClr val="246BCE"/>
                </a:solidFill>
                <a:latin typeface="Arial"/>
                <a:ea typeface="Arial"/>
                <a:cs typeface="Arial"/>
              </a:defRPr>
            </a:lvl5pPr>
            <a:lvl6pPr algn="r">
              <a:buNone/>
              <a:defRPr sz="1275" b="1">
                <a:solidFill>
                  <a:srgbClr val="246BCE"/>
                </a:solidFill>
                <a:latin typeface="Arial"/>
                <a:ea typeface="Arial"/>
                <a:cs typeface="Arial"/>
              </a:defRPr>
            </a:lvl6pPr>
            <a:lvl7pPr algn="r">
              <a:buNone/>
              <a:defRPr sz="1275" b="1">
                <a:solidFill>
                  <a:srgbClr val="246BCE"/>
                </a:solidFill>
                <a:latin typeface="Arial"/>
                <a:ea typeface="Arial"/>
                <a:cs typeface="Arial"/>
              </a:defRPr>
            </a:lvl7pPr>
            <a:lvl8pPr algn="r">
              <a:buNone/>
              <a:defRPr sz="1275" b="1">
                <a:solidFill>
                  <a:srgbClr val="246BCE"/>
                </a:solidFill>
                <a:latin typeface="Arial"/>
                <a:ea typeface="Arial"/>
                <a:cs typeface="Arial"/>
              </a:defRPr>
            </a:lvl8pPr>
            <a:lvl9pPr algn="r">
              <a:buNone/>
              <a:defRPr sz="1275" b="1">
                <a:solidFill>
                  <a:srgbClr val="246BCE"/>
                </a:solidFill>
                <a:latin typeface="Arial"/>
                <a:ea typeface="Arial"/>
                <a:cs typeface="Arial"/>
              </a:defRPr>
            </a:lvl9pPr>
          </a:lstStyle>
          <a:p xmlns:a="http://schemas.openxmlformats.org/drawingml/2006/main">
            <a:pPr algn="r">
              <a:buNone/>
              <a:defRPr sz="1275" b="1">
                <a:solidFill>
                  <a:srgbClr val="246BCE"/>
                </a:solidFill>
                <a:latin typeface="Arial"/>
                <a:ea typeface="Arial"/>
                <a:cs typeface="Arial"/>
              </a:defRPr>
            </a:pPr>
            <a:r>
              <a:rPr sz="1275" b="1">
                <a:solidFill>
                  <a:srgbClr val="246BCE"/>
                </a:solidFill>
                <a:latin typeface="Arial"/>
                <a:ea typeface="Arial"/>
                <a:cs typeface="Arial"/>
              </a:rPr>
              <a:t>05</a:t>
            </a:r>
          </a:p>
        </p:txBody>
      </p:sp>
    </p:spTree>
    <p:extLst>
      <p:ext uri="{BB962C8B-B14F-4D97-AF65-F5344CB8AC3E}">
        <p14:creationId xmlns:p14="http://schemas.microsoft.com/office/powerpoint/2010/main" val="2120136452"/>
      </p:ext>
    </p:extLst>
  </p:cSld>
</p:sld>
</file>

<file path=ppt/slides/slide6.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42" name="diagram-77">
            <a:extLst xmlns:a="http://schemas.openxmlformats.org/drawingml/2006/main">
              <a:ext uri="{FF2B5EF4-FFF2-40B4-BE49-F238E27FC236}">
                <a16:creationId xmlns:a16="http://schemas.microsoft.com/office/drawing/2014/main" id="{210D8B86-48E3-4276-A60C-A40D98C75DF1}"/>
              </a:ext>
            </a:extLst>
          </p:cNvPr>
          <p:cNvSpPr>
            <a:spLocks xmlns:a="http://schemas.openxmlformats.org/drawingml/2006/main" noGrp="1"/>
          </p:cNvSpPr>
          <p:nvPr/>
        </p:nvSpPr>
        <p:spPr>
          <a:xfrm xmlns:a="http://schemas.openxmlformats.org/drawingml/2006/main">
            <a:off x="571500" y="4000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150" b="1">
                <a:solidFill>
                  <a:srgbClr val="102A43"/>
                </a:solidFill>
                <a:latin typeface="Arial"/>
                <a:ea typeface="Arial"/>
                <a:cs typeface="Arial"/>
              </a:defRPr>
            </a:defPPr>
            <a:lvl1pPr algn="l">
              <a:buNone/>
              <a:defRPr sz="3150" b="1">
                <a:solidFill>
                  <a:srgbClr val="102A43"/>
                </a:solidFill>
                <a:latin typeface="Arial"/>
                <a:ea typeface="Arial"/>
                <a:cs typeface="Arial"/>
              </a:defRPr>
            </a:lvl1pPr>
            <a:lvl2pPr algn="l">
              <a:buNone/>
              <a:defRPr sz="3150" b="1">
                <a:solidFill>
                  <a:srgbClr val="102A43"/>
                </a:solidFill>
                <a:latin typeface="Arial"/>
                <a:ea typeface="Arial"/>
                <a:cs typeface="Arial"/>
              </a:defRPr>
            </a:lvl2pPr>
            <a:lvl3pPr algn="l">
              <a:buNone/>
              <a:defRPr sz="3150" b="1">
                <a:solidFill>
                  <a:srgbClr val="102A43"/>
                </a:solidFill>
                <a:latin typeface="Arial"/>
                <a:ea typeface="Arial"/>
                <a:cs typeface="Arial"/>
              </a:defRPr>
            </a:lvl3pPr>
            <a:lvl4pPr algn="l">
              <a:buNone/>
              <a:defRPr sz="3150" b="1">
                <a:solidFill>
                  <a:srgbClr val="102A43"/>
                </a:solidFill>
                <a:latin typeface="Arial"/>
                <a:ea typeface="Arial"/>
                <a:cs typeface="Arial"/>
              </a:defRPr>
            </a:lvl4pPr>
            <a:lvl5pPr algn="l">
              <a:buNone/>
              <a:defRPr sz="3150" b="1">
                <a:solidFill>
                  <a:srgbClr val="102A43"/>
                </a:solidFill>
                <a:latin typeface="Arial"/>
                <a:ea typeface="Arial"/>
                <a:cs typeface="Arial"/>
              </a:defRPr>
            </a:lvl5pPr>
            <a:lvl6pPr algn="l">
              <a:buNone/>
              <a:defRPr sz="3150" b="1">
                <a:solidFill>
                  <a:srgbClr val="102A43"/>
                </a:solidFill>
                <a:latin typeface="Arial"/>
                <a:ea typeface="Arial"/>
                <a:cs typeface="Arial"/>
              </a:defRPr>
            </a:lvl6pPr>
            <a:lvl7pPr algn="l">
              <a:buNone/>
              <a:defRPr sz="3150" b="1">
                <a:solidFill>
                  <a:srgbClr val="102A43"/>
                </a:solidFill>
                <a:latin typeface="Arial"/>
                <a:ea typeface="Arial"/>
                <a:cs typeface="Arial"/>
              </a:defRPr>
            </a:lvl7pPr>
            <a:lvl8pPr algn="l">
              <a:buNone/>
              <a:defRPr sz="3150" b="1">
                <a:solidFill>
                  <a:srgbClr val="102A43"/>
                </a:solidFill>
                <a:latin typeface="Arial"/>
                <a:ea typeface="Arial"/>
                <a:cs typeface="Arial"/>
              </a:defRPr>
            </a:lvl8pPr>
            <a:lvl9pPr algn="l">
              <a:buNone/>
              <a:defRPr sz="3150" b="1">
                <a:solidFill>
                  <a:srgbClr val="102A43"/>
                </a:solidFill>
                <a:latin typeface="Arial"/>
                <a:ea typeface="Arial"/>
                <a:cs typeface="Arial"/>
              </a:defRPr>
            </a:lvl9pPr>
          </a:lstStyle>
          <a:p xmlns:a="http://schemas.openxmlformats.org/drawingml/2006/main">
            <a:pPr algn="l">
              <a:buNone/>
              <a:defRPr sz="3150" b="1">
                <a:solidFill>
                  <a:srgbClr val="102A43"/>
                </a:solidFill>
                <a:latin typeface="Arial"/>
                <a:ea typeface="Arial"/>
                <a:cs typeface="Arial"/>
              </a:defRPr>
            </a:pPr>
            <a:r>
              <a:rPr sz="3150" b="1">
                <a:solidFill>
                  <a:srgbClr val="102A43"/>
                </a:solidFill>
                <a:latin typeface="Arial"/>
                <a:ea typeface="Arial"/>
                <a:cs typeface="Arial"/>
              </a:rPr>
              <a:t>Điều phối thủ tục theo lượng người chờ</a:t>
            </a:r>
          </a:p>
        </p:txBody>
      </p:sp>
      <p:sp>
        <p:nvSpPr>
          <p:cNvPr id="2" name="diagram-78">
            <a:extLst xmlns:a="http://schemas.openxmlformats.org/drawingml/2006/main">
              <a:ext uri="{FF2B5EF4-FFF2-40B4-BE49-F238E27FC236}">
                <a16:creationId xmlns:a16="http://schemas.microsoft.com/office/drawing/2014/main" id="{0DD4B106-0483-4D4A-A80D-133F10F6EAC5}"/>
              </a:ext>
            </a:extLst>
          </p:cNvPr>
          <p:cNvSpPr>
            <a:spLocks xmlns:a="http://schemas.openxmlformats.org/drawingml/2006/main" noGrp="1"/>
          </p:cNvSpPr>
          <p:nvPr/>
        </p:nvSpPr>
        <p:spPr>
          <a:xfrm xmlns:a="http://schemas.openxmlformats.org/drawingml/2006/main">
            <a:off x="571500" y="1143000"/>
            <a:ext cx="11049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725" b="0">
                <a:solidFill>
                  <a:srgbClr val="526773"/>
                </a:solidFill>
                <a:latin typeface="Arial"/>
                <a:ea typeface="Arial"/>
                <a:cs typeface="Arial"/>
              </a:defRPr>
            </a:defPPr>
            <a:lvl1pPr algn="l">
              <a:buNone/>
              <a:defRPr sz="1725" b="0">
                <a:solidFill>
                  <a:srgbClr val="526773"/>
                </a:solidFill>
                <a:latin typeface="Arial"/>
                <a:ea typeface="Arial"/>
                <a:cs typeface="Arial"/>
              </a:defRPr>
            </a:lvl1pPr>
            <a:lvl2pPr algn="l">
              <a:buNone/>
              <a:defRPr sz="1725" b="0">
                <a:solidFill>
                  <a:srgbClr val="526773"/>
                </a:solidFill>
                <a:latin typeface="Arial"/>
                <a:ea typeface="Arial"/>
                <a:cs typeface="Arial"/>
              </a:defRPr>
            </a:lvl2pPr>
            <a:lvl3pPr algn="l">
              <a:buNone/>
              <a:defRPr sz="1725" b="0">
                <a:solidFill>
                  <a:srgbClr val="526773"/>
                </a:solidFill>
                <a:latin typeface="Arial"/>
                <a:ea typeface="Arial"/>
                <a:cs typeface="Arial"/>
              </a:defRPr>
            </a:lvl3pPr>
            <a:lvl4pPr algn="l">
              <a:buNone/>
              <a:defRPr sz="1725" b="0">
                <a:solidFill>
                  <a:srgbClr val="526773"/>
                </a:solidFill>
                <a:latin typeface="Arial"/>
                <a:ea typeface="Arial"/>
                <a:cs typeface="Arial"/>
              </a:defRPr>
            </a:lvl4pPr>
            <a:lvl5pPr algn="l">
              <a:buNone/>
              <a:defRPr sz="1725" b="0">
                <a:solidFill>
                  <a:srgbClr val="526773"/>
                </a:solidFill>
                <a:latin typeface="Arial"/>
                <a:ea typeface="Arial"/>
                <a:cs typeface="Arial"/>
              </a:defRPr>
            </a:lvl5pPr>
            <a:lvl6pPr algn="l">
              <a:buNone/>
              <a:defRPr sz="1725" b="0">
                <a:solidFill>
                  <a:srgbClr val="526773"/>
                </a:solidFill>
                <a:latin typeface="Arial"/>
                <a:ea typeface="Arial"/>
                <a:cs typeface="Arial"/>
              </a:defRPr>
            </a:lvl6pPr>
            <a:lvl7pPr algn="l">
              <a:buNone/>
              <a:defRPr sz="1725" b="0">
                <a:solidFill>
                  <a:srgbClr val="526773"/>
                </a:solidFill>
                <a:latin typeface="Arial"/>
                <a:ea typeface="Arial"/>
                <a:cs typeface="Arial"/>
              </a:defRPr>
            </a:lvl7pPr>
            <a:lvl8pPr algn="l">
              <a:buNone/>
              <a:defRPr sz="1725" b="0">
                <a:solidFill>
                  <a:srgbClr val="526773"/>
                </a:solidFill>
                <a:latin typeface="Arial"/>
                <a:ea typeface="Arial"/>
                <a:cs typeface="Arial"/>
              </a:defRPr>
            </a:lvl8pPr>
            <a:lvl9pPr algn="l">
              <a:buNone/>
              <a:defRPr sz="1725" b="0">
                <a:solidFill>
                  <a:srgbClr val="526773"/>
                </a:solidFill>
                <a:latin typeface="Arial"/>
                <a:ea typeface="Arial"/>
                <a:cs typeface="Arial"/>
              </a:defRPr>
            </a:lvl9pPr>
          </a:lstStyle>
          <a:p xmlns:a="http://schemas.openxmlformats.org/drawingml/2006/main">
            <a:pPr algn="l">
              <a:buNone/>
              <a:defRPr sz="1725" b="0">
                <a:solidFill>
                  <a:srgbClr val="526773"/>
                </a:solidFill>
                <a:latin typeface="Arial"/>
                <a:ea typeface="Arial"/>
                <a:cs typeface="Arial"/>
              </a:defRPr>
            </a:pPr>
            <a:r>
              <a:rPr sz="1725" b="0">
                <a:solidFill>
                  <a:srgbClr val="526773"/>
                </a:solidFill>
                <a:latin typeface="Arial"/>
                <a:ea typeface="Arial"/>
                <a:cs typeface="Arial"/>
              </a:rPr>
              <a:t>Chọn phòng ít người trước; cùng số người thì chọn phòng gần nhất</a:t>
            </a:r>
          </a:p>
        </p:txBody>
      </p:sp>
      <p:pic>
        <p:nvPicPr>
          <p:cNvPr id="3" name="">
            <a:extLst xmlns:a="http://schemas.openxmlformats.org/drawingml/2006/main">
              <a:ext uri="{FF2B5EF4-FFF2-40B4-BE49-F238E27FC236}">
                <a16:creationId xmlns:a16="http://schemas.microsoft.com/office/drawing/2014/main" id="{9E013666-1A8D-45BF-B6C8-536D8C5E9B06}"/>
              </a:ext>
            </a:extLst>
          </p:cNvPr>
          <p:cNvPicPr>
            <a:picLocks xmlns:a="http://schemas.openxmlformats.org/drawingml/2006/main" noChangeAspect="1"/>
          </p:cNvPicPr>
          <p:nvPr/>
        </p:nvPicPr>
        <p:blipFill>
          <a:blip xmlns:r="http://schemas.openxmlformats.org/officeDocument/2006/relationships" xmlns:a="http://schemas.openxmlformats.org/drawingml/2006/main" r:embed="Rcf81c6590ba24a2c">
            <a:extLst>
              <a:ext uri="{96DAC541-7B7A-43D3-8B79-37D633B846F1}">
                <asvg:svgBlip xmlns:asvg="http://schemas.microsoft.com/office/drawing/2016/SVG/main" r:embed="Rf6a11b4b2ae64d07"/>
              </a:ext>
            </a:extLst>
          </a:blip>
          <a:stretch xmlns:a="http://schemas.openxmlformats.org/drawingml/2006/main"/>
        </p:blipFill>
        <p:spPr>
          <a:xfrm xmlns:a="http://schemas.openxmlformats.org/drawingml/2006/main">
            <a:off x="1171575" y="1676400"/>
            <a:ext cx="323850" cy="323850"/>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DDCFE5C5-3CCB-4B62-94F5-72F75CF43509}"/>
              </a:ext>
            </a:extLst>
          </p:cNvPr>
          <p:cNvPicPr>
            <a:picLocks xmlns:a="http://schemas.openxmlformats.org/drawingml/2006/main" noChangeAspect="1"/>
          </p:cNvPicPr>
          <p:nvPr/>
        </p:nvPicPr>
        <p:blipFill>
          <a:blip xmlns:r="http://schemas.openxmlformats.org/officeDocument/2006/relationships" xmlns:a="http://schemas.openxmlformats.org/drawingml/2006/main" r:embed="R657627d52cd54f5c">
            <a:extLst>
              <a:ext uri="{96DAC541-7B7A-43D3-8B79-37D633B846F1}">
                <asvg:svgBlip xmlns:asvg="http://schemas.microsoft.com/office/drawing/2016/SVG/main" r:embed="R0456e3a9ca0246b9"/>
              </a:ext>
            </a:extLst>
          </a:blip>
          <a:stretch xmlns:a="http://schemas.openxmlformats.org/drawingml/2006/main"/>
        </p:blipFill>
        <p:spPr>
          <a:xfrm xmlns:a="http://schemas.openxmlformats.org/drawingml/2006/main">
            <a:off x="3076575" y="1676400"/>
            <a:ext cx="323850" cy="323850"/>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88AA0963-9D43-4E75-8C55-BC78408CE186}"/>
              </a:ext>
            </a:extLst>
          </p:cNvPr>
          <p:cNvPicPr>
            <a:picLocks xmlns:a="http://schemas.openxmlformats.org/drawingml/2006/main" noChangeAspect="1"/>
          </p:cNvPicPr>
          <p:nvPr/>
        </p:nvPicPr>
        <p:blipFill>
          <a:blip xmlns:r="http://schemas.openxmlformats.org/officeDocument/2006/relationships" xmlns:a="http://schemas.openxmlformats.org/drawingml/2006/main" r:embed="R7bb72e9976d044b2">
            <a:extLst>
              <a:ext uri="{96DAC541-7B7A-43D3-8B79-37D633B846F1}">
                <asvg:svgBlip xmlns:asvg="http://schemas.microsoft.com/office/drawing/2016/SVG/main" r:embed="Re7a36849247e41ac"/>
              </a:ext>
            </a:extLst>
          </a:blip>
          <a:stretch xmlns:a="http://schemas.openxmlformats.org/drawingml/2006/main"/>
        </p:blipFill>
        <p:spPr>
          <a:xfrm xmlns:a="http://schemas.openxmlformats.org/drawingml/2006/main">
            <a:off x="4981575" y="1676400"/>
            <a:ext cx="323850" cy="323850"/>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FD90A6A9-BA58-487C-A1B3-DB155089B0F2}"/>
              </a:ext>
            </a:extLst>
          </p:cNvPr>
          <p:cNvPicPr>
            <a:picLocks xmlns:a="http://schemas.openxmlformats.org/drawingml/2006/main" noChangeAspect="1"/>
          </p:cNvPicPr>
          <p:nvPr/>
        </p:nvPicPr>
        <p:blipFill>
          <a:blip xmlns:r="http://schemas.openxmlformats.org/officeDocument/2006/relationships" xmlns:a="http://schemas.openxmlformats.org/drawingml/2006/main" r:embed="R4c9b48340953423e">
            <a:extLst>
              <a:ext uri="{96DAC541-7B7A-43D3-8B79-37D633B846F1}">
                <asvg:svgBlip xmlns:asvg="http://schemas.microsoft.com/office/drawing/2016/SVG/main" r:embed="R013e90ce51944a07"/>
              </a:ext>
            </a:extLst>
          </a:blip>
          <a:stretch xmlns:a="http://schemas.openxmlformats.org/drawingml/2006/main"/>
        </p:blipFill>
        <p:spPr>
          <a:xfrm xmlns:a="http://schemas.openxmlformats.org/drawingml/2006/main">
            <a:off x="6886575" y="1676400"/>
            <a:ext cx="323850" cy="323850"/>
          </a:xfrm>
          <a:prstGeom xmlns:a="http://schemas.openxmlformats.org/drawingml/2006/main" prst="rect">
            <a:avLst/>
          </a:prstGeom>
        </p:spPr>
      </p:pic>
      <p:pic>
        <p:nvPicPr>
          <p:cNvPr id="7" name="">
            <a:extLst xmlns:a="http://schemas.openxmlformats.org/drawingml/2006/main">
              <a:ext uri="{FF2B5EF4-FFF2-40B4-BE49-F238E27FC236}">
                <a16:creationId xmlns:a16="http://schemas.microsoft.com/office/drawing/2014/main" id="{E4B6E187-091F-4CC0-A623-9B251A85C97D}"/>
              </a:ext>
            </a:extLst>
          </p:cNvPr>
          <p:cNvPicPr>
            <a:picLocks xmlns:a="http://schemas.openxmlformats.org/drawingml/2006/main" noChangeAspect="1"/>
          </p:cNvPicPr>
          <p:nvPr/>
        </p:nvPicPr>
        <p:blipFill>
          <a:blip xmlns:r="http://schemas.openxmlformats.org/officeDocument/2006/relationships" xmlns:a="http://schemas.openxmlformats.org/drawingml/2006/main" r:embed="R68e1936883ea4805">
            <a:extLst>
              <a:ext uri="{96DAC541-7B7A-43D3-8B79-37D633B846F1}">
                <asvg:svgBlip xmlns:asvg="http://schemas.microsoft.com/office/drawing/2016/SVG/main" r:embed="R6f728dc28a734a6c"/>
              </a:ext>
            </a:extLst>
          </a:blip>
          <a:stretch xmlns:a="http://schemas.openxmlformats.org/drawingml/2006/main"/>
        </p:blipFill>
        <p:spPr>
          <a:xfrm xmlns:a="http://schemas.openxmlformats.org/drawingml/2006/main">
            <a:off x="8791575" y="1676400"/>
            <a:ext cx="323850" cy="32385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C13B36CB-1877-4440-A27C-4A40AF0C6BA1}"/>
              </a:ext>
            </a:extLst>
          </p:cNvPr>
          <p:cNvPicPr>
            <a:picLocks xmlns:a="http://schemas.openxmlformats.org/drawingml/2006/main" noChangeAspect="1"/>
          </p:cNvPicPr>
          <p:nvPr/>
        </p:nvPicPr>
        <p:blipFill>
          <a:blip xmlns:r="http://schemas.openxmlformats.org/officeDocument/2006/relationships" xmlns:a="http://schemas.openxmlformats.org/drawingml/2006/main" r:embed="Ra566a795b38c4623">
            <a:extLst>
              <a:ext uri="{96DAC541-7B7A-43D3-8B79-37D633B846F1}">
                <asvg:svgBlip xmlns:asvg="http://schemas.microsoft.com/office/drawing/2016/SVG/main" r:embed="R4584d9e9d6f14232"/>
              </a:ext>
            </a:extLst>
          </a:blip>
          <a:stretch xmlns:a="http://schemas.openxmlformats.org/drawingml/2006/main"/>
        </p:blipFill>
        <p:spPr>
          <a:xfrm xmlns:a="http://schemas.openxmlformats.org/drawingml/2006/main">
            <a:off x="10696575" y="1676400"/>
            <a:ext cx="323850" cy="323850"/>
          </a:xfrm>
          <a:prstGeom xmlns:a="http://schemas.openxmlformats.org/drawingml/2006/main" prst="rect">
            <a:avLst/>
          </a:prstGeom>
        </p:spPr>
      </p:pic>
      <p:sp>
        <p:nvSpPr>
          <p:cNvPr id="9" name="diagram-79">
            <a:extLst xmlns:a="http://schemas.openxmlformats.org/drawingml/2006/main">
              <a:ext uri="{FF2B5EF4-FFF2-40B4-BE49-F238E27FC236}">
                <a16:creationId xmlns:a16="http://schemas.microsoft.com/office/drawing/2014/main" id="{1CFCC291-B3FE-4E5B-8652-56BD99DB67E9}"/>
              </a:ext>
            </a:extLst>
          </p:cNvPr>
          <p:cNvSpPr>
            <a:spLocks xmlns:a="http://schemas.openxmlformats.org/drawingml/2006/main" noGrp="1"/>
          </p:cNvSpPr>
          <p:nvPr/>
        </p:nvSpPr>
        <p:spPr>
          <a:xfrm xmlns:a="http://schemas.openxmlformats.org/drawingml/2006/main">
            <a:off x="571500" y="2095500"/>
            <a:ext cx="152400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19050">
            <a:solidFill>
              <a:srgbClr val="246BCE"/>
            </a:solidFill>
            <a:prstDash val="solid"/>
          </a:ln>
        </p:spPr>
      </p:sp>
      <p:sp>
        <p:nvSpPr>
          <p:cNvPr id="10" name="diagram-80">
            <a:extLst xmlns:a="http://schemas.openxmlformats.org/drawingml/2006/main">
              <a:ext uri="{FF2B5EF4-FFF2-40B4-BE49-F238E27FC236}">
                <a16:creationId xmlns:a16="http://schemas.microsoft.com/office/drawing/2014/main" id="{2DB82579-3382-4D8F-9CD8-C0683A7E81E0}"/>
              </a:ext>
            </a:extLst>
          </p:cNvPr>
          <p:cNvSpPr>
            <a:spLocks xmlns:a="http://schemas.openxmlformats.org/drawingml/2006/main" noGrp="1"/>
          </p:cNvSpPr>
          <p:nvPr/>
        </p:nvSpPr>
        <p:spPr>
          <a:xfrm xmlns:a="http://schemas.openxmlformats.org/drawingml/2006/main">
            <a:off x="666750" y="2143125"/>
            <a:ext cx="1333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725" b="1">
                <a:solidFill>
                  <a:srgbClr val="102A43"/>
                </a:solidFill>
                <a:latin typeface="Arial"/>
                <a:ea typeface="Arial"/>
                <a:cs typeface="Arial"/>
              </a:defRPr>
            </a:defPPr>
            <a:lvl1pPr algn="ctr">
              <a:buNone/>
              <a:defRPr sz="1725" b="1">
                <a:solidFill>
                  <a:srgbClr val="102A43"/>
                </a:solidFill>
                <a:latin typeface="Arial"/>
                <a:ea typeface="Arial"/>
                <a:cs typeface="Arial"/>
              </a:defRPr>
            </a:lvl1pPr>
            <a:lvl2pPr algn="ctr">
              <a:buNone/>
              <a:defRPr sz="1725" b="1">
                <a:solidFill>
                  <a:srgbClr val="102A43"/>
                </a:solidFill>
                <a:latin typeface="Arial"/>
                <a:ea typeface="Arial"/>
                <a:cs typeface="Arial"/>
              </a:defRPr>
            </a:lvl2pPr>
            <a:lvl3pPr algn="ctr">
              <a:buNone/>
              <a:defRPr sz="1725" b="1">
                <a:solidFill>
                  <a:srgbClr val="102A43"/>
                </a:solidFill>
                <a:latin typeface="Arial"/>
                <a:ea typeface="Arial"/>
                <a:cs typeface="Arial"/>
              </a:defRPr>
            </a:lvl3pPr>
            <a:lvl4pPr algn="ctr">
              <a:buNone/>
              <a:defRPr sz="1725" b="1">
                <a:solidFill>
                  <a:srgbClr val="102A43"/>
                </a:solidFill>
                <a:latin typeface="Arial"/>
                <a:ea typeface="Arial"/>
                <a:cs typeface="Arial"/>
              </a:defRPr>
            </a:lvl4pPr>
            <a:lvl5pPr algn="ctr">
              <a:buNone/>
              <a:defRPr sz="1725" b="1">
                <a:solidFill>
                  <a:srgbClr val="102A43"/>
                </a:solidFill>
                <a:latin typeface="Arial"/>
                <a:ea typeface="Arial"/>
                <a:cs typeface="Arial"/>
              </a:defRPr>
            </a:lvl5pPr>
            <a:lvl6pPr algn="ctr">
              <a:buNone/>
              <a:defRPr sz="1725" b="1">
                <a:solidFill>
                  <a:srgbClr val="102A43"/>
                </a:solidFill>
                <a:latin typeface="Arial"/>
                <a:ea typeface="Arial"/>
                <a:cs typeface="Arial"/>
              </a:defRPr>
            </a:lvl6pPr>
            <a:lvl7pPr algn="ctr">
              <a:buNone/>
              <a:defRPr sz="1725" b="1">
                <a:solidFill>
                  <a:srgbClr val="102A43"/>
                </a:solidFill>
                <a:latin typeface="Arial"/>
                <a:ea typeface="Arial"/>
                <a:cs typeface="Arial"/>
              </a:defRPr>
            </a:lvl7pPr>
            <a:lvl8pPr algn="ctr">
              <a:buNone/>
              <a:defRPr sz="1725" b="1">
                <a:solidFill>
                  <a:srgbClr val="102A43"/>
                </a:solidFill>
                <a:latin typeface="Arial"/>
                <a:ea typeface="Arial"/>
                <a:cs typeface="Arial"/>
              </a:defRPr>
            </a:lvl8pPr>
            <a:lvl9pPr algn="ctr">
              <a:buNone/>
              <a:defRPr sz="1725" b="1">
                <a:solidFill>
                  <a:srgbClr val="102A43"/>
                </a:solidFill>
                <a:latin typeface="Arial"/>
                <a:ea typeface="Arial"/>
                <a:cs typeface="Arial"/>
              </a:defRPr>
            </a:lvl9pPr>
          </a:lstStyle>
          <a:p xmlns:a="http://schemas.openxmlformats.org/drawingml/2006/main">
            <a:pPr algn="ctr">
              <a:buNone/>
              <a:defRPr sz="1725" b="1">
                <a:solidFill>
                  <a:srgbClr val="102A43"/>
                </a:solidFill>
                <a:latin typeface="Arial"/>
                <a:ea typeface="Arial"/>
                <a:cs typeface="Arial"/>
              </a:defRPr>
            </a:pPr>
            <a:r>
              <a:rPr sz="1725" b="1">
                <a:solidFill>
                  <a:srgbClr val="102A43"/>
                </a:solidFill>
                <a:latin typeface="Arial"/>
                <a:ea typeface="Arial"/>
                <a:cs typeface="Arial"/>
              </a:rPr>
              <a:t>Khám đầu</a:t>
            </a:r>
          </a:p>
        </p:txBody>
      </p:sp>
      <p:sp>
        <p:nvSpPr>
          <p:cNvPr id="11" name="diagram-81">
            <a:extLst xmlns:a="http://schemas.openxmlformats.org/drawingml/2006/main">
              <a:ext uri="{FF2B5EF4-FFF2-40B4-BE49-F238E27FC236}">
                <a16:creationId xmlns:a16="http://schemas.microsoft.com/office/drawing/2014/main" id="{A643F2E2-37CB-46F3-BB53-96802BDA3F4C}"/>
              </a:ext>
            </a:extLst>
          </p:cNvPr>
          <p:cNvSpPr>
            <a:spLocks xmlns:a="http://schemas.openxmlformats.org/drawingml/2006/main" noGrp="1"/>
          </p:cNvSpPr>
          <p:nvPr/>
        </p:nvSpPr>
        <p:spPr>
          <a:xfrm xmlns:a="http://schemas.openxmlformats.org/drawingml/2006/main">
            <a:off x="2143125" y="2409825"/>
            <a:ext cx="285750" cy="152400"/>
          </a:xfrm>
          <a:prstGeom xmlns:a="http://schemas.openxmlformats.org/drawingml/2006/main" prst="rightArrow">
            <a:avLst/>
          </a:prstGeom>
          <a:solidFill xmlns:a="http://schemas.openxmlformats.org/drawingml/2006/main">
            <a:srgbClr val="246BCE"/>
          </a:solidFill>
          <a:ln xmlns:a="http://schemas.openxmlformats.org/drawingml/2006/main" w="0">
            <a:noFill/>
            <a:prstDash val="solid"/>
          </a:ln>
        </p:spPr>
      </p:sp>
      <p:sp>
        <p:nvSpPr>
          <p:cNvPr id="12" name="diagram-82">
            <a:extLst xmlns:a="http://schemas.openxmlformats.org/drawingml/2006/main">
              <a:ext uri="{FF2B5EF4-FFF2-40B4-BE49-F238E27FC236}">
                <a16:creationId xmlns:a16="http://schemas.microsoft.com/office/drawing/2014/main" id="{3E3A5C48-A119-4FE9-9C32-C0A5B42940E1}"/>
              </a:ext>
            </a:extLst>
          </p:cNvPr>
          <p:cNvSpPr>
            <a:spLocks xmlns:a="http://schemas.openxmlformats.org/drawingml/2006/main" noGrp="1"/>
          </p:cNvSpPr>
          <p:nvPr/>
        </p:nvSpPr>
        <p:spPr>
          <a:xfrm xmlns:a="http://schemas.openxmlformats.org/drawingml/2006/main">
            <a:off x="2476500" y="2095500"/>
            <a:ext cx="152400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19050">
            <a:solidFill>
              <a:srgbClr val="246BCE"/>
            </a:solidFill>
            <a:prstDash val="solid"/>
          </a:ln>
        </p:spPr>
      </p:sp>
      <p:sp>
        <p:nvSpPr>
          <p:cNvPr id="13" name="diagram-83">
            <a:extLst xmlns:a="http://schemas.openxmlformats.org/drawingml/2006/main">
              <a:ext uri="{FF2B5EF4-FFF2-40B4-BE49-F238E27FC236}">
                <a16:creationId xmlns:a16="http://schemas.microsoft.com/office/drawing/2014/main" id="{FC4912EA-E3D5-443B-95E1-2554A119D6F1}"/>
              </a:ext>
            </a:extLst>
          </p:cNvPr>
          <p:cNvSpPr>
            <a:spLocks xmlns:a="http://schemas.openxmlformats.org/drawingml/2006/main" noGrp="1"/>
          </p:cNvSpPr>
          <p:nvPr/>
        </p:nvSpPr>
        <p:spPr>
          <a:xfrm xmlns:a="http://schemas.openxmlformats.org/drawingml/2006/main">
            <a:off x="2571750" y="2143125"/>
            <a:ext cx="1333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725" b="1">
                <a:solidFill>
                  <a:srgbClr val="102A43"/>
                </a:solidFill>
                <a:latin typeface="Arial"/>
                <a:ea typeface="Arial"/>
                <a:cs typeface="Arial"/>
              </a:defRPr>
            </a:defPPr>
            <a:lvl1pPr algn="ctr">
              <a:buNone/>
              <a:defRPr sz="1725" b="1">
                <a:solidFill>
                  <a:srgbClr val="102A43"/>
                </a:solidFill>
                <a:latin typeface="Arial"/>
                <a:ea typeface="Arial"/>
                <a:cs typeface="Arial"/>
              </a:defRPr>
            </a:lvl1pPr>
            <a:lvl2pPr algn="ctr">
              <a:buNone/>
              <a:defRPr sz="1725" b="1">
                <a:solidFill>
                  <a:srgbClr val="102A43"/>
                </a:solidFill>
                <a:latin typeface="Arial"/>
                <a:ea typeface="Arial"/>
                <a:cs typeface="Arial"/>
              </a:defRPr>
            </a:lvl2pPr>
            <a:lvl3pPr algn="ctr">
              <a:buNone/>
              <a:defRPr sz="1725" b="1">
                <a:solidFill>
                  <a:srgbClr val="102A43"/>
                </a:solidFill>
                <a:latin typeface="Arial"/>
                <a:ea typeface="Arial"/>
                <a:cs typeface="Arial"/>
              </a:defRPr>
            </a:lvl3pPr>
            <a:lvl4pPr algn="ctr">
              <a:buNone/>
              <a:defRPr sz="1725" b="1">
                <a:solidFill>
                  <a:srgbClr val="102A43"/>
                </a:solidFill>
                <a:latin typeface="Arial"/>
                <a:ea typeface="Arial"/>
                <a:cs typeface="Arial"/>
              </a:defRPr>
            </a:lvl4pPr>
            <a:lvl5pPr algn="ctr">
              <a:buNone/>
              <a:defRPr sz="1725" b="1">
                <a:solidFill>
                  <a:srgbClr val="102A43"/>
                </a:solidFill>
                <a:latin typeface="Arial"/>
                <a:ea typeface="Arial"/>
                <a:cs typeface="Arial"/>
              </a:defRPr>
            </a:lvl5pPr>
            <a:lvl6pPr algn="ctr">
              <a:buNone/>
              <a:defRPr sz="1725" b="1">
                <a:solidFill>
                  <a:srgbClr val="102A43"/>
                </a:solidFill>
                <a:latin typeface="Arial"/>
                <a:ea typeface="Arial"/>
                <a:cs typeface="Arial"/>
              </a:defRPr>
            </a:lvl6pPr>
            <a:lvl7pPr algn="ctr">
              <a:buNone/>
              <a:defRPr sz="1725" b="1">
                <a:solidFill>
                  <a:srgbClr val="102A43"/>
                </a:solidFill>
                <a:latin typeface="Arial"/>
                <a:ea typeface="Arial"/>
                <a:cs typeface="Arial"/>
              </a:defRPr>
            </a:lvl7pPr>
            <a:lvl8pPr algn="ctr">
              <a:buNone/>
              <a:defRPr sz="1725" b="1">
                <a:solidFill>
                  <a:srgbClr val="102A43"/>
                </a:solidFill>
                <a:latin typeface="Arial"/>
                <a:ea typeface="Arial"/>
                <a:cs typeface="Arial"/>
              </a:defRPr>
            </a:lvl8pPr>
            <a:lvl9pPr algn="ctr">
              <a:buNone/>
              <a:defRPr sz="1725" b="1">
                <a:solidFill>
                  <a:srgbClr val="102A43"/>
                </a:solidFill>
                <a:latin typeface="Arial"/>
                <a:ea typeface="Arial"/>
                <a:cs typeface="Arial"/>
              </a:defRPr>
            </a:lvl9pPr>
          </a:lstStyle>
          <a:p xmlns:a="http://schemas.openxmlformats.org/drawingml/2006/main">
            <a:pPr algn="ctr">
              <a:buNone/>
              <a:defRPr sz="1725" b="1">
                <a:solidFill>
                  <a:srgbClr val="102A43"/>
                </a:solidFill>
                <a:latin typeface="Arial"/>
                <a:ea typeface="Arial"/>
                <a:cs typeface="Arial"/>
              </a:defRPr>
            </a:pPr>
            <a:r>
              <a:rPr sz="1725" b="1">
                <a:solidFill>
                  <a:srgbClr val="102A43"/>
                </a:solidFill>
                <a:latin typeface="Arial"/>
                <a:ea typeface="Arial"/>
                <a:cs typeface="Arial"/>
              </a:rPr>
              <a:t>Chốt</a:t>
            </a:r>
          </a:p>
          <a:p xmlns:a="http://schemas.openxmlformats.org/drawingml/2006/main">
            <a:pPr algn="ctr">
              <a:buNone/>
              <a:defRPr sz="1725" b="1">
                <a:solidFill>
                  <a:srgbClr val="102A43"/>
                </a:solidFill>
                <a:latin typeface="Arial"/>
                <a:ea typeface="Arial"/>
                <a:cs typeface="Arial"/>
              </a:defRPr>
            </a:pPr>
            <a:r>
              <a:rPr sz="1725" b="1">
                <a:solidFill>
                  <a:srgbClr val="102A43"/>
                </a:solidFill>
                <a:latin typeface="Arial"/>
                <a:ea typeface="Arial"/>
                <a:cs typeface="Arial"/>
              </a:rPr>
              <a:t>chỉ định</a:t>
            </a:r>
          </a:p>
        </p:txBody>
      </p:sp>
      <p:sp>
        <p:nvSpPr>
          <p:cNvPr id="14" name="diagram-84">
            <a:extLst xmlns:a="http://schemas.openxmlformats.org/drawingml/2006/main">
              <a:ext uri="{FF2B5EF4-FFF2-40B4-BE49-F238E27FC236}">
                <a16:creationId xmlns:a16="http://schemas.microsoft.com/office/drawing/2014/main" id="{DD9862EE-78F8-4616-9BD3-30BEA2C36A57}"/>
              </a:ext>
            </a:extLst>
          </p:cNvPr>
          <p:cNvSpPr>
            <a:spLocks xmlns:a="http://schemas.openxmlformats.org/drawingml/2006/main" noGrp="1"/>
          </p:cNvSpPr>
          <p:nvPr/>
        </p:nvSpPr>
        <p:spPr>
          <a:xfrm xmlns:a="http://schemas.openxmlformats.org/drawingml/2006/main">
            <a:off x="4048125" y="2409825"/>
            <a:ext cx="285750" cy="152400"/>
          </a:xfrm>
          <a:prstGeom xmlns:a="http://schemas.openxmlformats.org/drawingml/2006/main" prst="rightArrow">
            <a:avLst/>
          </a:prstGeom>
          <a:solidFill xmlns:a="http://schemas.openxmlformats.org/drawingml/2006/main">
            <a:srgbClr val="246BCE"/>
          </a:solidFill>
          <a:ln xmlns:a="http://schemas.openxmlformats.org/drawingml/2006/main" w="0">
            <a:noFill/>
            <a:prstDash val="solid"/>
          </a:ln>
        </p:spPr>
      </p:sp>
      <p:sp>
        <p:nvSpPr>
          <p:cNvPr id="15" name="diagram-85">
            <a:extLst xmlns:a="http://schemas.openxmlformats.org/drawingml/2006/main">
              <a:ext uri="{FF2B5EF4-FFF2-40B4-BE49-F238E27FC236}">
                <a16:creationId xmlns:a16="http://schemas.microsoft.com/office/drawing/2014/main" id="{FEF6C8A5-D189-4C81-913E-B0CED22D3531}"/>
              </a:ext>
            </a:extLst>
          </p:cNvPr>
          <p:cNvSpPr>
            <a:spLocks xmlns:a="http://schemas.openxmlformats.org/drawingml/2006/main" noGrp="1"/>
          </p:cNvSpPr>
          <p:nvPr/>
        </p:nvSpPr>
        <p:spPr>
          <a:xfrm xmlns:a="http://schemas.openxmlformats.org/drawingml/2006/main">
            <a:off x="4381500" y="2095500"/>
            <a:ext cx="152400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19050">
            <a:solidFill>
              <a:srgbClr val="246BCE"/>
            </a:solidFill>
            <a:prstDash val="solid"/>
          </a:ln>
        </p:spPr>
      </p:sp>
      <p:sp>
        <p:nvSpPr>
          <p:cNvPr id="16" name="diagram-86">
            <a:extLst xmlns:a="http://schemas.openxmlformats.org/drawingml/2006/main">
              <a:ext uri="{FF2B5EF4-FFF2-40B4-BE49-F238E27FC236}">
                <a16:creationId xmlns:a16="http://schemas.microsoft.com/office/drawing/2014/main" id="{4AA50FB5-1D22-4DAF-B8C1-57DA85A07AB5}"/>
              </a:ext>
            </a:extLst>
          </p:cNvPr>
          <p:cNvSpPr>
            <a:spLocks xmlns:a="http://schemas.openxmlformats.org/drawingml/2006/main" noGrp="1"/>
          </p:cNvSpPr>
          <p:nvPr/>
        </p:nvSpPr>
        <p:spPr>
          <a:xfrm xmlns:a="http://schemas.openxmlformats.org/drawingml/2006/main">
            <a:off x="4476750" y="2143125"/>
            <a:ext cx="1333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725" b="1">
                <a:solidFill>
                  <a:srgbClr val="102A43"/>
                </a:solidFill>
                <a:latin typeface="Arial"/>
                <a:ea typeface="Arial"/>
                <a:cs typeface="Arial"/>
              </a:defRPr>
            </a:defPPr>
            <a:lvl1pPr algn="ctr">
              <a:buNone/>
              <a:defRPr sz="1725" b="1">
                <a:solidFill>
                  <a:srgbClr val="102A43"/>
                </a:solidFill>
                <a:latin typeface="Arial"/>
                <a:ea typeface="Arial"/>
                <a:cs typeface="Arial"/>
              </a:defRPr>
            </a:lvl1pPr>
            <a:lvl2pPr algn="ctr">
              <a:buNone/>
              <a:defRPr sz="1725" b="1">
                <a:solidFill>
                  <a:srgbClr val="102A43"/>
                </a:solidFill>
                <a:latin typeface="Arial"/>
                <a:ea typeface="Arial"/>
                <a:cs typeface="Arial"/>
              </a:defRPr>
            </a:lvl2pPr>
            <a:lvl3pPr algn="ctr">
              <a:buNone/>
              <a:defRPr sz="1725" b="1">
                <a:solidFill>
                  <a:srgbClr val="102A43"/>
                </a:solidFill>
                <a:latin typeface="Arial"/>
                <a:ea typeface="Arial"/>
                <a:cs typeface="Arial"/>
              </a:defRPr>
            </a:lvl3pPr>
            <a:lvl4pPr algn="ctr">
              <a:buNone/>
              <a:defRPr sz="1725" b="1">
                <a:solidFill>
                  <a:srgbClr val="102A43"/>
                </a:solidFill>
                <a:latin typeface="Arial"/>
                <a:ea typeface="Arial"/>
                <a:cs typeface="Arial"/>
              </a:defRPr>
            </a:lvl4pPr>
            <a:lvl5pPr algn="ctr">
              <a:buNone/>
              <a:defRPr sz="1725" b="1">
                <a:solidFill>
                  <a:srgbClr val="102A43"/>
                </a:solidFill>
                <a:latin typeface="Arial"/>
                <a:ea typeface="Arial"/>
                <a:cs typeface="Arial"/>
              </a:defRPr>
            </a:lvl5pPr>
            <a:lvl6pPr algn="ctr">
              <a:buNone/>
              <a:defRPr sz="1725" b="1">
                <a:solidFill>
                  <a:srgbClr val="102A43"/>
                </a:solidFill>
                <a:latin typeface="Arial"/>
                <a:ea typeface="Arial"/>
                <a:cs typeface="Arial"/>
              </a:defRPr>
            </a:lvl6pPr>
            <a:lvl7pPr algn="ctr">
              <a:buNone/>
              <a:defRPr sz="1725" b="1">
                <a:solidFill>
                  <a:srgbClr val="102A43"/>
                </a:solidFill>
                <a:latin typeface="Arial"/>
                <a:ea typeface="Arial"/>
                <a:cs typeface="Arial"/>
              </a:defRPr>
            </a:lvl7pPr>
            <a:lvl8pPr algn="ctr">
              <a:buNone/>
              <a:defRPr sz="1725" b="1">
                <a:solidFill>
                  <a:srgbClr val="102A43"/>
                </a:solidFill>
                <a:latin typeface="Arial"/>
                <a:ea typeface="Arial"/>
                <a:cs typeface="Arial"/>
              </a:defRPr>
            </a:lvl8pPr>
            <a:lvl9pPr algn="ctr">
              <a:buNone/>
              <a:defRPr sz="1725" b="1">
                <a:solidFill>
                  <a:srgbClr val="102A43"/>
                </a:solidFill>
                <a:latin typeface="Arial"/>
                <a:ea typeface="Arial"/>
                <a:cs typeface="Arial"/>
              </a:defRPr>
            </a:lvl9pPr>
          </a:lstStyle>
          <a:p xmlns:a="http://schemas.openxmlformats.org/drawingml/2006/main">
            <a:pPr algn="ctr">
              <a:buNone/>
              <a:defRPr sz="1725" b="1">
                <a:solidFill>
                  <a:srgbClr val="102A43"/>
                </a:solidFill>
                <a:latin typeface="Arial"/>
                <a:ea typeface="Arial"/>
                <a:cs typeface="Arial"/>
              </a:defRPr>
            </a:pPr>
            <a:r>
              <a:rPr sz="1725" b="1">
                <a:solidFill>
                  <a:srgbClr val="102A43"/>
                </a:solidFill>
                <a:latin typeface="Arial"/>
                <a:ea typeface="Arial"/>
                <a:cs typeface="Arial"/>
              </a:rPr>
              <a:t>Chọn phòng</a:t>
            </a:r>
          </a:p>
          <a:p xmlns:a="http://schemas.openxmlformats.org/drawingml/2006/main">
            <a:pPr algn="ctr">
              <a:buNone/>
              <a:defRPr sz="1725" b="1">
                <a:solidFill>
                  <a:srgbClr val="102A43"/>
                </a:solidFill>
                <a:latin typeface="Arial"/>
                <a:ea typeface="Arial"/>
                <a:cs typeface="Arial"/>
              </a:defRPr>
            </a:pPr>
            <a:r>
              <a:rPr sz="1725" b="1">
                <a:solidFill>
                  <a:srgbClr val="102A43"/>
                </a:solidFill>
                <a:latin typeface="Arial"/>
                <a:ea typeface="Arial"/>
                <a:cs typeface="Arial"/>
              </a:rPr>
              <a:t>ít người</a:t>
            </a:r>
          </a:p>
        </p:txBody>
      </p:sp>
      <p:sp>
        <p:nvSpPr>
          <p:cNvPr id="17" name="diagram-87">
            <a:extLst xmlns:a="http://schemas.openxmlformats.org/drawingml/2006/main">
              <a:ext uri="{FF2B5EF4-FFF2-40B4-BE49-F238E27FC236}">
                <a16:creationId xmlns:a16="http://schemas.microsoft.com/office/drawing/2014/main" id="{B18478B1-055A-43B4-A453-6D8A7A70AE8A}"/>
              </a:ext>
            </a:extLst>
          </p:cNvPr>
          <p:cNvSpPr>
            <a:spLocks xmlns:a="http://schemas.openxmlformats.org/drawingml/2006/main" noGrp="1"/>
          </p:cNvSpPr>
          <p:nvPr/>
        </p:nvSpPr>
        <p:spPr>
          <a:xfrm xmlns:a="http://schemas.openxmlformats.org/drawingml/2006/main">
            <a:off x="5953125" y="2409825"/>
            <a:ext cx="285750" cy="152400"/>
          </a:xfrm>
          <a:prstGeom xmlns:a="http://schemas.openxmlformats.org/drawingml/2006/main" prst="rightArrow">
            <a:avLst/>
          </a:prstGeom>
          <a:solidFill xmlns:a="http://schemas.openxmlformats.org/drawingml/2006/main">
            <a:srgbClr val="246BCE"/>
          </a:solidFill>
          <a:ln xmlns:a="http://schemas.openxmlformats.org/drawingml/2006/main" w="0">
            <a:noFill/>
            <a:prstDash val="solid"/>
          </a:ln>
        </p:spPr>
      </p:sp>
      <p:sp>
        <p:nvSpPr>
          <p:cNvPr id="18" name="diagram-88">
            <a:extLst xmlns:a="http://schemas.openxmlformats.org/drawingml/2006/main">
              <a:ext uri="{FF2B5EF4-FFF2-40B4-BE49-F238E27FC236}">
                <a16:creationId xmlns:a16="http://schemas.microsoft.com/office/drawing/2014/main" id="{62888EC0-E08B-461A-A4EB-8DD798F448D4}"/>
              </a:ext>
            </a:extLst>
          </p:cNvPr>
          <p:cNvSpPr>
            <a:spLocks xmlns:a="http://schemas.openxmlformats.org/drawingml/2006/main" noGrp="1"/>
          </p:cNvSpPr>
          <p:nvPr/>
        </p:nvSpPr>
        <p:spPr>
          <a:xfrm xmlns:a="http://schemas.openxmlformats.org/drawingml/2006/main">
            <a:off x="6286500" y="2095500"/>
            <a:ext cx="1524000" cy="781050"/>
          </a:xfrm>
          <a:prstGeom xmlns:a="http://schemas.openxmlformats.org/drawingml/2006/main" prst="roundRect">
            <a:avLst>
              <a:gd name="adj" fmla="val 9756"/>
            </a:avLst>
          </a:prstGeom>
          <a:solidFill xmlns:a="http://schemas.openxmlformats.org/drawingml/2006/main">
            <a:srgbClr val="E5EFFC"/>
          </a:solidFill>
          <a:ln xmlns:a="http://schemas.openxmlformats.org/drawingml/2006/main" w="19050">
            <a:solidFill>
              <a:srgbClr val="246BCE"/>
            </a:solidFill>
            <a:prstDash val="solid"/>
          </a:ln>
        </p:spPr>
      </p:sp>
      <p:sp>
        <p:nvSpPr>
          <p:cNvPr id="19" name="diagram-89">
            <a:extLst xmlns:a="http://schemas.openxmlformats.org/drawingml/2006/main">
              <a:ext uri="{FF2B5EF4-FFF2-40B4-BE49-F238E27FC236}">
                <a16:creationId xmlns:a16="http://schemas.microsoft.com/office/drawing/2014/main" id="{199EF97C-0D40-4F3C-8DCA-B644CA0D77F9}"/>
              </a:ext>
            </a:extLst>
          </p:cNvPr>
          <p:cNvSpPr>
            <a:spLocks xmlns:a="http://schemas.openxmlformats.org/drawingml/2006/main" noGrp="1"/>
          </p:cNvSpPr>
          <p:nvPr/>
        </p:nvSpPr>
        <p:spPr>
          <a:xfrm xmlns:a="http://schemas.openxmlformats.org/drawingml/2006/main">
            <a:off x="6381750" y="2143125"/>
            <a:ext cx="1333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725" b="1">
                <a:solidFill>
                  <a:srgbClr val="102A43"/>
                </a:solidFill>
                <a:latin typeface="Arial"/>
                <a:ea typeface="Arial"/>
                <a:cs typeface="Arial"/>
              </a:defRPr>
            </a:defPPr>
            <a:lvl1pPr algn="ctr">
              <a:buNone/>
              <a:defRPr sz="1725" b="1">
                <a:solidFill>
                  <a:srgbClr val="102A43"/>
                </a:solidFill>
                <a:latin typeface="Arial"/>
                <a:ea typeface="Arial"/>
                <a:cs typeface="Arial"/>
              </a:defRPr>
            </a:lvl1pPr>
            <a:lvl2pPr algn="ctr">
              <a:buNone/>
              <a:defRPr sz="1725" b="1">
                <a:solidFill>
                  <a:srgbClr val="102A43"/>
                </a:solidFill>
                <a:latin typeface="Arial"/>
                <a:ea typeface="Arial"/>
                <a:cs typeface="Arial"/>
              </a:defRPr>
            </a:lvl2pPr>
            <a:lvl3pPr algn="ctr">
              <a:buNone/>
              <a:defRPr sz="1725" b="1">
                <a:solidFill>
                  <a:srgbClr val="102A43"/>
                </a:solidFill>
                <a:latin typeface="Arial"/>
                <a:ea typeface="Arial"/>
                <a:cs typeface="Arial"/>
              </a:defRPr>
            </a:lvl3pPr>
            <a:lvl4pPr algn="ctr">
              <a:buNone/>
              <a:defRPr sz="1725" b="1">
                <a:solidFill>
                  <a:srgbClr val="102A43"/>
                </a:solidFill>
                <a:latin typeface="Arial"/>
                <a:ea typeface="Arial"/>
                <a:cs typeface="Arial"/>
              </a:defRPr>
            </a:lvl4pPr>
            <a:lvl5pPr algn="ctr">
              <a:buNone/>
              <a:defRPr sz="1725" b="1">
                <a:solidFill>
                  <a:srgbClr val="102A43"/>
                </a:solidFill>
                <a:latin typeface="Arial"/>
                <a:ea typeface="Arial"/>
                <a:cs typeface="Arial"/>
              </a:defRPr>
            </a:lvl5pPr>
            <a:lvl6pPr algn="ctr">
              <a:buNone/>
              <a:defRPr sz="1725" b="1">
                <a:solidFill>
                  <a:srgbClr val="102A43"/>
                </a:solidFill>
                <a:latin typeface="Arial"/>
                <a:ea typeface="Arial"/>
                <a:cs typeface="Arial"/>
              </a:defRPr>
            </a:lvl6pPr>
            <a:lvl7pPr algn="ctr">
              <a:buNone/>
              <a:defRPr sz="1725" b="1">
                <a:solidFill>
                  <a:srgbClr val="102A43"/>
                </a:solidFill>
                <a:latin typeface="Arial"/>
                <a:ea typeface="Arial"/>
                <a:cs typeface="Arial"/>
              </a:defRPr>
            </a:lvl7pPr>
            <a:lvl8pPr algn="ctr">
              <a:buNone/>
              <a:defRPr sz="1725" b="1">
                <a:solidFill>
                  <a:srgbClr val="102A43"/>
                </a:solidFill>
                <a:latin typeface="Arial"/>
                <a:ea typeface="Arial"/>
                <a:cs typeface="Arial"/>
              </a:defRPr>
            </a:lvl8pPr>
            <a:lvl9pPr algn="ctr">
              <a:buNone/>
              <a:defRPr sz="1725" b="1">
                <a:solidFill>
                  <a:srgbClr val="102A43"/>
                </a:solidFill>
                <a:latin typeface="Arial"/>
                <a:ea typeface="Arial"/>
                <a:cs typeface="Arial"/>
              </a:defRPr>
            </a:lvl9pPr>
          </a:lstStyle>
          <a:p xmlns:a="http://schemas.openxmlformats.org/drawingml/2006/main">
            <a:pPr algn="ctr">
              <a:buNone/>
              <a:defRPr sz="1725" b="1">
                <a:solidFill>
                  <a:srgbClr val="102A43"/>
                </a:solidFill>
                <a:latin typeface="Arial"/>
                <a:ea typeface="Arial"/>
                <a:cs typeface="Arial"/>
              </a:defRPr>
            </a:pPr>
            <a:r>
              <a:rPr sz="1725" b="1">
                <a:solidFill>
                  <a:srgbClr val="102A43"/>
                </a:solidFill>
                <a:latin typeface="Arial"/>
                <a:ea typeface="Arial"/>
                <a:cs typeface="Arial"/>
              </a:rPr>
              <a:t>Thực hiện</a:t>
            </a:r>
          </a:p>
          <a:p xmlns:a="http://schemas.openxmlformats.org/drawingml/2006/main">
            <a:pPr algn="ctr">
              <a:buNone/>
              <a:defRPr sz="1725" b="1">
                <a:solidFill>
                  <a:srgbClr val="102A43"/>
                </a:solidFill>
                <a:latin typeface="Arial"/>
                <a:ea typeface="Arial"/>
                <a:cs typeface="Arial"/>
              </a:defRPr>
            </a:pPr>
            <a:r>
              <a:rPr sz="1725" b="1">
                <a:solidFill>
                  <a:srgbClr val="102A43"/>
                </a:solidFill>
                <a:latin typeface="Arial"/>
                <a:ea typeface="Arial"/>
                <a:cs typeface="Arial"/>
              </a:rPr>
              <a:t>thủ tục</a:t>
            </a:r>
          </a:p>
        </p:txBody>
      </p:sp>
      <p:sp>
        <p:nvSpPr>
          <p:cNvPr id="20" name="diagram-90">
            <a:extLst xmlns:a="http://schemas.openxmlformats.org/drawingml/2006/main">
              <a:ext uri="{FF2B5EF4-FFF2-40B4-BE49-F238E27FC236}">
                <a16:creationId xmlns:a16="http://schemas.microsoft.com/office/drawing/2014/main" id="{F453C62D-709C-4752-8249-C329AFA42EDF}"/>
              </a:ext>
            </a:extLst>
          </p:cNvPr>
          <p:cNvSpPr>
            <a:spLocks xmlns:a="http://schemas.openxmlformats.org/drawingml/2006/main" noGrp="1"/>
          </p:cNvSpPr>
          <p:nvPr/>
        </p:nvSpPr>
        <p:spPr>
          <a:xfrm xmlns:a="http://schemas.openxmlformats.org/drawingml/2006/main">
            <a:off x="7858125" y="2409825"/>
            <a:ext cx="285750" cy="152400"/>
          </a:xfrm>
          <a:prstGeom xmlns:a="http://schemas.openxmlformats.org/drawingml/2006/main" prst="rightArrow">
            <a:avLst/>
          </a:prstGeom>
          <a:solidFill xmlns:a="http://schemas.openxmlformats.org/drawingml/2006/main">
            <a:srgbClr val="246BCE"/>
          </a:solidFill>
          <a:ln xmlns:a="http://schemas.openxmlformats.org/drawingml/2006/main" w="0">
            <a:noFill/>
            <a:prstDash val="solid"/>
          </a:ln>
        </p:spPr>
      </p:sp>
      <p:sp>
        <p:nvSpPr>
          <p:cNvPr id="21" name="diagram-91">
            <a:extLst xmlns:a="http://schemas.openxmlformats.org/drawingml/2006/main">
              <a:ext uri="{FF2B5EF4-FFF2-40B4-BE49-F238E27FC236}">
                <a16:creationId xmlns:a16="http://schemas.microsoft.com/office/drawing/2014/main" id="{CC5C214D-2CE1-4321-A12E-06D0F40088A1}"/>
              </a:ext>
            </a:extLst>
          </p:cNvPr>
          <p:cNvSpPr>
            <a:spLocks xmlns:a="http://schemas.openxmlformats.org/drawingml/2006/main" noGrp="1"/>
          </p:cNvSpPr>
          <p:nvPr/>
        </p:nvSpPr>
        <p:spPr>
          <a:xfrm xmlns:a="http://schemas.openxmlformats.org/drawingml/2006/main">
            <a:off x="8191500" y="2095500"/>
            <a:ext cx="152400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19050">
            <a:solidFill>
              <a:srgbClr val="246BCE"/>
            </a:solidFill>
            <a:prstDash val="solid"/>
          </a:ln>
        </p:spPr>
      </p:sp>
      <p:sp>
        <p:nvSpPr>
          <p:cNvPr id="22" name="diagram-92">
            <a:extLst xmlns:a="http://schemas.openxmlformats.org/drawingml/2006/main">
              <a:ext uri="{FF2B5EF4-FFF2-40B4-BE49-F238E27FC236}">
                <a16:creationId xmlns:a16="http://schemas.microsoft.com/office/drawing/2014/main" id="{882C9AA8-4DED-4923-AF8F-DCF15EB5F8AA}"/>
              </a:ext>
            </a:extLst>
          </p:cNvPr>
          <p:cNvSpPr>
            <a:spLocks xmlns:a="http://schemas.openxmlformats.org/drawingml/2006/main" noGrp="1"/>
          </p:cNvSpPr>
          <p:nvPr/>
        </p:nvSpPr>
        <p:spPr>
          <a:xfrm xmlns:a="http://schemas.openxmlformats.org/drawingml/2006/main">
            <a:off x="8286750" y="2143125"/>
            <a:ext cx="1333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725" b="1">
                <a:solidFill>
                  <a:srgbClr val="102A43"/>
                </a:solidFill>
                <a:latin typeface="Arial"/>
                <a:ea typeface="Arial"/>
                <a:cs typeface="Arial"/>
              </a:defRPr>
            </a:defPPr>
            <a:lvl1pPr algn="ctr">
              <a:buNone/>
              <a:defRPr sz="1725" b="1">
                <a:solidFill>
                  <a:srgbClr val="102A43"/>
                </a:solidFill>
                <a:latin typeface="Arial"/>
                <a:ea typeface="Arial"/>
                <a:cs typeface="Arial"/>
              </a:defRPr>
            </a:lvl1pPr>
            <a:lvl2pPr algn="ctr">
              <a:buNone/>
              <a:defRPr sz="1725" b="1">
                <a:solidFill>
                  <a:srgbClr val="102A43"/>
                </a:solidFill>
                <a:latin typeface="Arial"/>
                <a:ea typeface="Arial"/>
                <a:cs typeface="Arial"/>
              </a:defRPr>
            </a:lvl2pPr>
            <a:lvl3pPr algn="ctr">
              <a:buNone/>
              <a:defRPr sz="1725" b="1">
                <a:solidFill>
                  <a:srgbClr val="102A43"/>
                </a:solidFill>
                <a:latin typeface="Arial"/>
                <a:ea typeface="Arial"/>
                <a:cs typeface="Arial"/>
              </a:defRPr>
            </a:lvl3pPr>
            <a:lvl4pPr algn="ctr">
              <a:buNone/>
              <a:defRPr sz="1725" b="1">
                <a:solidFill>
                  <a:srgbClr val="102A43"/>
                </a:solidFill>
                <a:latin typeface="Arial"/>
                <a:ea typeface="Arial"/>
                <a:cs typeface="Arial"/>
              </a:defRPr>
            </a:lvl4pPr>
            <a:lvl5pPr algn="ctr">
              <a:buNone/>
              <a:defRPr sz="1725" b="1">
                <a:solidFill>
                  <a:srgbClr val="102A43"/>
                </a:solidFill>
                <a:latin typeface="Arial"/>
                <a:ea typeface="Arial"/>
                <a:cs typeface="Arial"/>
              </a:defRPr>
            </a:lvl5pPr>
            <a:lvl6pPr algn="ctr">
              <a:buNone/>
              <a:defRPr sz="1725" b="1">
                <a:solidFill>
                  <a:srgbClr val="102A43"/>
                </a:solidFill>
                <a:latin typeface="Arial"/>
                <a:ea typeface="Arial"/>
                <a:cs typeface="Arial"/>
              </a:defRPr>
            </a:lvl6pPr>
            <a:lvl7pPr algn="ctr">
              <a:buNone/>
              <a:defRPr sz="1725" b="1">
                <a:solidFill>
                  <a:srgbClr val="102A43"/>
                </a:solidFill>
                <a:latin typeface="Arial"/>
                <a:ea typeface="Arial"/>
                <a:cs typeface="Arial"/>
              </a:defRPr>
            </a:lvl7pPr>
            <a:lvl8pPr algn="ctr">
              <a:buNone/>
              <a:defRPr sz="1725" b="1">
                <a:solidFill>
                  <a:srgbClr val="102A43"/>
                </a:solidFill>
                <a:latin typeface="Arial"/>
                <a:ea typeface="Arial"/>
                <a:cs typeface="Arial"/>
              </a:defRPr>
            </a:lvl8pPr>
            <a:lvl9pPr algn="ctr">
              <a:buNone/>
              <a:defRPr sz="1725" b="1">
                <a:solidFill>
                  <a:srgbClr val="102A43"/>
                </a:solidFill>
                <a:latin typeface="Arial"/>
                <a:ea typeface="Arial"/>
                <a:cs typeface="Arial"/>
              </a:defRPr>
            </a:lvl9pPr>
          </a:lstStyle>
          <a:p xmlns:a="http://schemas.openxmlformats.org/drawingml/2006/main">
            <a:pPr algn="ctr">
              <a:buNone/>
              <a:defRPr sz="1725" b="1">
                <a:solidFill>
                  <a:srgbClr val="102A43"/>
                </a:solidFill>
                <a:latin typeface="Arial"/>
                <a:ea typeface="Arial"/>
                <a:cs typeface="Arial"/>
              </a:defRPr>
            </a:pPr>
            <a:r>
              <a:rPr sz="1725" b="1">
                <a:solidFill>
                  <a:srgbClr val="102A43"/>
                </a:solidFill>
                <a:latin typeface="Arial"/>
                <a:ea typeface="Arial"/>
                <a:cs typeface="Arial"/>
              </a:rPr>
              <a:t>Tính lại</a:t>
            </a:r>
          </a:p>
          <a:p xmlns:a="http://schemas.openxmlformats.org/drawingml/2006/main">
            <a:pPr algn="ctr">
              <a:buNone/>
              <a:defRPr sz="1725" b="1">
                <a:solidFill>
                  <a:srgbClr val="102A43"/>
                </a:solidFill>
                <a:latin typeface="Arial"/>
                <a:ea typeface="Arial"/>
                <a:cs typeface="Arial"/>
              </a:defRPr>
            </a:pPr>
            <a:r>
              <a:rPr sz="1725" b="1">
                <a:solidFill>
                  <a:srgbClr val="102A43"/>
                </a:solidFill>
                <a:latin typeface="Arial"/>
                <a:ea typeface="Arial"/>
                <a:cs typeface="Arial"/>
              </a:rPr>
              <a:t>việc còn lại</a:t>
            </a:r>
          </a:p>
        </p:txBody>
      </p:sp>
      <p:sp>
        <p:nvSpPr>
          <p:cNvPr id="23" name="diagram-93">
            <a:extLst xmlns:a="http://schemas.openxmlformats.org/drawingml/2006/main">
              <a:ext uri="{FF2B5EF4-FFF2-40B4-BE49-F238E27FC236}">
                <a16:creationId xmlns:a16="http://schemas.microsoft.com/office/drawing/2014/main" id="{A086E1C4-051F-446C-9367-CC8BCFF5152C}"/>
              </a:ext>
            </a:extLst>
          </p:cNvPr>
          <p:cNvSpPr>
            <a:spLocks xmlns:a="http://schemas.openxmlformats.org/drawingml/2006/main" noGrp="1"/>
          </p:cNvSpPr>
          <p:nvPr/>
        </p:nvSpPr>
        <p:spPr>
          <a:xfrm xmlns:a="http://schemas.openxmlformats.org/drawingml/2006/main">
            <a:off x="9763125" y="2409825"/>
            <a:ext cx="285750" cy="152400"/>
          </a:xfrm>
          <a:prstGeom xmlns:a="http://schemas.openxmlformats.org/drawingml/2006/main" prst="rightArrow">
            <a:avLst/>
          </a:prstGeom>
          <a:solidFill xmlns:a="http://schemas.openxmlformats.org/drawingml/2006/main">
            <a:srgbClr val="246BCE"/>
          </a:solidFill>
          <a:ln xmlns:a="http://schemas.openxmlformats.org/drawingml/2006/main" w="0">
            <a:noFill/>
            <a:prstDash val="solid"/>
          </a:ln>
        </p:spPr>
      </p:sp>
      <p:sp>
        <p:nvSpPr>
          <p:cNvPr id="24" name="diagram-94">
            <a:extLst xmlns:a="http://schemas.openxmlformats.org/drawingml/2006/main">
              <a:ext uri="{FF2B5EF4-FFF2-40B4-BE49-F238E27FC236}">
                <a16:creationId xmlns:a16="http://schemas.microsoft.com/office/drawing/2014/main" id="{9A66CCB0-4E5C-4784-92FC-163C51A2BB6D}"/>
              </a:ext>
            </a:extLst>
          </p:cNvPr>
          <p:cNvSpPr>
            <a:spLocks xmlns:a="http://schemas.openxmlformats.org/drawingml/2006/main" noGrp="1"/>
          </p:cNvSpPr>
          <p:nvPr/>
        </p:nvSpPr>
        <p:spPr>
          <a:xfrm xmlns:a="http://schemas.openxmlformats.org/drawingml/2006/main">
            <a:off x="10096500" y="2095500"/>
            <a:ext cx="152400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19050">
            <a:solidFill>
              <a:srgbClr val="246BCE"/>
            </a:solidFill>
            <a:prstDash val="solid"/>
          </a:ln>
        </p:spPr>
      </p:sp>
      <p:sp>
        <p:nvSpPr>
          <p:cNvPr id="25" name="diagram-95">
            <a:extLst xmlns:a="http://schemas.openxmlformats.org/drawingml/2006/main">
              <a:ext uri="{FF2B5EF4-FFF2-40B4-BE49-F238E27FC236}">
                <a16:creationId xmlns:a16="http://schemas.microsoft.com/office/drawing/2014/main" id="{828217FD-8089-4B99-9417-3E32AF829CCF}"/>
              </a:ext>
            </a:extLst>
          </p:cNvPr>
          <p:cNvSpPr>
            <a:spLocks xmlns:a="http://schemas.openxmlformats.org/drawingml/2006/main" noGrp="1"/>
          </p:cNvSpPr>
          <p:nvPr/>
        </p:nvSpPr>
        <p:spPr>
          <a:xfrm xmlns:a="http://schemas.openxmlformats.org/drawingml/2006/main">
            <a:off x="10191750" y="2143125"/>
            <a:ext cx="1333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725" b="1">
                <a:solidFill>
                  <a:srgbClr val="102A43"/>
                </a:solidFill>
                <a:latin typeface="Arial"/>
                <a:ea typeface="Arial"/>
                <a:cs typeface="Arial"/>
              </a:defRPr>
            </a:defPPr>
            <a:lvl1pPr algn="ctr">
              <a:buNone/>
              <a:defRPr sz="1725" b="1">
                <a:solidFill>
                  <a:srgbClr val="102A43"/>
                </a:solidFill>
                <a:latin typeface="Arial"/>
                <a:ea typeface="Arial"/>
                <a:cs typeface="Arial"/>
              </a:defRPr>
            </a:lvl1pPr>
            <a:lvl2pPr algn="ctr">
              <a:buNone/>
              <a:defRPr sz="1725" b="1">
                <a:solidFill>
                  <a:srgbClr val="102A43"/>
                </a:solidFill>
                <a:latin typeface="Arial"/>
                <a:ea typeface="Arial"/>
                <a:cs typeface="Arial"/>
              </a:defRPr>
            </a:lvl2pPr>
            <a:lvl3pPr algn="ctr">
              <a:buNone/>
              <a:defRPr sz="1725" b="1">
                <a:solidFill>
                  <a:srgbClr val="102A43"/>
                </a:solidFill>
                <a:latin typeface="Arial"/>
                <a:ea typeface="Arial"/>
                <a:cs typeface="Arial"/>
              </a:defRPr>
            </a:lvl3pPr>
            <a:lvl4pPr algn="ctr">
              <a:buNone/>
              <a:defRPr sz="1725" b="1">
                <a:solidFill>
                  <a:srgbClr val="102A43"/>
                </a:solidFill>
                <a:latin typeface="Arial"/>
                <a:ea typeface="Arial"/>
                <a:cs typeface="Arial"/>
              </a:defRPr>
            </a:lvl4pPr>
            <a:lvl5pPr algn="ctr">
              <a:buNone/>
              <a:defRPr sz="1725" b="1">
                <a:solidFill>
                  <a:srgbClr val="102A43"/>
                </a:solidFill>
                <a:latin typeface="Arial"/>
                <a:ea typeface="Arial"/>
                <a:cs typeface="Arial"/>
              </a:defRPr>
            </a:lvl5pPr>
            <a:lvl6pPr algn="ctr">
              <a:buNone/>
              <a:defRPr sz="1725" b="1">
                <a:solidFill>
                  <a:srgbClr val="102A43"/>
                </a:solidFill>
                <a:latin typeface="Arial"/>
                <a:ea typeface="Arial"/>
                <a:cs typeface="Arial"/>
              </a:defRPr>
            </a:lvl6pPr>
            <a:lvl7pPr algn="ctr">
              <a:buNone/>
              <a:defRPr sz="1725" b="1">
                <a:solidFill>
                  <a:srgbClr val="102A43"/>
                </a:solidFill>
                <a:latin typeface="Arial"/>
                <a:ea typeface="Arial"/>
                <a:cs typeface="Arial"/>
              </a:defRPr>
            </a:lvl7pPr>
            <a:lvl8pPr algn="ctr">
              <a:buNone/>
              <a:defRPr sz="1725" b="1">
                <a:solidFill>
                  <a:srgbClr val="102A43"/>
                </a:solidFill>
                <a:latin typeface="Arial"/>
                <a:ea typeface="Arial"/>
                <a:cs typeface="Arial"/>
              </a:defRPr>
            </a:lvl8pPr>
            <a:lvl9pPr algn="ctr">
              <a:buNone/>
              <a:defRPr sz="1725" b="1">
                <a:solidFill>
                  <a:srgbClr val="102A43"/>
                </a:solidFill>
                <a:latin typeface="Arial"/>
                <a:ea typeface="Arial"/>
                <a:cs typeface="Arial"/>
              </a:defRPr>
            </a:lvl9pPr>
          </a:lstStyle>
          <a:p xmlns:a="http://schemas.openxmlformats.org/drawingml/2006/main">
            <a:pPr algn="ctr">
              <a:buNone/>
              <a:defRPr sz="1725" b="1">
                <a:solidFill>
                  <a:srgbClr val="102A43"/>
                </a:solidFill>
                <a:latin typeface="Arial"/>
                <a:ea typeface="Arial"/>
                <a:cs typeface="Arial"/>
              </a:defRPr>
            </a:pPr>
            <a:r>
              <a:rPr sz="1725" b="1">
                <a:solidFill>
                  <a:srgbClr val="102A43"/>
                </a:solidFill>
                <a:latin typeface="Arial"/>
                <a:ea typeface="Arial"/>
                <a:cs typeface="Arial"/>
              </a:rPr>
              <a:t>Quay lại</a:t>
            </a:r>
          </a:p>
          <a:p xmlns:a="http://schemas.openxmlformats.org/drawingml/2006/main">
            <a:pPr algn="ctr">
              <a:buNone/>
              <a:defRPr sz="1725" b="1">
                <a:solidFill>
                  <a:srgbClr val="102A43"/>
                </a:solidFill>
                <a:latin typeface="Arial"/>
                <a:ea typeface="Arial"/>
                <a:cs typeface="Arial"/>
              </a:defRPr>
            </a:pPr>
            <a:r>
              <a:rPr sz="1725" b="1">
                <a:solidFill>
                  <a:srgbClr val="102A43"/>
                </a:solidFill>
                <a:latin typeface="Arial"/>
                <a:ea typeface="Arial"/>
                <a:cs typeface="Arial"/>
              </a:rPr>
              <a:t>khoa đầu</a:t>
            </a:r>
          </a:p>
        </p:txBody>
      </p:sp>
      <p:sp>
        <p:nvSpPr>
          <p:cNvPr id="26" name="diagram-96">
            <a:extLst xmlns:a="http://schemas.openxmlformats.org/drawingml/2006/main">
              <a:ext uri="{FF2B5EF4-FFF2-40B4-BE49-F238E27FC236}">
                <a16:creationId xmlns:a16="http://schemas.microsoft.com/office/drawing/2014/main" id="{B59C0E73-5E54-4A1A-B2A3-19F38CA2399F}"/>
              </a:ext>
            </a:extLst>
          </p:cNvPr>
          <p:cNvSpPr>
            <a:spLocks xmlns:a="http://schemas.openxmlformats.org/drawingml/2006/main" noGrp="1"/>
          </p:cNvSpPr>
          <p:nvPr/>
        </p:nvSpPr>
        <p:spPr>
          <a:xfrm xmlns:a="http://schemas.openxmlformats.org/drawingml/2006/main">
            <a:off x="666750" y="3314700"/>
            <a:ext cx="10858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75" b="1">
                <a:solidFill>
                  <a:srgbClr val="246BCE"/>
                </a:solidFill>
                <a:latin typeface="Arial"/>
                <a:ea typeface="Arial"/>
                <a:cs typeface="Arial"/>
              </a:defRPr>
            </a:defPPr>
            <a:lvl1pPr algn="l">
              <a:buNone/>
              <a:defRPr sz="1875" b="1">
                <a:solidFill>
                  <a:srgbClr val="246BCE"/>
                </a:solidFill>
                <a:latin typeface="Arial"/>
                <a:ea typeface="Arial"/>
                <a:cs typeface="Arial"/>
              </a:defRPr>
            </a:lvl1pPr>
            <a:lvl2pPr algn="l">
              <a:buNone/>
              <a:defRPr sz="1875" b="1">
                <a:solidFill>
                  <a:srgbClr val="246BCE"/>
                </a:solidFill>
                <a:latin typeface="Arial"/>
                <a:ea typeface="Arial"/>
                <a:cs typeface="Arial"/>
              </a:defRPr>
            </a:lvl2pPr>
            <a:lvl3pPr algn="l">
              <a:buNone/>
              <a:defRPr sz="1875" b="1">
                <a:solidFill>
                  <a:srgbClr val="246BCE"/>
                </a:solidFill>
                <a:latin typeface="Arial"/>
                <a:ea typeface="Arial"/>
                <a:cs typeface="Arial"/>
              </a:defRPr>
            </a:lvl3pPr>
            <a:lvl4pPr algn="l">
              <a:buNone/>
              <a:defRPr sz="1875" b="1">
                <a:solidFill>
                  <a:srgbClr val="246BCE"/>
                </a:solidFill>
                <a:latin typeface="Arial"/>
                <a:ea typeface="Arial"/>
                <a:cs typeface="Arial"/>
              </a:defRPr>
            </a:lvl4pPr>
            <a:lvl5pPr algn="l">
              <a:buNone/>
              <a:defRPr sz="1875" b="1">
                <a:solidFill>
                  <a:srgbClr val="246BCE"/>
                </a:solidFill>
                <a:latin typeface="Arial"/>
                <a:ea typeface="Arial"/>
                <a:cs typeface="Arial"/>
              </a:defRPr>
            </a:lvl5pPr>
            <a:lvl6pPr algn="l">
              <a:buNone/>
              <a:defRPr sz="1875" b="1">
                <a:solidFill>
                  <a:srgbClr val="246BCE"/>
                </a:solidFill>
                <a:latin typeface="Arial"/>
                <a:ea typeface="Arial"/>
                <a:cs typeface="Arial"/>
              </a:defRPr>
            </a:lvl6pPr>
            <a:lvl7pPr algn="l">
              <a:buNone/>
              <a:defRPr sz="1875" b="1">
                <a:solidFill>
                  <a:srgbClr val="246BCE"/>
                </a:solidFill>
                <a:latin typeface="Arial"/>
                <a:ea typeface="Arial"/>
                <a:cs typeface="Arial"/>
              </a:defRPr>
            </a:lvl7pPr>
            <a:lvl8pPr algn="l">
              <a:buNone/>
              <a:defRPr sz="1875" b="1">
                <a:solidFill>
                  <a:srgbClr val="246BCE"/>
                </a:solidFill>
                <a:latin typeface="Arial"/>
                <a:ea typeface="Arial"/>
                <a:cs typeface="Arial"/>
              </a:defRPr>
            </a:lvl8pPr>
            <a:lvl9pPr algn="l">
              <a:buNone/>
              <a:defRPr sz="1875" b="1">
                <a:solidFill>
                  <a:srgbClr val="246BCE"/>
                </a:solidFill>
                <a:latin typeface="Arial"/>
                <a:ea typeface="Arial"/>
                <a:cs typeface="Arial"/>
              </a:defRPr>
            </a:lvl9pPr>
          </a:lstStyle>
          <a:p xmlns:a="http://schemas.openxmlformats.org/drawingml/2006/main">
            <a:pPr algn="l">
              <a:buNone/>
              <a:defRPr sz="1875" b="1">
                <a:solidFill>
                  <a:srgbClr val="246BCE"/>
                </a:solidFill>
                <a:latin typeface="Arial"/>
                <a:ea typeface="Arial"/>
                <a:cs typeface="Arial"/>
              </a:defRPr>
            </a:pPr>
            <a:r>
              <a:rPr sz="1875" b="1">
                <a:solidFill>
                  <a:srgbClr val="246BCE"/>
                </a:solidFill>
                <a:latin typeface="Arial"/>
                <a:ea typeface="Arial"/>
                <a:cs typeface="Arial"/>
              </a:rPr>
              <a:t>Ví dụ: thứ tự được tính lại sau khi làm xong A</a:t>
            </a:r>
          </a:p>
        </p:txBody>
      </p:sp>
      <p:sp>
        <p:nvSpPr>
          <p:cNvPr id="27" name="diagram-97">
            <a:extLst xmlns:a="http://schemas.openxmlformats.org/drawingml/2006/main">
              <a:ext uri="{FF2B5EF4-FFF2-40B4-BE49-F238E27FC236}">
                <a16:creationId xmlns:a16="http://schemas.microsoft.com/office/drawing/2014/main" id="{F8B4B25D-B238-4EB3-AB97-9A296E5B7DC1}"/>
              </a:ext>
            </a:extLst>
          </p:cNvPr>
          <p:cNvSpPr>
            <a:spLocks xmlns:a="http://schemas.openxmlformats.org/drawingml/2006/main" noGrp="1"/>
          </p:cNvSpPr>
          <p:nvPr/>
        </p:nvSpPr>
        <p:spPr>
          <a:xfrm xmlns:a="http://schemas.openxmlformats.org/drawingml/2006/main">
            <a:off x="666750" y="4000500"/>
            <a:ext cx="2190750" cy="952500"/>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w="19050">
            <a:solidFill>
              <a:srgbClr val="246BCE"/>
            </a:solidFill>
            <a:prstDash val="solid"/>
          </a:ln>
        </p:spPr>
      </p:sp>
      <p:sp>
        <p:nvSpPr>
          <p:cNvPr id="28" name="diagram-98">
            <a:extLst xmlns:a="http://schemas.openxmlformats.org/drawingml/2006/main">
              <a:ext uri="{FF2B5EF4-FFF2-40B4-BE49-F238E27FC236}">
                <a16:creationId xmlns:a16="http://schemas.microsoft.com/office/drawing/2014/main" id="{E04AB8CC-0469-4ECB-86D3-AFF4FB758B02}"/>
              </a:ext>
            </a:extLst>
          </p:cNvPr>
          <p:cNvSpPr>
            <a:spLocks xmlns:a="http://schemas.openxmlformats.org/drawingml/2006/main" noGrp="1"/>
          </p:cNvSpPr>
          <p:nvPr/>
        </p:nvSpPr>
        <p:spPr>
          <a:xfrm xmlns:a="http://schemas.openxmlformats.org/drawingml/2006/main">
            <a:off x="762000" y="4048125"/>
            <a:ext cx="20002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950" b="1">
                <a:solidFill>
                  <a:srgbClr val="102A43"/>
                </a:solidFill>
                <a:latin typeface="Arial"/>
                <a:ea typeface="Arial"/>
                <a:cs typeface="Arial"/>
              </a:defRPr>
            </a:defPPr>
            <a:lvl1pPr algn="ctr">
              <a:buNone/>
              <a:defRPr sz="1950" b="1">
                <a:solidFill>
                  <a:srgbClr val="102A43"/>
                </a:solidFill>
                <a:latin typeface="Arial"/>
                <a:ea typeface="Arial"/>
                <a:cs typeface="Arial"/>
              </a:defRPr>
            </a:lvl1pPr>
            <a:lvl2pPr algn="ctr">
              <a:buNone/>
              <a:defRPr sz="1950" b="1">
                <a:solidFill>
                  <a:srgbClr val="102A43"/>
                </a:solidFill>
                <a:latin typeface="Arial"/>
                <a:ea typeface="Arial"/>
                <a:cs typeface="Arial"/>
              </a:defRPr>
            </a:lvl2pPr>
            <a:lvl3pPr algn="ctr">
              <a:buNone/>
              <a:defRPr sz="1950" b="1">
                <a:solidFill>
                  <a:srgbClr val="102A43"/>
                </a:solidFill>
                <a:latin typeface="Arial"/>
                <a:ea typeface="Arial"/>
                <a:cs typeface="Arial"/>
              </a:defRPr>
            </a:lvl3pPr>
            <a:lvl4pPr algn="ctr">
              <a:buNone/>
              <a:defRPr sz="1950" b="1">
                <a:solidFill>
                  <a:srgbClr val="102A43"/>
                </a:solidFill>
                <a:latin typeface="Arial"/>
                <a:ea typeface="Arial"/>
                <a:cs typeface="Arial"/>
              </a:defRPr>
            </a:lvl4pPr>
            <a:lvl5pPr algn="ctr">
              <a:buNone/>
              <a:defRPr sz="1950" b="1">
                <a:solidFill>
                  <a:srgbClr val="102A43"/>
                </a:solidFill>
                <a:latin typeface="Arial"/>
                <a:ea typeface="Arial"/>
                <a:cs typeface="Arial"/>
              </a:defRPr>
            </a:lvl5pPr>
            <a:lvl6pPr algn="ctr">
              <a:buNone/>
              <a:defRPr sz="1950" b="1">
                <a:solidFill>
                  <a:srgbClr val="102A43"/>
                </a:solidFill>
                <a:latin typeface="Arial"/>
                <a:ea typeface="Arial"/>
                <a:cs typeface="Arial"/>
              </a:defRPr>
            </a:lvl6pPr>
            <a:lvl7pPr algn="ctr">
              <a:buNone/>
              <a:defRPr sz="1950" b="1">
                <a:solidFill>
                  <a:srgbClr val="102A43"/>
                </a:solidFill>
                <a:latin typeface="Arial"/>
                <a:ea typeface="Arial"/>
                <a:cs typeface="Arial"/>
              </a:defRPr>
            </a:lvl7pPr>
            <a:lvl8pPr algn="ctr">
              <a:buNone/>
              <a:defRPr sz="1950" b="1">
                <a:solidFill>
                  <a:srgbClr val="102A43"/>
                </a:solidFill>
                <a:latin typeface="Arial"/>
                <a:ea typeface="Arial"/>
                <a:cs typeface="Arial"/>
              </a:defRPr>
            </a:lvl8pPr>
            <a:lvl9pPr algn="ctr">
              <a:buNone/>
              <a:defRPr sz="1950" b="1">
                <a:solidFill>
                  <a:srgbClr val="102A43"/>
                </a:solidFill>
                <a:latin typeface="Arial"/>
                <a:ea typeface="Arial"/>
                <a:cs typeface="Arial"/>
              </a:defRPr>
            </a:lvl9pPr>
          </a:lstStyle>
          <a:p xmlns:a="http://schemas.openxmlformats.org/drawingml/2006/main">
            <a:pPr algn="ctr">
              <a:buNone/>
              <a:defRPr sz="1950" b="1">
                <a:solidFill>
                  <a:srgbClr val="102A43"/>
                </a:solidFill>
                <a:latin typeface="Arial"/>
                <a:ea typeface="Arial"/>
                <a:cs typeface="Arial"/>
              </a:defRPr>
            </a:pPr>
            <a:r>
              <a:rPr sz="1950" b="1">
                <a:solidFill>
                  <a:srgbClr val="102A43"/>
                </a:solidFill>
                <a:latin typeface="Arial"/>
                <a:ea typeface="Arial"/>
                <a:cs typeface="Arial"/>
              </a:rPr>
              <a:t>A</a:t>
            </a:r>
          </a:p>
          <a:p xmlns:a="http://schemas.openxmlformats.org/drawingml/2006/main">
            <a:pPr algn="ctr">
              <a:buNone/>
              <a:defRPr sz="1950" b="1">
                <a:solidFill>
                  <a:srgbClr val="102A43"/>
                </a:solidFill>
                <a:latin typeface="Arial"/>
                <a:ea typeface="Arial"/>
                <a:cs typeface="Arial"/>
              </a:defRPr>
            </a:pPr>
            <a:r>
              <a:rPr sz="1950" b="1">
                <a:solidFill>
                  <a:srgbClr val="102A43"/>
                </a:solidFill>
                <a:latin typeface="Arial"/>
                <a:ea typeface="Arial"/>
                <a:cs typeface="Arial"/>
              </a:rPr>
              <a:t>Ít người nhất</a:t>
            </a:r>
          </a:p>
        </p:txBody>
      </p:sp>
      <p:sp>
        <p:nvSpPr>
          <p:cNvPr id="29" name="diagram-99">
            <a:extLst xmlns:a="http://schemas.openxmlformats.org/drawingml/2006/main">
              <a:ext uri="{FF2B5EF4-FFF2-40B4-BE49-F238E27FC236}">
                <a16:creationId xmlns:a16="http://schemas.microsoft.com/office/drawing/2014/main" id="{52DB1455-982D-4A20-B66A-927E0AE292C5}"/>
              </a:ext>
            </a:extLst>
          </p:cNvPr>
          <p:cNvSpPr>
            <a:spLocks xmlns:a="http://schemas.openxmlformats.org/drawingml/2006/main" noGrp="1"/>
          </p:cNvSpPr>
          <p:nvPr/>
        </p:nvSpPr>
        <p:spPr>
          <a:xfrm xmlns:a="http://schemas.openxmlformats.org/drawingml/2006/main">
            <a:off x="3238500" y="4000500"/>
            <a:ext cx="2667000" cy="952500"/>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w="19050">
            <a:solidFill>
              <a:srgbClr val="246BCE"/>
            </a:solidFill>
            <a:prstDash val="solid"/>
          </a:ln>
        </p:spPr>
      </p:sp>
      <p:sp>
        <p:nvSpPr>
          <p:cNvPr id="30" name="diagram-100">
            <a:extLst xmlns:a="http://schemas.openxmlformats.org/drawingml/2006/main">
              <a:ext uri="{FF2B5EF4-FFF2-40B4-BE49-F238E27FC236}">
                <a16:creationId xmlns:a16="http://schemas.microsoft.com/office/drawing/2014/main" id="{0052567D-6699-43AB-802C-6C37DD4A648D}"/>
              </a:ext>
            </a:extLst>
          </p:cNvPr>
          <p:cNvSpPr>
            <a:spLocks xmlns:a="http://schemas.openxmlformats.org/drawingml/2006/main" noGrp="1"/>
          </p:cNvSpPr>
          <p:nvPr/>
        </p:nvSpPr>
        <p:spPr>
          <a:xfrm xmlns:a="http://schemas.openxmlformats.org/drawingml/2006/main">
            <a:off x="3333750" y="4048125"/>
            <a:ext cx="2476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75" b="1">
                <a:solidFill>
                  <a:srgbClr val="102A43"/>
                </a:solidFill>
                <a:latin typeface="Arial"/>
                <a:ea typeface="Arial"/>
                <a:cs typeface="Arial"/>
              </a:defRPr>
            </a:defPPr>
            <a:lvl1pPr algn="ctr">
              <a:buNone/>
              <a:defRPr sz="1875" b="1">
                <a:solidFill>
                  <a:srgbClr val="102A43"/>
                </a:solidFill>
                <a:latin typeface="Arial"/>
                <a:ea typeface="Arial"/>
                <a:cs typeface="Arial"/>
              </a:defRPr>
            </a:lvl1pPr>
            <a:lvl2pPr algn="ctr">
              <a:buNone/>
              <a:defRPr sz="1875" b="1">
                <a:solidFill>
                  <a:srgbClr val="102A43"/>
                </a:solidFill>
                <a:latin typeface="Arial"/>
                <a:ea typeface="Arial"/>
                <a:cs typeface="Arial"/>
              </a:defRPr>
            </a:lvl2pPr>
            <a:lvl3pPr algn="ctr">
              <a:buNone/>
              <a:defRPr sz="1875" b="1">
                <a:solidFill>
                  <a:srgbClr val="102A43"/>
                </a:solidFill>
                <a:latin typeface="Arial"/>
                <a:ea typeface="Arial"/>
                <a:cs typeface="Arial"/>
              </a:defRPr>
            </a:lvl3pPr>
            <a:lvl4pPr algn="ctr">
              <a:buNone/>
              <a:defRPr sz="1875" b="1">
                <a:solidFill>
                  <a:srgbClr val="102A43"/>
                </a:solidFill>
                <a:latin typeface="Arial"/>
                <a:ea typeface="Arial"/>
                <a:cs typeface="Arial"/>
              </a:defRPr>
            </a:lvl4pPr>
            <a:lvl5pPr algn="ctr">
              <a:buNone/>
              <a:defRPr sz="1875" b="1">
                <a:solidFill>
                  <a:srgbClr val="102A43"/>
                </a:solidFill>
                <a:latin typeface="Arial"/>
                <a:ea typeface="Arial"/>
                <a:cs typeface="Arial"/>
              </a:defRPr>
            </a:lvl5pPr>
            <a:lvl6pPr algn="ctr">
              <a:buNone/>
              <a:defRPr sz="1875" b="1">
                <a:solidFill>
                  <a:srgbClr val="102A43"/>
                </a:solidFill>
                <a:latin typeface="Arial"/>
                <a:ea typeface="Arial"/>
                <a:cs typeface="Arial"/>
              </a:defRPr>
            </a:lvl6pPr>
            <a:lvl7pPr algn="ctr">
              <a:buNone/>
              <a:defRPr sz="1875" b="1">
                <a:solidFill>
                  <a:srgbClr val="102A43"/>
                </a:solidFill>
                <a:latin typeface="Arial"/>
                <a:ea typeface="Arial"/>
                <a:cs typeface="Arial"/>
              </a:defRPr>
            </a:lvl7pPr>
            <a:lvl8pPr algn="ctr">
              <a:buNone/>
              <a:defRPr sz="1875" b="1">
                <a:solidFill>
                  <a:srgbClr val="102A43"/>
                </a:solidFill>
                <a:latin typeface="Arial"/>
                <a:ea typeface="Arial"/>
                <a:cs typeface="Arial"/>
              </a:defRPr>
            </a:lvl8pPr>
            <a:lvl9pPr algn="ctr">
              <a:buNone/>
              <a:defRPr sz="1875" b="1">
                <a:solidFill>
                  <a:srgbClr val="102A43"/>
                </a:solidFill>
                <a:latin typeface="Arial"/>
                <a:ea typeface="Arial"/>
                <a:cs typeface="Arial"/>
              </a:defRPr>
            </a:lvl9pPr>
          </a:lstStyle>
          <a:p xmlns:a="http://schemas.openxmlformats.org/drawingml/2006/main">
            <a:pPr algn="ctr">
              <a:buNone/>
              <a:defRPr sz="1875" b="1">
                <a:solidFill>
                  <a:srgbClr val="102A43"/>
                </a:solidFill>
                <a:latin typeface="Arial"/>
                <a:ea typeface="Arial"/>
                <a:cs typeface="Arial"/>
              </a:defRPr>
            </a:pPr>
            <a:r>
              <a:rPr sz="1875" b="1">
                <a:solidFill>
                  <a:srgbClr val="102A43"/>
                </a:solidFill>
                <a:latin typeface="Arial"/>
                <a:ea typeface="Arial"/>
                <a:cs typeface="Arial"/>
              </a:rPr>
              <a:t>Dự kiến còn lại</a:t>
            </a:r>
          </a:p>
          <a:p xmlns:a="http://schemas.openxmlformats.org/drawingml/2006/main">
            <a:pPr algn="ctr">
              <a:buNone/>
              <a:defRPr sz="1875" b="1">
                <a:solidFill>
                  <a:srgbClr val="102A43"/>
                </a:solidFill>
                <a:latin typeface="Arial"/>
                <a:ea typeface="Arial"/>
                <a:cs typeface="Arial"/>
              </a:defRPr>
            </a:pPr>
            <a:r>
              <a:rPr sz="1875" b="1">
                <a:solidFill>
                  <a:srgbClr val="102A43"/>
                </a:solidFill>
                <a:latin typeface="Arial"/>
                <a:ea typeface="Arial"/>
                <a:cs typeface="Arial"/>
              </a:rPr>
              <a:t>B → C</a:t>
            </a:r>
          </a:p>
        </p:txBody>
      </p:sp>
      <p:sp>
        <p:nvSpPr>
          <p:cNvPr id="31" name="diagram-101">
            <a:extLst xmlns:a="http://schemas.openxmlformats.org/drawingml/2006/main">
              <a:ext uri="{FF2B5EF4-FFF2-40B4-BE49-F238E27FC236}">
                <a16:creationId xmlns:a16="http://schemas.microsoft.com/office/drawing/2014/main" id="{84370D08-372B-4175-B496-048106FD1E45}"/>
              </a:ext>
            </a:extLst>
          </p:cNvPr>
          <p:cNvSpPr>
            <a:spLocks xmlns:a="http://schemas.openxmlformats.org/drawingml/2006/main" noGrp="1"/>
          </p:cNvSpPr>
          <p:nvPr/>
        </p:nvSpPr>
        <p:spPr>
          <a:xfrm xmlns:a="http://schemas.openxmlformats.org/drawingml/2006/main">
            <a:off x="6096000" y="4371975"/>
            <a:ext cx="666750" cy="171450"/>
          </a:xfrm>
          <a:prstGeom xmlns:a="http://schemas.openxmlformats.org/drawingml/2006/main" prst="rightArrow">
            <a:avLst/>
          </a:prstGeom>
          <a:solidFill xmlns:a="http://schemas.openxmlformats.org/drawingml/2006/main">
            <a:srgbClr val="246BCE"/>
          </a:solidFill>
          <a:ln xmlns:a="http://schemas.openxmlformats.org/drawingml/2006/main" w="0">
            <a:noFill/>
            <a:prstDash val="solid"/>
          </a:ln>
        </p:spPr>
      </p:sp>
      <p:sp>
        <p:nvSpPr>
          <p:cNvPr id="32" name="diagram-102">
            <a:extLst xmlns:a="http://schemas.openxmlformats.org/drawingml/2006/main">
              <a:ext uri="{FF2B5EF4-FFF2-40B4-BE49-F238E27FC236}">
                <a16:creationId xmlns:a16="http://schemas.microsoft.com/office/drawing/2014/main" id="{28B2AA4A-C93F-4271-881B-03C3CCF7EB69}"/>
              </a:ext>
            </a:extLst>
          </p:cNvPr>
          <p:cNvSpPr>
            <a:spLocks xmlns:a="http://schemas.openxmlformats.org/drawingml/2006/main" noGrp="1"/>
          </p:cNvSpPr>
          <p:nvPr/>
        </p:nvSpPr>
        <p:spPr>
          <a:xfrm xmlns:a="http://schemas.openxmlformats.org/drawingml/2006/main">
            <a:off x="7000875" y="4000500"/>
            <a:ext cx="1952625" cy="952500"/>
          </a:xfrm>
          <a:prstGeom xmlns:a="http://schemas.openxmlformats.org/drawingml/2006/main" prst="roundRect">
            <a:avLst>
              <a:gd name="adj" fmla="val 8000"/>
            </a:avLst>
          </a:prstGeom>
          <a:solidFill xmlns:a="http://schemas.openxmlformats.org/drawingml/2006/main">
            <a:srgbClr val="E5EFFC"/>
          </a:solidFill>
          <a:ln xmlns:a="http://schemas.openxmlformats.org/drawingml/2006/main" w="19050">
            <a:solidFill>
              <a:srgbClr val="246BCE"/>
            </a:solidFill>
            <a:prstDash val="solid"/>
          </a:ln>
        </p:spPr>
      </p:sp>
      <p:sp>
        <p:nvSpPr>
          <p:cNvPr id="33" name="diagram-103">
            <a:extLst xmlns:a="http://schemas.openxmlformats.org/drawingml/2006/main">
              <a:ext uri="{FF2B5EF4-FFF2-40B4-BE49-F238E27FC236}">
                <a16:creationId xmlns:a16="http://schemas.microsoft.com/office/drawing/2014/main" id="{9E283169-8B4E-4C67-9515-C08A0C21F992}"/>
              </a:ext>
            </a:extLst>
          </p:cNvPr>
          <p:cNvSpPr>
            <a:spLocks xmlns:a="http://schemas.openxmlformats.org/drawingml/2006/main" noGrp="1"/>
          </p:cNvSpPr>
          <p:nvPr/>
        </p:nvSpPr>
        <p:spPr>
          <a:xfrm xmlns:a="http://schemas.openxmlformats.org/drawingml/2006/main">
            <a:off x="7096125" y="4048125"/>
            <a:ext cx="17621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2025" b="1">
                <a:solidFill>
                  <a:srgbClr val="102A43"/>
                </a:solidFill>
                <a:latin typeface="Arial"/>
                <a:ea typeface="Arial"/>
                <a:cs typeface="Arial"/>
              </a:defRPr>
            </a:defPPr>
            <a:lvl1pPr algn="ctr">
              <a:buNone/>
              <a:defRPr sz="2025" b="1">
                <a:solidFill>
                  <a:srgbClr val="102A43"/>
                </a:solidFill>
                <a:latin typeface="Arial"/>
                <a:ea typeface="Arial"/>
                <a:cs typeface="Arial"/>
              </a:defRPr>
            </a:lvl1pPr>
            <a:lvl2pPr algn="ctr">
              <a:buNone/>
              <a:defRPr sz="2025" b="1">
                <a:solidFill>
                  <a:srgbClr val="102A43"/>
                </a:solidFill>
                <a:latin typeface="Arial"/>
                <a:ea typeface="Arial"/>
                <a:cs typeface="Arial"/>
              </a:defRPr>
            </a:lvl2pPr>
            <a:lvl3pPr algn="ctr">
              <a:buNone/>
              <a:defRPr sz="2025" b="1">
                <a:solidFill>
                  <a:srgbClr val="102A43"/>
                </a:solidFill>
                <a:latin typeface="Arial"/>
                <a:ea typeface="Arial"/>
                <a:cs typeface="Arial"/>
              </a:defRPr>
            </a:lvl3pPr>
            <a:lvl4pPr algn="ctr">
              <a:buNone/>
              <a:defRPr sz="2025" b="1">
                <a:solidFill>
                  <a:srgbClr val="102A43"/>
                </a:solidFill>
                <a:latin typeface="Arial"/>
                <a:ea typeface="Arial"/>
                <a:cs typeface="Arial"/>
              </a:defRPr>
            </a:lvl4pPr>
            <a:lvl5pPr algn="ctr">
              <a:buNone/>
              <a:defRPr sz="2025" b="1">
                <a:solidFill>
                  <a:srgbClr val="102A43"/>
                </a:solidFill>
                <a:latin typeface="Arial"/>
                <a:ea typeface="Arial"/>
                <a:cs typeface="Arial"/>
              </a:defRPr>
            </a:lvl5pPr>
            <a:lvl6pPr algn="ctr">
              <a:buNone/>
              <a:defRPr sz="2025" b="1">
                <a:solidFill>
                  <a:srgbClr val="102A43"/>
                </a:solidFill>
                <a:latin typeface="Arial"/>
                <a:ea typeface="Arial"/>
                <a:cs typeface="Arial"/>
              </a:defRPr>
            </a:lvl6pPr>
            <a:lvl7pPr algn="ctr">
              <a:buNone/>
              <a:defRPr sz="2025" b="1">
                <a:solidFill>
                  <a:srgbClr val="102A43"/>
                </a:solidFill>
                <a:latin typeface="Arial"/>
                <a:ea typeface="Arial"/>
                <a:cs typeface="Arial"/>
              </a:defRPr>
            </a:lvl7pPr>
            <a:lvl8pPr algn="ctr">
              <a:buNone/>
              <a:defRPr sz="2025" b="1">
                <a:solidFill>
                  <a:srgbClr val="102A43"/>
                </a:solidFill>
                <a:latin typeface="Arial"/>
                <a:ea typeface="Arial"/>
                <a:cs typeface="Arial"/>
              </a:defRPr>
            </a:lvl8pPr>
            <a:lvl9pPr algn="ctr">
              <a:buNone/>
              <a:defRPr sz="2025" b="1">
                <a:solidFill>
                  <a:srgbClr val="102A43"/>
                </a:solidFill>
                <a:latin typeface="Arial"/>
                <a:ea typeface="Arial"/>
                <a:cs typeface="Arial"/>
              </a:defRPr>
            </a:lvl9pPr>
          </a:lstStyle>
          <a:p xmlns:a="http://schemas.openxmlformats.org/drawingml/2006/main">
            <a:pPr algn="ctr">
              <a:buNone/>
              <a:defRPr sz="2025" b="1">
                <a:solidFill>
                  <a:srgbClr val="102A43"/>
                </a:solidFill>
                <a:latin typeface="Arial"/>
                <a:ea typeface="Arial"/>
                <a:cs typeface="Arial"/>
              </a:defRPr>
            </a:pPr>
            <a:r>
              <a:rPr sz="2025" b="1">
                <a:solidFill>
                  <a:srgbClr val="102A43"/>
                </a:solidFill>
                <a:latin typeface="Arial"/>
                <a:ea typeface="Arial"/>
                <a:cs typeface="Arial"/>
              </a:rPr>
              <a:t>Làm xong A</a:t>
            </a:r>
          </a:p>
          <a:p xmlns:a="http://schemas.openxmlformats.org/drawingml/2006/main">
            <a:pPr algn="ctr">
              <a:buNone/>
              <a:defRPr sz="2025" b="1">
                <a:solidFill>
                  <a:srgbClr val="102A43"/>
                </a:solidFill>
                <a:latin typeface="Arial"/>
                <a:ea typeface="Arial"/>
                <a:cs typeface="Arial"/>
              </a:defRPr>
            </a:pPr>
            <a:r>
              <a:rPr sz="2025" b="1">
                <a:solidFill>
                  <a:srgbClr val="102A43"/>
                </a:solidFill>
                <a:latin typeface="Arial"/>
                <a:ea typeface="Arial"/>
                <a:cs typeface="Arial"/>
              </a:rPr>
              <a:t>Tính lại</a:t>
            </a:r>
          </a:p>
        </p:txBody>
      </p:sp>
      <p:sp>
        <p:nvSpPr>
          <p:cNvPr id="34" name="diagram-104">
            <a:extLst xmlns:a="http://schemas.openxmlformats.org/drawingml/2006/main">
              <a:ext uri="{FF2B5EF4-FFF2-40B4-BE49-F238E27FC236}">
                <a16:creationId xmlns:a16="http://schemas.microsoft.com/office/drawing/2014/main" id="{0E68B569-BFCF-4A07-8B42-7CB321242A17}"/>
              </a:ext>
            </a:extLst>
          </p:cNvPr>
          <p:cNvSpPr>
            <a:spLocks xmlns:a="http://schemas.openxmlformats.org/drawingml/2006/main" noGrp="1"/>
          </p:cNvSpPr>
          <p:nvPr/>
        </p:nvSpPr>
        <p:spPr>
          <a:xfrm xmlns:a="http://schemas.openxmlformats.org/drawingml/2006/main">
            <a:off x="9096375" y="4371975"/>
            <a:ext cx="619125" cy="171450"/>
          </a:xfrm>
          <a:prstGeom xmlns:a="http://schemas.openxmlformats.org/drawingml/2006/main" prst="rightArrow">
            <a:avLst/>
          </a:prstGeom>
          <a:solidFill xmlns:a="http://schemas.openxmlformats.org/drawingml/2006/main">
            <a:srgbClr val="246BCE"/>
          </a:solidFill>
          <a:ln xmlns:a="http://schemas.openxmlformats.org/drawingml/2006/main" w="0">
            <a:noFill/>
            <a:prstDash val="solid"/>
          </a:ln>
        </p:spPr>
      </p:sp>
      <p:sp>
        <p:nvSpPr>
          <p:cNvPr id="35" name="diagram-105">
            <a:extLst xmlns:a="http://schemas.openxmlformats.org/drawingml/2006/main">
              <a:ext uri="{FF2B5EF4-FFF2-40B4-BE49-F238E27FC236}">
                <a16:creationId xmlns:a16="http://schemas.microsoft.com/office/drawing/2014/main" id="{4B414FA3-6C18-4394-A4EE-B14B65BE9A6A}"/>
              </a:ext>
            </a:extLst>
          </p:cNvPr>
          <p:cNvSpPr>
            <a:spLocks xmlns:a="http://schemas.openxmlformats.org/drawingml/2006/main" noGrp="1"/>
          </p:cNvSpPr>
          <p:nvPr/>
        </p:nvSpPr>
        <p:spPr>
          <a:xfrm xmlns:a="http://schemas.openxmlformats.org/drawingml/2006/main">
            <a:off x="9906000" y="4000500"/>
            <a:ext cx="1714500" cy="952500"/>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w="19050">
            <a:solidFill>
              <a:srgbClr val="246BCE"/>
            </a:solidFill>
            <a:prstDash val="solid"/>
          </a:ln>
        </p:spPr>
      </p:sp>
      <p:sp>
        <p:nvSpPr>
          <p:cNvPr id="36" name="diagram-106">
            <a:extLst xmlns:a="http://schemas.openxmlformats.org/drawingml/2006/main">
              <a:ext uri="{FF2B5EF4-FFF2-40B4-BE49-F238E27FC236}">
                <a16:creationId xmlns:a16="http://schemas.microsoft.com/office/drawing/2014/main" id="{08ABAEFF-893A-4701-B6BC-F13957032E7B}"/>
              </a:ext>
            </a:extLst>
          </p:cNvPr>
          <p:cNvSpPr>
            <a:spLocks xmlns:a="http://schemas.openxmlformats.org/drawingml/2006/main" noGrp="1"/>
          </p:cNvSpPr>
          <p:nvPr/>
        </p:nvSpPr>
        <p:spPr>
          <a:xfrm xmlns:a="http://schemas.openxmlformats.org/drawingml/2006/main">
            <a:off x="10001250" y="4048125"/>
            <a:ext cx="1524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102A43"/>
                </a:solidFill>
                <a:latin typeface="Arial"/>
                <a:ea typeface="Arial"/>
                <a:cs typeface="Arial"/>
              </a:defRPr>
            </a:defPPr>
            <a:lvl1pPr algn="ctr">
              <a:buNone/>
              <a:defRPr sz="1800" b="1">
                <a:solidFill>
                  <a:srgbClr val="102A43"/>
                </a:solidFill>
                <a:latin typeface="Arial"/>
                <a:ea typeface="Arial"/>
                <a:cs typeface="Arial"/>
              </a:defRPr>
            </a:lvl1pPr>
            <a:lvl2pPr algn="ctr">
              <a:buNone/>
              <a:defRPr sz="1800" b="1">
                <a:solidFill>
                  <a:srgbClr val="102A43"/>
                </a:solidFill>
                <a:latin typeface="Arial"/>
                <a:ea typeface="Arial"/>
                <a:cs typeface="Arial"/>
              </a:defRPr>
            </a:lvl2pPr>
            <a:lvl3pPr algn="ctr">
              <a:buNone/>
              <a:defRPr sz="1800" b="1">
                <a:solidFill>
                  <a:srgbClr val="102A43"/>
                </a:solidFill>
                <a:latin typeface="Arial"/>
                <a:ea typeface="Arial"/>
                <a:cs typeface="Arial"/>
              </a:defRPr>
            </a:lvl3pPr>
            <a:lvl4pPr algn="ctr">
              <a:buNone/>
              <a:defRPr sz="1800" b="1">
                <a:solidFill>
                  <a:srgbClr val="102A43"/>
                </a:solidFill>
                <a:latin typeface="Arial"/>
                <a:ea typeface="Arial"/>
                <a:cs typeface="Arial"/>
              </a:defRPr>
            </a:lvl4pPr>
            <a:lvl5pPr algn="ctr">
              <a:buNone/>
              <a:defRPr sz="1800" b="1">
                <a:solidFill>
                  <a:srgbClr val="102A43"/>
                </a:solidFill>
                <a:latin typeface="Arial"/>
                <a:ea typeface="Arial"/>
                <a:cs typeface="Arial"/>
              </a:defRPr>
            </a:lvl5pPr>
            <a:lvl6pPr algn="ctr">
              <a:buNone/>
              <a:defRPr sz="1800" b="1">
                <a:solidFill>
                  <a:srgbClr val="102A43"/>
                </a:solidFill>
                <a:latin typeface="Arial"/>
                <a:ea typeface="Arial"/>
                <a:cs typeface="Arial"/>
              </a:defRPr>
            </a:lvl6pPr>
            <a:lvl7pPr algn="ctr">
              <a:buNone/>
              <a:defRPr sz="1800" b="1">
                <a:solidFill>
                  <a:srgbClr val="102A43"/>
                </a:solidFill>
                <a:latin typeface="Arial"/>
                <a:ea typeface="Arial"/>
                <a:cs typeface="Arial"/>
              </a:defRPr>
            </a:lvl7pPr>
            <a:lvl8pPr algn="ctr">
              <a:buNone/>
              <a:defRPr sz="1800" b="1">
                <a:solidFill>
                  <a:srgbClr val="102A43"/>
                </a:solidFill>
                <a:latin typeface="Arial"/>
                <a:ea typeface="Arial"/>
                <a:cs typeface="Arial"/>
              </a:defRPr>
            </a:lvl8pPr>
            <a:lvl9pPr algn="ctr">
              <a:buNone/>
              <a:defRPr sz="1800" b="1">
                <a:solidFill>
                  <a:srgbClr val="102A43"/>
                </a:solidFill>
                <a:latin typeface="Arial"/>
                <a:ea typeface="Arial"/>
                <a:cs typeface="Arial"/>
              </a:defRPr>
            </a:lvl9pPr>
          </a:lstStyle>
          <a:p xmlns:a="http://schemas.openxmlformats.org/drawingml/2006/main">
            <a:pPr algn="ctr">
              <a:buNone/>
              <a:defRPr sz="1800" b="1">
                <a:solidFill>
                  <a:srgbClr val="102A43"/>
                </a:solidFill>
                <a:latin typeface="Arial"/>
                <a:ea typeface="Arial"/>
                <a:cs typeface="Arial"/>
              </a:defRPr>
            </a:pPr>
            <a:r>
              <a:rPr sz="1800" b="1">
                <a:solidFill>
                  <a:srgbClr val="102A43"/>
                </a:solidFill>
                <a:latin typeface="Arial"/>
                <a:ea typeface="Arial"/>
                <a:cs typeface="Arial"/>
              </a:rPr>
              <a:t>C ít hơn B</a:t>
            </a:r>
          </a:p>
          <a:p xmlns:a="http://schemas.openxmlformats.org/drawingml/2006/main">
            <a:pPr algn="ctr">
              <a:buNone/>
              <a:defRPr sz="1800" b="1">
                <a:solidFill>
                  <a:srgbClr val="102A43"/>
                </a:solidFill>
                <a:latin typeface="Arial"/>
                <a:ea typeface="Arial"/>
                <a:cs typeface="Arial"/>
              </a:defRPr>
            </a:pPr>
            <a:r>
              <a:rPr sz="1800" b="1">
                <a:solidFill>
                  <a:srgbClr val="102A43"/>
                </a:solidFill>
                <a:latin typeface="Arial"/>
                <a:ea typeface="Arial"/>
                <a:cs typeface="Arial"/>
              </a:rPr>
              <a:t>Đi C trước</a:t>
            </a:r>
          </a:p>
        </p:txBody>
      </p:sp>
      <p:sp>
        <p:nvSpPr>
          <p:cNvPr id="37" name="diagram-107">
            <a:extLst xmlns:a="http://schemas.openxmlformats.org/drawingml/2006/main">
              <a:ext uri="{FF2B5EF4-FFF2-40B4-BE49-F238E27FC236}">
                <a16:creationId xmlns:a16="http://schemas.microsoft.com/office/drawing/2014/main" id="{A9A0F25E-3C80-4ED0-9019-74E6EC5D03F8}"/>
              </a:ext>
            </a:extLst>
          </p:cNvPr>
          <p:cNvSpPr>
            <a:spLocks xmlns:a="http://schemas.openxmlformats.org/drawingml/2006/main" noGrp="1"/>
          </p:cNvSpPr>
          <p:nvPr/>
        </p:nvSpPr>
        <p:spPr>
          <a:xfrm xmlns:a="http://schemas.openxmlformats.org/drawingml/2006/main">
            <a:off x="666750" y="5429250"/>
            <a:ext cx="342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725" b="0">
                <a:solidFill>
                  <a:srgbClr val="526773"/>
                </a:solidFill>
                <a:latin typeface="Arial"/>
                <a:ea typeface="Arial"/>
                <a:cs typeface="Arial"/>
              </a:defRPr>
            </a:defPPr>
            <a:lvl1pPr algn="l">
              <a:buNone/>
              <a:defRPr sz="1725" b="0">
                <a:solidFill>
                  <a:srgbClr val="526773"/>
                </a:solidFill>
                <a:latin typeface="Arial"/>
                <a:ea typeface="Arial"/>
                <a:cs typeface="Arial"/>
              </a:defRPr>
            </a:lvl1pPr>
            <a:lvl2pPr algn="l">
              <a:buNone/>
              <a:defRPr sz="1725" b="0">
                <a:solidFill>
                  <a:srgbClr val="526773"/>
                </a:solidFill>
                <a:latin typeface="Arial"/>
                <a:ea typeface="Arial"/>
                <a:cs typeface="Arial"/>
              </a:defRPr>
            </a:lvl2pPr>
            <a:lvl3pPr algn="l">
              <a:buNone/>
              <a:defRPr sz="1725" b="0">
                <a:solidFill>
                  <a:srgbClr val="526773"/>
                </a:solidFill>
                <a:latin typeface="Arial"/>
                <a:ea typeface="Arial"/>
                <a:cs typeface="Arial"/>
              </a:defRPr>
            </a:lvl3pPr>
            <a:lvl4pPr algn="l">
              <a:buNone/>
              <a:defRPr sz="1725" b="0">
                <a:solidFill>
                  <a:srgbClr val="526773"/>
                </a:solidFill>
                <a:latin typeface="Arial"/>
                <a:ea typeface="Arial"/>
                <a:cs typeface="Arial"/>
              </a:defRPr>
            </a:lvl4pPr>
            <a:lvl5pPr algn="l">
              <a:buNone/>
              <a:defRPr sz="1725" b="0">
                <a:solidFill>
                  <a:srgbClr val="526773"/>
                </a:solidFill>
                <a:latin typeface="Arial"/>
                <a:ea typeface="Arial"/>
                <a:cs typeface="Arial"/>
              </a:defRPr>
            </a:lvl5pPr>
            <a:lvl6pPr algn="l">
              <a:buNone/>
              <a:defRPr sz="1725" b="0">
                <a:solidFill>
                  <a:srgbClr val="526773"/>
                </a:solidFill>
                <a:latin typeface="Arial"/>
                <a:ea typeface="Arial"/>
                <a:cs typeface="Arial"/>
              </a:defRPr>
            </a:lvl6pPr>
            <a:lvl7pPr algn="l">
              <a:buNone/>
              <a:defRPr sz="1725" b="0">
                <a:solidFill>
                  <a:srgbClr val="526773"/>
                </a:solidFill>
                <a:latin typeface="Arial"/>
                <a:ea typeface="Arial"/>
                <a:cs typeface="Arial"/>
              </a:defRPr>
            </a:lvl7pPr>
            <a:lvl8pPr algn="l">
              <a:buNone/>
              <a:defRPr sz="1725" b="0">
                <a:solidFill>
                  <a:srgbClr val="526773"/>
                </a:solidFill>
                <a:latin typeface="Arial"/>
                <a:ea typeface="Arial"/>
                <a:cs typeface="Arial"/>
              </a:defRPr>
            </a:lvl8pPr>
            <a:lvl9pPr algn="l">
              <a:buNone/>
              <a:defRPr sz="1725" b="0">
                <a:solidFill>
                  <a:srgbClr val="526773"/>
                </a:solidFill>
                <a:latin typeface="Arial"/>
                <a:ea typeface="Arial"/>
                <a:cs typeface="Arial"/>
              </a:defRPr>
            </a:lvl9pPr>
          </a:lstStyle>
          <a:p xmlns:a="http://schemas.openxmlformats.org/drawingml/2006/main">
            <a:pPr algn="l">
              <a:buNone/>
              <a:defRPr sz="1725" b="0">
                <a:solidFill>
                  <a:srgbClr val="526773"/>
                </a:solidFill>
                <a:latin typeface="Arial"/>
                <a:ea typeface="Arial"/>
                <a:cs typeface="Arial"/>
              </a:defRPr>
            </a:pPr>
            <a:r>
              <a:rPr sz="1725" b="0">
                <a:solidFill>
                  <a:srgbClr val="526773"/>
                </a:solidFill>
                <a:latin typeface="Arial"/>
                <a:ea typeface="Arial"/>
                <a:cs typeface="Arial"/>
              </a:rPr>
              <a:t>Đếm người tại phòng</a:t>
            </a:r>
          </a:p>
        </p:txBody>
      </p:sp>
      <p:sp>
        <p:nvSpPr>
          <p:cNvPr id="38" name="diagram-108">
            <a:extLst xmlns:a="http://schemas.openxmlformats.org/drawingml/2006/main">
              <a:ext uri="{FF2B5EF4-FFF2-40B4-BE49-F238E27FC236}">
                <a16:creationId xmlns:a16="http://schemas.microsoft.com/office/drawing/2014/main" id="{2C2BCA00-9081-4371-806A-2C983A035A2A}"/>
              </a:ext>
            </a:extLst>
          </p:cNvPr>
          <p:cNvSpPr>
            <a:spLocks xmlns:a="http://schemas.openxmlformats.org/drawingml/2006/main" noGrp="1"/>
          </p:cNvSpPr>
          <p:nvPr/>
        </p:nvSpPr>
        <p:spPr>
          <a:xfrm xmlns:a="http://schemas.openxmlformats.org/drawingml/2006/main">
            <a:off x="4381500" y="5429250"/>
            <a:ext cx="3524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725" b="0">
                <a:solidFill>
                  <a:srgbClr val="526773"/>
                </a:solidFill>
                <a:latin typeface="Arial"/>
                <a:ea typeface="Arial"/>
                <a:cs typeface="Arial"/>
              </a:defRPr>
            </a:defPPr>
            <a:lvl1pPr algn="l">
              <a:buNone/>
              <a:defRPr sz="1725" b="0">
                <a:solidFill>
                  <a:srgbClr val="526773"/>
                </a:solidFill>
                <a:latin typeface="Arial"/>
                <a:ea typeface="Arial"/>
                <a:cs typeface="Arial"/>
              </a:defRPr>
            </a:lvl1pPr>
            <a:lvl2pPr algn="l">
              <a:buNone/>
              <a:defRPr sz="1725" b="0">
                <a:solidFill>
                  <a:srgbClr val="526773"/>
                </a:solidFill>
                <a:latin typeface="Arial"/>
                <a:ea typeface="Arial"/>
                <a:cs typeface="Arial"/>
              </a:defRPr>
            </a:lvl2pPr>
            <a:lvl3pPr algn="l">
              <a:buNone/>
              <a:defRPr sz="1725" b="0">
                <a:solidFill>
                  <a:srgbClr val="526773"/>
                </a:solidFill>
                <a:latin typeface="Arial"/>
                <a:ea typeface="Arial"/>
                <a:cs typeface="Arial"/>
              </a:defRPr>
            </a:lvl3pPr>
            <a:lvl4pPr algn="l">
              <a:buNone/>
              <a:defRPr sz="1725" b="0">
                <a:solidFill>
                  <a:srgbClr val="526773"/>
                </a:solidFill>
                <a:latin typeface="Arial"/>
                <a:ea typeface="Arial"/>
                <a:cs typeface="Arial"/>
              </a:defRPr>
            </a:lvl4pPr>
            <a:lvl5pPr algn="l">
              <a:buNone/>
              <a:defRPr sz="1725" b="0">
                <a:solidFill>
                  <a:srgbClr val="526773"/>
                </a:solidFill>
                <a:latin typeface="Arial"/>
                <a:ea typeface="Arial"/>
                <a:cs typeface="Arial"/>
              </a:defRPr>
            </a:lvl5pPr>
            <a:lvl6pPr algn="l">
              <a:buNone/>
              <a:defRPr sz="1725" b="0">
                <a:solidFill>
                  <a:srgbClr val="526773"/>
                </a:solidFill>
                <a:latin typeface="Arial"/>
                <a:ea typeface="Arial"/>
                <a:cs typeface="Arial"/>
              </a:defRPr>
            </a:lvl6pPr>
            <a:lvl7pPr algn="l">
              <a:buNone/>
              <a:defRPr sz="1725" b="0">
                <a:solidFill>
                  <a:srgbClr val="526773"/>
                </a:solidFill>
                <a:latin typeface="Arial"/>
                <a:ea typeface="Arial"/>
                <a:cs typeface="Arial"/>
              </a:defRPr>
            </a:lvl7pPr>
            <a:lvl8pPr algn="l">
              <a:buNone/>
              <a:defRPr sz="1725" b="0">
                <a:solidFill>
                  <a:srgbClr val="526773"/>
                </a:solidFill>
                <a:latin typeface="Arial"/>
                <a:ea typeface="Arial"/>
                <a:cs typeface="Arial"/>
              </a:defRPr>
            </a:lvl8pPr>
            <a:lvl9pPr algn="l">
              <a:buNone/>
              <a:defRPr sz="1725" b="0">
                <a:solidFill>
                  <a:srgbClr val="526773"/>
                </a:solidFill>
                <a:latin typeface="Arial"/>
                <a:ea typeface="Arial"/>
                <a:cs typeface="Arial"/>
              </a:defRPr>
            </a:lvl9pPr>
          </a:lstStyle>
          <a:p xmlns:a="http://schemas.openxmlformats.org/drawingml/2006/main">
            <a:pPr algn="l">
              <a:buNone/>
              <a:defRPr sz="1725" b="0">
                <a:solidFill>
                  <a:srgbClr val="526773"/>
                </a:solidFill>
                <a:latin typeface="Arial"/>
                <a:ea typeface="Arial"/>
                <a:cs typeface="Arial"/>
              </a:defRPr>
            </a:pPr>
            <a:r>
              <a:rPr sz="1725" b="0">
                <a:solidFill>
                  <a:srgbClr val="526773"/>
                </a:solidFill>
                <a:latin typeface="Arial"/>
                <a:ea typeface="Arial"/>
                <a:cs typeface="Arial"/>
              </a:rPr>
              <a:t>Bằng nhau: chọn gần nhất</a:t>
            </a:r>
          </a:p>
        </p:txBody>
      </p:sp>
      <p:sp>
        <p:nvSpPr>
          <p:cNvPr id="39" name="diagram-109">
            <a:extLst xmlns:a="http://schemas.openxmlformats.org/drawingml/2006/main">
              <a:ext uri="{FF2B5EF4-FFF2-40B4-BE49-F238E27FC236}">
                <a16:creationId xmlns:a16="http://schemas.microsoft.com/office/drawing/2014/main" id="{EDCFFD2F-94E8-44D5-BB62-9C61844120E2}"/>
              </a:ext>
            </a:extLst>
          </p:cNvPr>
          <p:cNvSpPr>
            <a:spLocks xmlns:a="http://schemas.openxmlformats.org/drawingml/2006/main" noGrp="1"/>
          </p:cNvSpPr>
          <p:nvPr/>
        </p:nvSpPr>
        <p:spPr>
          <a:xfrm xmlns:a="http://schemas.openxmlformats.org/drawingml/2006/main">
            <a:off x="8382000" y="5429250"/>
            <a:ext cx="3048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725" b="0">
                <a:solidFill>
                  <a:srgbClr val="526773"/>
                </a:solidFill>
                <a:latin typeface="Arial"/>
                <a:ea typeface="Arial"/>
                <a:cs typeface="Arial"/>
              </a:defRPr>
            </a:defPPr>
            <a:lvl1pPr algn="l">
              <a:buNone/>
              <a:defRPr sz="1725" b="0">
                <a:solidFill>
                  <a:srgbClr val="526773"/>
                </a:solidFill>
                <a:latin typeface="Arial"/>
                <a:ea typeface="Arial"/>
                <a:cs typeface="Arial"/>
              </a:defRPr>
            </a:lvl1pPr>
            <a:lvl2pPr algn="l">
              <a:buNone/>
              <a:defRPr sz="1725" b="0">
                <a:solidFill>
                  <a:srgbClr val="526773"/>
                </a:solidFill>
                <a:latin typeface="Arial"/>
                <a:ea typeface="Arial"/>
                <a:cs typeface="Arial"/>
              </a:defRPr>
            </a:lvl2pPr>
            <a:lvl3pPr algn="l">
              <a:buNone/>
              <a:defRPr sz="1725" b="0">
                <a:solidFill>
                  <a:srgbClr val="526773"/>
                </a:solidFill>
                <a:latin typeface="Arial"/>
                <a:ea typeface="Arial"/>
                <a:cs typeface="Arial"/>
              </a:defRPr>
            </a:lvl3pPr>
            <a:lvl4pPr algn="l">
              <a:buNone/>
              <a:defRPr sz="1725" b="0">
                <a:solidFill>
                  <a:srgbClr val="526773"/>
                </a:solidFill>
                <a:latin typeface="Arial"/>
                <a:ea typeface="Arial"/>
                <a:cs typeface="Arial"/>
              </a:defRPr>
            </a:lvl4pPr>
            <a:lvl5pPr algn="l">
              <a:buNone/>
              <a:defRPr sz="1725" b="0">
                <a:solidFill>
                  <a:srgbClr val="526773"/>
                </a:solidFill>
                <a:latin typeface="Arial"/>
                <a:ea typeface="Arial"/>
                <a:cs typeface="Arial"/>
              </a:defRPr>
            </a:lvl5pPr>
            <a:lvl6pPr algn="l">
              <a:buNone/>
              <a:defRPr sz="1725" b="0">
                <a:solidFill>
                  <a:srgbClr val="526773"/>
                </a:solidFill>
                <a:latin typeface="Arial"/>
                <a:ea typeface="Arial"/>
                <a:cs typeface="Arial"/>
              </a:defRPr>
            </a:lvl6pPr>
            <a:lvl7pPr algn="l">
              <a:buNone/>
              <a:defRPr sz="1725" b="0">
                <a:solidFill>
                  <a:srgbClr val="526773"/>
                </a:solidFill>
                <a:latin typeface="Arial"/>
                <a:ea typeface="Arial"/>
                <a:cs typeface="Arial"/>
              </a:defRPr>
            </a:lvl7pPr>
            <a:lvl8pPr algn="l">
              <a:buNone/>
              <a:defRPr sz="1725" b="0">
                <a:solidFill>
                  <a:srgbClr val="526773"/>
                </a:solidFill>
                <a:latin typeface="Arial"/>
                <a:ea typeface="Arial"/>
                <a:cs typeface="Arial"/>
              </a:defRPr>
            </a:lvl8pPr>
            <a:lvl9pPr algn="l">
              <a:buNone/>
              <a:defRPr sz="1725" b="0">
                <a:solidFill>
                  <a:srgbClr val="526773"/>
                </a:solidFill>
                <a:latin typeface="Arial"/>
                <a:ea typeface="Arial"/>
                <a:cs typeface="Arial"/>
              </a:defRPr>
            </a:lvl9pPr>
          </a:lstStyle>
          <a:p xmlns:a="http://schemas.openxmlformats.org/drawingml/2006/main">
            <a:pPr algn="l">
              <a:buNone/>
              <a:defRPr sz="1725" b="0">
                <a:solidFill>
                  <a:srgbClr val="526773"/>
                </a:solidFill>
                <a:latin typeface="Arial"/>
                <a:ea typeface="Arial"/>
                <a:cs typeface="Arial"/>
              </a:defRPr>
            </a:pPr>
            <a:r>
              <a:rPr sz="1725" b="0">
                <a:solidFill>
                  <a:srgbClr val="526773"/>
                </a:solidFill>
                <a:latin typeface="Arial"/>
                <a:ea typeface="Arial"/>
                <a:cs typeface="Arial"/>
              </a:rPr>
              <a:t>Một bác sĩ / phòng</a:t>
            </a:r>
          </a:p>
        </p:txBody>
      </p:sp>
      <p:sp>
        <p:nvSpPr>
          <p:cNvPr id="40" name="diagram-110">
            <a:extLst xmlns:a="http://schemas.openxmlformats.org/drawingml/2006/main">
              <a:ext uri="{FF2B5EF4-FFF2-40B4-BE49-F238E27FC236}">
                <a16:creationId xmlns:a16="http://schemas.microsoft.com/office/drawing/2014/main" id="{C9E6A667-1FE8-4012-A36B-EAC6F1D2BFF9}"/>
              </a:ext>
            </a:extLst>
          </p:cNvPr>
          <p:cNvSpPr>
            <a:spLocks xmlns:a="http://schemas.openxmlformats.org/drawingml/2006/main" noGrp="1"/>
          </p:cNvSpPr>
          <p:nvPr/>
        </p:nvSpPr>
        <p:spPr>
          <a:xfrm xmlns:a="http://schemas.openxmlformats.org/drawingml/2006/main">
            <a:off x="571500" y="6324600"/>
            <a:ext cx="990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125" b="0">
                <a:solidFill>
                  <a:srgbClr val="526773"/>
                </a:solidFill>
                <a:latin typeface="Arial"/>
                <a:ea typeface="Arial"/>
                <a:cs typeface="Arial"/>
              </a:defRPr>
            </a:defPPr>
            <a:lvl1pPr algn="l">
              <a:buNone/>
              <a:defRPr sz="1125" b="0">
                <a:solidFill>
                  <a:srgbClr val="526773"/>
                </a:solidFill>
                <a:latin typeface="Arial"/>
                <a:ea typeface="Arial"/>
                <a:cs typeface="Arial"/>
              </a:defRPr>
            </a:lvl1pPr>
            <a:lvl2pPr algn="l">
              <a:buNone/>
              <a:defRPr sz="1125" b="0">
                <a:solidFill>
                  <a:srgbClr val="526773"/>
                </a:solidFill>
                <a:latin typeface="Arial"/>
                <a:ea typeface="Arial"/>
                <a:cs typeface="Arial"/>
              </a:defRPr>
            </a:lvl2pPr>
            <a:lvl3pPr algn="l">
              <a:buNone/>
              <a:defRPr sz="1125" b="0">
                <a:solidFill>
                  <a:srgbClr val="526773"/>
                </a:solidFill>
                <a:latin typeface="Arial"/>
                <a:ea typeface="Arial"/>
                <a:cs typeface="Arial"/>
              </a:defRPr>
            </a:lvl3pPr>
            <a:lvl4pPr algn="l">
              <a:buNone/>
              <a:defRPr sz="1125" b="0">
                <a:solidFill>
                  <a:srgbClr val="526773"/>
                </a:solidFill>
                <a:latin typeface="Arial"/>
                <a:ea typeface="Arial"/>
                <a:cs typeface="Arial"/>
              </a:defRPr>
            </a:lvl4pPr>
            <a:lvl5pPr algn="l">
              <a:buNone/>
              <a:defRPr sz="1125" b="0">
                <a:solidFill>
                  <a:srgbClr val="526773"/>
                </a:solidFill>
                <a:latin typeface="Arial"/>
                <a:ea typeface="Arial"/>
                <a:cs typeface="Arial"/>
              </a:defRPr>
            </a:lvl5pPr>
            <a:lvl6pPr algn="l">
              <a:buNone/>
              <a:defRPr sz="1125" b="0">
                <a:solidFill>
                  <a:srgbClr val="526773"/>
                </a:solidFill>
                <a:latin typeface="Arial"/>
                <a:ea typeface="Arial"/>
                <a:cs typeface="Arial"/>
              </a:defRPr>
            </a:lvl6pPr>
            <a:lvl7pPr algn="l">
              <a:buNone/>
              <a:defRPr sz="1125" b="0">
                <a:solidFill>
                  <a:srgbClr val="526773"/>
                </a:solidFill>
                <a:latin typeface="Arial"/>
                <a:ea typeface="Arial"/>
                <a:cs typeface="Arial"/>
              </a:defRPr>
            </a:lvl7pPr>
            <a:lvl8pPr algn="l">
              <a:buNone/>
              <a:defRPr sz="1125" b="0">
                <a:solidFill>
                  <a:srgbClr val="526773"/>
                </a:solidFill>
                <a:latin typeface="Arial"/>
                <a:ea typeface="Arial"/>
                <a:cs typeface="Arial"/>
              </a:defRPr>
            </a:lvl8pPr>
            <a:lvl9pPr algn="l">
              <a:buNone/>
              <a:defRPr sz="1125" b="0">
                <a:solidFill>
                  <a:srgbClr val="526773"/>
                </a:solidFill>
                <a:latin typeface="Arial"/>
                <a:ea typeface="Arial"/>
                <a:cs typeface="Arial"/>
              </a:defRPr>
            </a:lvl9pPr>
          </a:lstStyle>
          <a:p xmlns:a="http://schemas.openxmlformats.org/drawingml/2006/main">
            <a:pPr algn="l">
              <a:buNone/>
              <a:defRPr sz="1125" b="0">
                <a:solidFill>
                  <a:srgbClr val="526773"/>
                </a:solidFill>
                <a:latin typeface="Arial"/>
                <a:ea typeface="Arial"/>
                <a:cs typeface="Arial"/>
              </a:defRPr>
            </a:pPr>
            <a:r>
              <a:rPr sz="1125" b="0">
                <a:solidFill>
                  <a:srgbClr val="526773"/>
                </a:solidFill>
                <a:latin typeface="Arial"/>
                <a:ea typeface="Arial"/>
                <a:cs typeface="Arial"/>
              </a:rPr>
              <a:t>Ví dụ mô phỏng; hiệu quả giảm chờ cần được đo khi thử nghiệm thực tế.</a:t>
            </a:r>
          </a:p>
        </p:txBody>
      </p:sp>
      <p:sp>
        <p:nvSpPr>
          <p:cNvPr id="41" name="diagram-111">
            <a:extLst xmlns:a="http://schemas.openxmlformats.org/drawingml/2006/main">
              <a:ext uri="{FF2B5EF4-FFF2-40B4-BE49-F238E27FC236}">
                <a16:creationId xmlns:a16="http://schemas.microsoft.com/office/drawing/2014/main" id="{8211D537-95BE-4001-AAF9-4742D6B22872}"/>
              </a:ext>
            </a:extLst>
          </p:cNvPr>
          <p:cNvSpPr>
            <a:spLocks xmlns:a="http://schemas.openxmlformats.org/drawingml/2006/main" noGrp="1"/>
          </p:cNvSpPr>
          <p:nvPr/>
        </p:nvSpPr>
        <p:spPr>
          <a:xfrm xmlns:a="http://schemas.openxmlformats.org/drawingml/2006/main">
            <a:off x="11334750" y="6324600"/>
            <a:ext cx="381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1275" b="1">
                <a:solidFill>
                  <a:srgbClr val="246BCE"/>
                </a:solidFill>
                <a:latin typeface="Arial"/>
                <a:ea typeface="Arial"/>
                <a:cs typeface="Arial"/>
              </a:defRPr>
            </a:defPPr>
            <a:lvl1pPr algn="r">
              <a:buNone/>
              <a:defRPr sz="1275" b="1">
                <a:solidFill>
                  <a:srgbClr val="246BCE"/>
                </a:solidFill>
                <a:latin typeface="Arial"/>
                <a:ea typeface="Arial"/>
                <a:cs typeface="Arial"/>
              </a:defRPr>
            </a:lvl1pPr>
            <a:lvl2pPr algn="r">
              <a:buNone/>
              <a:defRPr sz="1275" b="1">
                <a:solidFill>
                  <a:srgbClr val="246BCE"/>
                </a:solidFill>
                <a:latin typeface="Arial"/>
                <a:ea typeface="Arial"/>
                <a:cs typeface="Arial"/>
              </a:defRPr>
            </a:lvl2pPr>
            <a:lvl3pPr algn="r">
              <a:buNone/>
              <a:defRPr sz="1275" b="1">
                <a:solidFill>
                  <a:srgbClr val="246BCE"/>
                </a:solidFill>
                <a:latin typeface="Arial"/>
                <a:ea typeface="Arial"/>
                <a:cs typeface="Arial"/>
              </a:defRPr>
            </a:lvl3pPr>
            <a:lvl4pPr algn="r">
              <a:buNone/>
              <a:defRPr sz="1275" b="1">
                <a:solidFill>
                  <a:srgbClr val="246BCE"/>
                </a:solidFill>
                <a:latin typeface="Arial"/>
                <a:ea typeface="Arial"/>
                <a:cs typeface="Arial"/>
              </a:defRPr>
            </a:lvl4pPr>
            <a:lvl5pPr algn="r">
              <a:buNone/>
              <a:defRPr sz="1275" b="1">
                <a:solidFill>
                  <a:srgbClr val="246BCE"/>
                </a:solidFill>
                <a:latin typeface="Arial"/>
                <a:ea typeface="Arial"/>
                <a:cs typeface="Arial"/>
              </a:defRPr>
            </a:lvl5pPr>
            <a:lvl6pPr algn="r">
              <a:buNone/>
              <a:defRPr sz="1275" b="1">
                <a:solidFill>
                  <a:srgbClr val="246BCE"/>
                </a:solidFill>
                <a:latin typeface="Arial"/>
                <a:ea typeface="Arial"/>
                <a:cs typeface="Arial"/>
              </a:defRPr>
            </a:lvl6pPr>
            <a:lvl7pPr algn="r">
              <a:buNone/>
              <a:defRPr sz="1275" b="1">
                <a:solidFill>
                  <a:srgbClr val="246BCE"/>
                </a:solidFill>
                <a:latin typeface="Arial"/>
                <a:ea typeface="Arial"/>
                <a:cs typeface="Arial"/>
              </a:defRPr>
            </a:lvl7pPr>
            <a:lvl8pPr algn="r">
              <a:buNone/>
              <a:defRPr sz="1275" b="1">
                <a:solidFill>
                  <a:srgbClr val="246BCE"/>
                </a:solidFill>
                <a:latin typeface="Arial"/>
                <a:ea typeface="Arial"/>
                <a:cs typeface="Arial"/>
              </a:defRPr>
            </a:lvl8pPr>
            <a:lvl9pPr algn="r">
              <a:buNone/>
              <a:defRPr sz="1275" b="1">
                <a:solidFill>
                  <a:srgbClr val="246BCE"/>
                </a:solidFill>
                <a:latin typeface="Arial"/>
                <a:ea typeface="Arial"/>
                <a:cs typeface="Arial"/>
              </a:defRPr>
            </a:lvl9pPr>
          </a:lstStyle>
          <a:p xmlns:a="http://schemas.openxmlformats.org/drawingml/2006/main">
            <a:pPr algn="r">
              <a:buNone/>
              <a:defRPr sz="1275" b="1">
                <a:solidFill>
                  <a:srgbClr val="246BCE"/>
                </a:solidFill>
                <a:latin typeface="Arial"/>
                <a:ea typeface="Arial"/>
                <a:cs typeface="Arial"/>
              </a:defRPr>
            </a:pPr>
            <a:r>
              <a:rPr sz="1275" b="1">
                <a:solidFill>
                  <a:srgbClr val="246BCE"/>
                </a:solidFill>
                <a:latin typeface="Arial"/>
                <a:ea typeface="Arial"/>
                <a:cs typeface="Arial"/>
              </a:rPr>
              <a:t>06</a:t>
            </a:r>
          </a:p>
        </p:txBody>
      </p:sp>
      <p:sp>
        <p:nvSpPr>
          <p:cNvPr id="43" name="procedure-preview-arrow">
            <a:extLst xmlns:a="http://schemas.openxmlformats.org/drawingml/2006/main">
              <a:ext uri="{FF2B5EF4-FFF2-40B4-BE49-F238E27FC236}">
                <a16:creationId xmlns:a16="http://schemas.microsoft.com/office/drawing/2014/main" id="{9F04BB87-198C-4776-9D38-B6C411089926}"/>
              </a:ext>
            </a:extLst>
          </p:cNvPr>
          <p:cNvSpPr>
            <a:spLocks xmlns:a="http://schemas.openxmlformats.org/drawingml/2006/main" noGrp="1"/>
          </p:cNvSpPr>
          <p:nvPr/>
        </p:nvSpPr>
        <p:spPr>
          <a:xfrm xmlns:a="http://schemas.openxmlformats.org/drawingml/2006/main">
            <a:off x="2914650" y="4371975"/>
            <a:ext cx="266700" cy="171450"/>
          </a:xfrm>
          <a:prstGeom xmlns:a="http://schemas.openxmlformats.org/drawingml/2006/main" prst="rightArrow">
            <a:avLst/>
          </a:prstGeom>
          <a:solidFill xmlns:a="http://schemas.openxmlformats.org/drawingml/2006/main">
            <a:srgbClr val="246BCE"/>
          </a:solidFill>
          <a:ln xmlns:a="http://schemas.openxmlformats.org/drawingml/2006/main" w="0">
            <a:noFill/>
          </a:ln>
        </p:spPr>
      </p:sp>
    </p:spTree>
    <p:extLst>
      <p:ext uri="{BB962C8B-B14F-4D97-AF65-F5344CB8AC3E}">
        <p14:creationId xmlns:p14="http://schemas.microsoft.com/office/powerpoint/2010/main" val="414784344"/>
      </p:ext>
    </p:extLst>
  </p:cSld>
</p:sld>
</file>

<file path=ppt/slides/slide7.xml><?xml version="1.0" encoding="utf-8"?>
<p:sld xmlns:p="http://schemas.openxmlformats.org/presentationml/2006/main">
  <p:cSld>
    <p:bg>
      <p:bgPr>
        <a:solidFill xmlns:a="http://schemas.openxmlformats.org/drawingml/2006/main">
          <a:srgbClr val="102A43"/>
        </a:solidFill>
      </p:bgPr>
    </p:bg>
    <p:spTree>
      <p:nvGrpSpPr>
        <p:cNvPr id="1" name=""/>
        <p:cNvGrpSpPr/>
        <p:nvPr/>
      </p:nvGrpSpPr>
      <p:grpSpPr>
        <a:xfrm xmlns:a="http://schemas.openxmlformats.org/drawingml/2006/main"/>
      </p:grpSpPr>
      <p:sp>
        <p:nvSpPr>
          <p:cNvPr id="10" name="diagram-112">
            <a:extLst xmlns:a="http://schemas.openxmlformats.org/drawingml/2006/main">
              <a:ext uri="{FF2B5EF4-FFF2-40B4-BE49-F238E27FC236}">
                <a16:creationId xmlns:a16="http://schemas.microsoft.com/office/drawing/2014/main" id="{9321AE1D-081C-4EBC-931C-7E4A4CBC01D5}"/>
              </a:ext>
            </a:extLst>
          </p:cNvPr>
          <p:cNvSpPr>
            <a:spLocks xmlns:a="http://schemas.openxmlformats.org/drawingml/2006/main" noGrp="1"/>
          </p:cNvSpPr>
          <p:nvPr/>
        </p:nvSpPr>
        <p:spPr>
          <a:xfrm xmlns:a="http://schemas.openxmlformats.org/drawingml/2006/main">
            <a:off x="619125" y="952500"/>
            <a:ext cx="7239000" cy="1676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4875" b="1">
                <a:solidFill>
                  <a:srgbClr val="FFFFFF"/>
                </a:solidFill>
                <a:latin typeface="Arial"/>
                <a:ea typeface="Arial"/>
                <a:cs typeface="Arial"/>
              </a:defRPr>
            </a:defPPr>
            <a:lvl1pPr algn="l">
              <a:buNone/>
              <a:defRPr sz="4875" b="1">
                <a:solidFill>
                  <a:srgbClr val="FFFFFF"/>
                </a:solidFill>
                <a:latin typeface="Arial"/>
                <a:ea typeface="Arial"/>
                <a:cs typeface="Arial"/>
              </a:defRPr>
            </a:lvl1pPr>
            <a:lvl2pPr algn="l">
              <a:buNone/>
              <a:defRPr sz="4875" b="1">
                <a:solidFill>
                  <a:srgbClr val="FFFFFF"/>
                </a:solidFill>
                <a:latin typeface="Arial"/>
                <a:ea typeface="Arial"/>
                <a:cs typeface="Arial"/>
              </a:defRPr>
            </a:lvl2pPr>
            <a:lvl3pPr algn="l">
              <a:buNone/>
              <a:defRPr sz="4875" b="1">
                <a:solidFill>
                  <a:srgbClr val="FFFFFF"/>
                </a:solidFill>
                <a:latin typeface="Arial"/>
                <a:ea typeface="Arial"/>
                <a:cs typeface="Arial"/>
              </a:defRPr>
            </a:lvl3pPr>
            <a:lvl4pPr algn="l">
              <a:buNone/>
              <a:defRPr sz="4875" b="1">
                <a:solidFill>
                  <a:srgbClr val="FFFFFF"/>
                </a:solidFill>
                <a:latin typeface="Arial"/>
                <a:ea typeface="Arial"/>
                <a:cs typeface="Arial"/>
              </a:defRPr>
            </a:lvl4pPr>
            <a:lvl5pPr algn="l">
              <a:buNone/>
              <a:defRPr sz="4875" b="1">
                <a:solidFill>
                  <a:srgbClr val="FFFFFF"/>
                </a:solidFill>
                <a:latin typeface="Arial"/>
                <a:ea typeface="Arial"/>
                <a:cs typeface="Arial"/>
              </a:defRPr>
            </a:lvl5pPr>
            <a:lvl6pPr algn="l">
              <a:buNone/>
              <a:defRPr sz="4875" b="1">
                <a:solidFill>
                  <a:srgbClr val="FFFFFF"/>
                </a:solidFill>
                <a:latin typeface="Arial"/>
                <a:ea typeface="Arial"/>
                <a:cs typeface="Arial"/>
              </a:defRPr>
            </a:lvl6pPr>
            <a:lvl7pPr algn="l">
              <a:buNone/>
              <a:defRPr sz="4875" b="1">
                <a:solidFill>
                  <a:srgbClr val="FFFFFF"/>
                </a:solidFill>
                <a:latin typeface="Arial"/>
                <a:ea typeface="Arial"/>
                <a:cs typeface="Arial"/>
              </a:defRPr>
            </a:lvl7pPr>
            <a:lvl8pPr algn="l">
              <a:buNone/>
              <a:defRPr sz="4875" b="1">
                <a:solidFill>
                  <a:srgbClr val="FFFFFF"/>
                </a:solidFill>
                <a:latin typeface="Arial"/>
                <a:ea typeface="Arial"/>
                <a:cs typeface="Arial"/>
              </a:defRPr>
            </a:lvl8pPr>
            <a:lvl9pPr algn="l">
              <a:buNone/>
              <a:defRPr sz="4875" b="1">
                <a:solidFill>
                  <a:srgbClr val="FFFFFF"/>
                </a:solidFill>
                <a:latin typeface="Arial"/>
                <a:ea typeface="Arial"/>
                <a:cs typeface="Arial"/>
              </a:defRPr>
            </a:lvl9pPr>
          </a:lstStyle>
          <a:p xmlns:a="http://schemas.openxmlformats.org/drawingml/2006/main">
            <a:pPr algn="l">
              <a:buNone/>
              <a:defRPr sz="4875" b="1">
                <a:solidFill>
                  <a:srgbClr val="FFFFFF"/>
                </a:solidFill>
                <a:latin typeface="Arial"/>
                <a:ea typeface="Arial"/>
                <a:cs typeface="Arial"/>
              </a:defRPr>
            </a:pPr>
            <a:r>
              <a:rPr sz="4875" b="1">
                <a:solidFill>
                  <a:srgbClr val="FFFFFF"/>
                </a:solidFill>
                <a:latin typeface="Arial"/>
                <a:ea typeface="Arial"/>
                <a:cs typeface="Arial"/>
              </a:rPr>
              <a:t>Thử với</a:t>
            </a:r>
          </a:p>
          <a:p xmlns:a="http://schemas.openxmlformats.org/drawingml/2006/main">
            <a:pPr algn="l">
              <a:buNone/>
              <a:defRPr sz="4875" b="1">
                <a:solidFill>
                  <a:srgbClr val="FFFFFF"/>
                </a:solidFill>
                <a:latin typeface="Arial"/>
                <a:ea typeface="Arial"/>
                <a:cs typeface="Arial"/>
              </a:defRPr>
            </a:pPr>
            <a:r>
              <a:rPr sz="4875" b="1">
                <a:solidFill>
                  <a:srgbClr val="FFFFFF"/>
                </a:solidFill>
                <a:latin typeface="Arial"/>
                <a:ea typeface="Arial"/>
                <a:cs typeface="Arial"/>
              </a:rPr>
              <a:t>người dùng</a:t>
            </a:r>
          </a:p>
        </p:txBody>
      </p:sp>
      <p:sp>
        <p:nvSpPr>
          <p:cNvPr id="2" name="diagram-113">
            <a:extLst xmlns:a="http://schemas.openxmlformats.org/drawingml/2006/main">
              <a:ext uri="{FF2B5EF4-FFF2-40B4-BE49-F238E27FC236}">
                <a16:creationId xmlns:a16="http://schemas.microsoft.com/office/drawing/2014/main" id="{41A5BF79-B2BB-43C7-86A1-CCE13CE66FB0}"/>
              </a:ext>
            </a:extLst>
          </p:cNvPr>
          <p:cNvSpPr>
            <a:spLocks xmlns:a="http://schemas.openxmlformats.org/drawingml/2006/main" noGrp="1"/>
          </p:cNvSpPr>
          <p:nvPr/>
        </p:nvSpPr>
        <p:spPr>
          <a:xfrm xmlns:a="http://schemas.openxmlformats.org/drawingml/2006/main">
            <a:off x="619125" y="3095625"/>
            <a:ext cx="7239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75" b="0">
                <a:solidFill>
                  <a:srgbClr val="C1D2E0"/>
                </a:solidFill>
                <a:latin typeface="Arial"/>
                <a:ea typeface="Arial"/>
                <a:cs typeface="Arial"/>
              </a:defRPr>
            </a:defPPr>
            <a:lvl1pPr algn="l">
              <a:buNone/>
              <a:defRPr sz="2175" b="0">
                <a:solidFill>
                  <a:srgbClr val="C1D2E0"/>
                </a:solidFill>
                <a:latin typeface="Arial"/>
                <a:ea typeface="Arial"/>
                <a:cs typeface="Arial"/>
              </a:defRPr>
            </a:lvl1pPr>
            <a:lvl2pPr algn="l">
              <a:buNone/>
              <a:defRPr sz="2175" b="0">
                <a:solidFill>
                  <a:srgbClr val="C1D2E0"/>
                </a:solidFill>
                <a:latin typeface="Arial"/>
                <a:ea typeface="Arial"/>
                <a:cs typeface="Arial"/>
              </a:defRPr>
            </a:lvl2pPr>
            <a:lvl3pPr algn="l">
              <a:buNone/>
              <a:defRPr sz="2175" b="0">
                <a:solidFill>
                  <a:srgbClr val="C1D2E0"/>
                </a:solidFill>
                <a:latin typeface="Arial"/>
                <a:ea typeface="Arial"/>
                <a:cs typeface="Arial"/>
              </a:defRPr>
            </a:lvl3pPr>
            <a:lvl4pPr algn="l">
              <a:buNone/>
              <a:defRPr sz="2175" b="0">
                <a:solidFill>
                  <a:srgbClr val="C1D2E0"/>
                </a:solidFill>
                <a:latin typeface="Arial"/>
                <a:ea typeface="Arial"/>
                <a:cs typeface="Arial"/>
              </a:defRPr>
            </a:lvl4pPr>
            <a:lvl5pPr algn="l">
              <a:buNone/>
              <a:defRPr sz="2175" b="0">
                <a:solidFill>
                  <a:srgbClr val="C1D2E0"/>
                </a:solidFill>
                <a:latin typeface="Arial"/>
                <a:ea typeface="Arial"/>
                <a:cs typeface="Arial"/>
              </a:defRPr>
            </a:lvl5pPr>
            <a:lvl6pPr algn="l">
              <a:buNone/>
              <a:defRPr sz="2175" b="0">
                <a:solidFill>
                  <a:srgbClr val="C1D2E0"/>
                </a:solidFill>
                <a:latin typeface="Arial"/>
                <a:ea typeface="Arial"/>
                <a:cs typeface="Arial"/>
              </a:defRPr>
            </a:lvl6pPr>
            <a:lvl7pPr algn="l">
              <a:buNone/>
              <a:defRPr sz="2175" b="0">
                <a:solidFill>
                  <a:srgbClr val="C1D2E0"/>
                </a:solidFill>
                <a:latin typeface="Arial"/>
                <a:ea typeface="Arial"/>
                <a:cs typeface="Arial"/>
              </a:defRPr>
            </a:lvl7pPr>
            <a:lvl8pPr algn="l">
              <a:buNone/>
              <a:defRPr sz="2175" b="0">
                <a:solidFill>
                  <a:srgbClr val="C1D2E0"/>
                </a:solidFill>
                <a:latin typeface="Arial"/>
                <a:ea typeface="Arial"/>
                <a:cs typeface="Arial"/>
              </a:defRPr>
            </a:lvl8pPr>
            <a:lvl9pPr algn="l">
              <a:buNone/>
              <a:defRPr sz="2175" b="0">
                <a:solidFill>
                  <a:srgbClr val="C1D2E0"/>
                </a:solidFill>
                <a:latin typeface="Arial"/>
                <a:ea typeface="Arial"/>
                <a:cs typeface="Arial"/>
              </a:defRPr>
            </a:lvl9pPr>
          </a:lstStyle>
          <a:p xmlns:a="http://schemas.openxmlformats.org/drawingml/2006/main">
            <a:pPr algn="l">
              <a:buNone/>
              <a:defRPr sz="2175" b="0">
                <a:solidFill>
                  <a:srgbClr val="C1D2E0"/>
                </a:solidFill>
                <a:latin typeface="Arial"/>
                <a:ea typeface="Arial"/>
                <a:cs typeface="Arial"/>
              </a:defRPr>
            </a:pPr>
            <a:r>
              <a:rPr sz="2175" b="0">
                <a:solidFill>
                  <a:srgbClr val="C1D2E0"/>
                </a:solidFill>
                <a:latin typeface="Arial"/>
                <a:ea typeface="Arial"/>
                <a:cs typeface="Arial"/>
              </a:rPr>
              <a:t>Đã nhận phản hồi từ 2 người</a:t>
            </a:r>
          </a:p>
        </p:txBody>
      </p:sp>
      <p:sp>
        <p:nvSpPr>
          <p:cNvPr id="3" name="diagram-114">
            <a:extLst xmlns:a="http://schemas.openxmlformats.org/drawingml/2006/main">
              <a:ext uri="{FF2B5EF4-FFF2-40B4-BE49-F238E27FC236}">
                <a16:creationId xmlns:a16="http://schemas.microsoft.com/office/drawing/2014/main" id="{5F58462C-BD43-403F-9465-8B754137D76F}"/>
              </a:ext>
            </a:extLst>
          </p:cNvPr>
          <p:cNvSpPr>
            <a:spLocks xmlns:a="http://schemas.openxmlformats.org/drawingml/2006/main" noGrp="1"/>
          </p:cNvSpPr>
          <p:nvPr/>
        </p:nvSpPr>
        <p:spPr>
          <a:xfrm xmlns:a="http://schemas.openxmlformats.org/drawingml/2006/main">
            <a:off x="8572500" y="1104900"/>
            <a:ext cx="29527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7950" b="1">
                <a:solidFill>
                  <a:srgbClr val="79B8FF"/>
                </a:solidFill>
                <a:latin typeface="Arial"/>
                <a:ea typeface="Arial"/>
                <a:cs typeface="Arial"/>
              </a:defRPr>
            </a:defPPr>
            <a:lvl1pPr algn="l">
              <a:buNone/>
              <a:defRPr sz="7950" b="1">
                <a:solidFill>
                  <a:srgbClr val="79B8FF"/>
                </a:solidFill>
                <a:latin typeface="Arial"/>
                <a:ea typeface="Arial"/>
                <a:cs typeface="Arial"/>
              </a:defRPr>
            </a:lvl1pPr>
            <a:lvl2pPr algn="l">
              <a:buNone/>
              <a:defRPr sz="7950" b="1">
                <a:solidFill>
                  <a:srgbClr val="79B8FF"/>
                </a:solidFill>
                <a:latin typeface="Arial"/>
                <a:ea typeface="Arial"/>
                <a:cs typeface="Arial"/>
              </a:defRPr>
            </a:lvl2pPr>
            <a:lvl3pPr algn="l">
              <a:buNone/>
              <a:defRPr sz="7950" b="1">
                <a:solidFill>
                  <a:srgbClr val="79B8FF"/>
                </a:solidFill>
                <a:latin typeface="Arial"/>
                <a:ea typeface="Arial"/>
                <a:cs typeface="Arial"/>
              </a:defRPr>
            </a:lvl3pPr>
            <a:lvl4pPr algn="l">
              <a:buNone/>
              <a:defRPr sz="7950" b="1">
                <a:solidFill>
                  <a:srgbClr val="79B8FF"/>
                </a:solidFill>
                <a:latin typeface="Arial"/>
                <a:ea typeface="Arial"/>
                <a:cs typeface="Arial"/>
              </a:defRPr>
            </a:lvl4pPr>
            <a:lvl5pPr algn="l">
              <a:buNone/>
              <a:defRPr sz="7950" b="1">
                <a:solidFill>
                  <a:srgbClr val="79B8FF"/>
                </a:solidFill>
                <a:latin typeface="Arial"/>
                <a:ea typeface="Arial"/>
                <a:cs typeface="Arial"/>
              </a:defRPr>
            </a:lvl5pPr>
            <a:lvl6pPr algn="l">
              <a:buNone/>
              <a:defRPr sz="7950" b="1">
                <a:solidFill>
                  <a:srgbClr val="79B8FF"/>
                </a:solidFill>
                <a:latin typeface="Arial"/>
                <a:ea typeface="Arial"/>
                <a:cs typeface="Arial"/>
              </a:defRPr>
            </a:lvl6pPr>
            <a:lvl7pPr algn="l">
              <a:buNone/>
              <a:defRPr sz="7950" b="1">
                <a:solidFill>
                  <a:srgbClr val="79B8FF"/>
                </a:solidFill>
                <a:latin typeface="Arial"/>
                <a:ea typeface="Arial"/>
                <a:cs typeface="Arial"/>
              </a:defRPr>
            </a:lvl7pPr>
            <a:lvl8pPr algn="l">
              <a:buNone/>
              <a:defRPr sz="7950" b="1">
                <a:solidFill>
                  <a:srgbClr val="79B8FF"/>
                </a:solidFill>
                <a:latin typeface="Arial"/>
                <a:ea typeface="Arial"/>
                <a:cs typeface="Arial"/>
              </a:defRPr>
            </a:lvl8pPr>
            <a:lvl9pPr algn="l">
              <a:buNone/>
              <a:defRPr sz="7950" b="1">
                <a:solidFill>
                  <a:srgbClr val="79B8FF"/>
                </a:solidFill>
                <a:latin typeface="Arial"/>
                <a:ea typeface="Arial"/>
                <a:cs typeface="Arial"/>
              </a:defRPr>
            </a:lvl9pPr>
          </a:lstStyle>
          <a:p xmlns:a="http://schemas.openxmlformats.org/drawingml/2006/main">
            <a:pPr algn="l">
              <a:buNone/>
              <a:defRPr sz="7950" b="1">
                <a:solidFill>
                  <a:srgbClr val="79B8FF"/>
                </a:solidFill>
                <a:latin typeface="Arial"/>
                <a:ea typeface="Arial"/>
                <a:cs typeface="Arial"/>
              </a:defRPr>
            </a:pPr>
            <a:r>
              <a:rPr sz="7950" b="1">
                <a:solidFill>
                  <a:srgbClr val="79B8FF"/>
                </a:solidFill>
                <a:latin typeface="Arial"/>
                <a:ea typeface="Arial"/>
                <a:cs typeface="Arial"/>
              </a:rPr>
              <a:t>2</a:t>
            </a:r>
          </a:p>
        </p:txBody>
      </p:sp>
      <p:sp>
        <p:nvSpPr>
          <p:cNvPr id="4" name="diagram-115">
            <a:extLst xmlns:a="http://schemas.openxmlformats.org/drawingml/2006/main">
              <a:ext uri="{FF2B5EF4-FFF2-40B4-BE49-F238E27FC236}">
                <a16:creationId xmlns:a16="http://schemas.microsoft.com/office/drawing/2014/main" id="{707DAD61-9C85-411C-A7AA-6A08E406C69D}"/>
              </a:ext>
            </a:extLst>
          </p:cNvPr>
          <p:cNvSpPr>
            <a:spLocks xmlns:a="http://schemas.openxmlformats.org/drawingml/2006/main" noGrp="1"/>
          </p:cNvSpPr>
          <p:nvPr/>
        </p:nvSpPr>
        <p:spPr>
          <a:xfrm xmlns:a="http://schemas.openxmlformats.org/drawingml/2006/main">
            <a:off x="8572500" y="2619375"/>
            <a:ext cx="29527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025" b="0">
                <a:solidFill>
                  <a:srgbClr val="D5E4F0"/>
                </a:solidFill>
                <a:latin typeface="Arial"/>
                <a:ea typeface="Arial"/>
                <a:cs typeface="Arial"/>
              </a:defRPr>
            </a:defPPr>
            <a:lvl1pPr algn="l">
              <a:buNone/>
              <a:defRPr sz="2025" b="0">
                <a:solidFill>
                  <a:srgbClr val="D5E4F0"/>
                </a:solidFill>
                <a:latin typeface="Arial"/>
                <a:ea typeface="Arial"/>
                <a:cs typeface="Arial"/>
              </a:defRPr>
            </a:lvl1pPr>
            <a:lvl2pPr algn="l">
              <a:buNone/>
              <a:defRPr sz="2025" b="0">
                <a:solidFill>
                  <a:srgbClr val="D5E4F0"/>
                </a:solidFill>
                <a:latin typeface="Arial"/>
                <a:ea typeface="Arial"/>
                <a:cs typeface="Arial"/>
              </a:defRPr>
            </a:lvl2pPr>
            <a:lvl3pPr algn="l">
              <a:buNone/>
              <a:defRPr sz="2025" b="0">
                <a:solidFill>
                  <a:srgbClr val="D5E4F0"/>
                </a:solidFill>
                <a:latin typeface="Arial"/>
                <a:ea typeface="Arial"/>
                <a:cs typeface="Arial"/>
              </a:defRPr>
            </a:lvl3pPr>
            <a:lvl4pPr algn="l">
              <a:buNone/>
              <a:defRPr sz="2025" b="0">
                <a:solidFill>
                  <a:srgbClr val="D5E4F0"/>
                </a:solidFill>
                <a:latin typeface="Arial"/>
                <a:ea typeface="Arial"/>
                <a:cs typeface="Arial"/>
              </a:defRPr>
            </a:lvl4pPr>
            <a:lvl5pPr algn="l">
              <a:buNone/>
              <a:defRPr sz="2025" b="0">
                <a:solidFill>
                  <a:srgbClr val="D5E4F0"/>
                </a:solidFill>
                <a:latin typeface="Arial"/>
                <a:ea typeface="Arial"/>
                <a:cs typeface="Arial"/>
              </a:defRPr>
            </a:lvl5pPr>
            <a:lvl6pPr algn="l">
              <a:buNone/>
              <a:defRPr sz="2025" b="0">
                <a:solidFill>
                  <a:srgbClr val="D5E4F0"/>
                </a:solidFill>
                <a:latin typeface="Arial"/>
                <a:ea typeface="Arial"/>
                <a:cs typeface="Arial"/>
              </a:defRPr>
            </a:lvl6pPr>
            <a:lvl7pPr algn="l">
              <a:buNone/>
              <a:defRPr sz="2025" b="0">
                <a:solidFill>
                  <a:srgbClr val="D5E4F0"/>
                </a:solidFill>
                <a:latin typeface="Arial"/>
                <a:ea typeface="Arial"/>
                <a:cs typeface="Arial"/>
              </a:defRPr>
            </a:lvl7pPr>
            <a:lvl8pPr algn="l">
              <a:buNone/>
              <a:defRPr sz="2025" b="0">
                <a:solidFill>
                  <a:srgbClr val="D5E4F0"/>
                </a:solidFill>
                <a:latin typeface="Arial"/>
                <a:ea typeface="Arial"/>
                <a:cs typeface="Arial"/>
              </a:defRPr>
            </a:lvl8pPr>
            <a:lvl9pPr algn="l">
              <a:buNone/>
              <a:defRPr sz="2025" b="0">
                <a:solidFill>
                  <a:srgbClr val="D5E4F0"/>
                </a:solidFill>
                <a:latin typeface="Arial"/>
                <a:ea typeface="Arial"/>
                <a:cs typeface="Arial"/>
              </a:defRPr>
            </a:lvl9pPr>
          </a:lstStyle>
          <a:p xmlns:a="http://schemas.openxmlformats.org/drawingml/2006/main">
            <a:pPr algn="l">
              <a:buNone/>
              <a:defRPr sz="2025" b="0">
                <a:solidFill>
                  <a:srgbClr val="D5E4F0"/>
                </a:solidFill>
                <a:latin typeface="Arial"/>
                <a:ea typeface="Arial"/>
                <a:cs typeface="Arial"/>
              </a:defRPr>
            </a:pPr>
            <a:r>
              <a:rPr sz="2025" b="0">
                <a:solidFill>
                  <a:srgbClr val="D5E4F0"/>
                </a:solidFill>
                <a:latin typeface="Arial"/>
                <a:ea typeface="Arial"/>
                <a:cs typeface="Arial"/>
              </a:rPr>
              <a:t>người đã dùng thử</a:t>
            </a:r>
          </a:p>
        </p:txBody>
      </p:sp>
      <p:pic>
        <p:nvPicPr>
          <p:cNvPr id="5" name="">
            <a:extLst xmlns:a="http://schemas.openxmlformats.org/drawingml/2006/main">
              <a:ext uri="{FF2B5EF4-FFF2-40B4-BE49-F238E27FC236}">
                <a16:creationId xmlns:a16="http://schemas.microsoft.com/office/drawing/2014/main" id="{EEE4CF97-A321-458B-9D18-FA26791DBDDC}"/>
              </a:ext>
            </a:extLst>
          </p:cNvPr>
          <p:cNvPicPr>
            <a:picLocks xmlns:a="http://schemas.openxmlformats.org/drawingml/2006/main" noChangeAspect="1"/>
          </p:cNvPicPr>
          <p:nvPr/>
        </p:nvPicPr>
        <p:blipFill>
          <a:blip xmlns:r="http://schemas.openxmlformats.org/officeDocument/2006/relationships" xmlns:a="http://schemas.openxmlformats.org/drawingml/2006/main" r:embed="Rf63736b93ae14750"/>
          <a:stretch xmlns:a="http://schemas.openxmlformats.org/drawingml/2006/main"/>
        </p:blipFill>
        <p:spPr>
          <a:xfrm xmlns:a="http://schemas.openxmlformats.org/drawingml/2006/main">
            <a:off x="7429500" y="3429000"/>
            <a:ext cx="4000500" cy="2667000"/>
          </a:xfrm>
          <a:prstGeom xmlns:a="http://schemas.openxmlformats.org/drawingml/2006/main" prst="rect">
            <a:avLst/>
          </a:prstGeom>
        </p:spPr>
      </p:pic>
      <p:sp>
        <p:nvSpPr>
          <p:cNvPr id="6" name="diagram-116">
            <a:extLst xmlns:a="http://schemas.openxmlformats.org/drawingml/2006/main">
              <a:ext uri="{FF2B5EF4-FFF2-40B4-BE49-F238E27FC236}">
                <a16:creationId xmlns:a16="http://schemas.microsoft.com/office/drawing/2014/main" id="{3BB35366-A1CD-41BE-BF16-5D7759245746}"/>
              </a:ext>
            </a:extLst>
          </p:cNvPr>
          <p:cNvSpPr>
            <a:spLocks xmlns:a="http://schemas.openxmlformats.org/drawingml/2006/main" noGrp="1"/>
          </p:cNvSpPr>
          <p:nvPr/>
        </p:nvSpPr>
        <p:spPr>
          <a:xfrm xmlns:a="http://schemas.openxmlformats.org/drawingml/2006/main">
            <a:off x="619125" y="4238625"/>
            <a:ext cx="5905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250" b="1">
                <a:solidFill>
                  <a:srgbClr val="FFFFFF"/>
                </a:solidFill>
                <a:latin typeface="Arial"/>
                <a:ea typeface="Arial"/>
                <a:cs typeface="Arial"/>
              </a:defRPr>
            </a:defPPr>
            <a:lvl1pPr algn="l">
              <a:buNone/>
              <a:defRPr sz="2250" b="1">
                <a:solidFill>
                  <a:srgbClr val="FFFFFF"/>
                </a:solidFill>
                <a:latin typeface="Arial"/>
                <a:ea typeface="Arial"/>
                <a:cs typeface="Arial"/>
              </a:defRPr>
            </a:lvl1pPr>
            <a:lvl2pPr algn="l">
              <a:buNone/>
              <a:defRPr sz="2250" b="1">
                <a:solidFill>
                  <a:srgbClr val="FFFFFF"/>
                </a:solidFill>
                <a:latin typeface="Arial"/>
                <a:ea typeface="Arial"/>
                <a:cs typeface="Arial"/>
              </a:defRPr>
            </a:lvl2pPr>
            <a:lvl3pPr algn="l">
              <a:buNone/>
              <a:defRPr sz="2250" b="1">
                <a:solidFill>
                  <a:srgbClr val="FFFFFF"/>
                </a:solidFill>
                <a:latin typeface="Arial"/>
                <a:ea typeface="Arial"/>
                <a:cs typeface="Arial"/>
              </a:defRPr>
            </a:lvl3pPr>
            <a:lvl4pPr algn="l">
              <a:buNone/>
              <a:defRPr sz="2250" b="1">
                <a:solidFill>
                  <a:srgbClr val="FFFFFF"/>
                </a:solidFill>
                <a:latin typeface="Arial"/>
                <a:ea typeface="Arial"/>
                <a:cs typeface="Arial"/>
              </a:defRPr>
            </a:lvl4pPr>
            <a:lvl5pPr algn="l">
              <a:buNone/>
              <a:defRPr sz="2250" b="1">
                <a:solidFill>
                  <a:srgbClr val="FFFFFF"/>
                </a:solidFill>
                <a:latin typeface="Arial"/>
                <a:ea typeface="Arial"/>
                <a:cs typeface="Arial"/>
              </a:defRPr>
            </a:lvl5pPr>
            <a:lvl6pPr algn="l">
              <a:buNone/>
              <a:defRPr sz="2250" b="1">
                <a:solidFill>
                  <a:srgbClr val="FFFFFF"/>
                </a:solidFill>
                <a:latin typeface="Arial"/>
                <a:ea typeface="Arial"/>
                <a:cs typeface="Arial"/>
              </a:defRPr>
            </a:lvl6pPr>
            <a:lvl7pPr algn="l">
              <a:buNone/>
              <a:defRPr sz="2250" b="1">
                <a:solidFill>
                  <a:srgbClr val="FFFFFF"/>
                </a:solidFill>
                <a:latin typeface="Arial"/>
                <a:ea typeface="Arial"/>
                <a:cs typeface="Arial"/>
              </a:defRPr>
            </a:lvl7pPr>
            <a:lvl8pPr algn="l">
              <a:buNone/>
              <a:defRPr sz="2250" b="1">
                <a:solidFill>
                  <a:srgbClr val="FFFFFF"/>
                </a:solidFill>
                <a:latin typeface="Arial"/>
                <a:ea typeface="Arial"/>
                <a:cs typeface="Arial"/>
              </a:defRPr>
            </a:lvl8pPr>
            <a:lvl9pPr algn="l">
              <a:buNone/>
              <a:defRPr sz="2250" b="1">
                <a:solidFill>
                  <a:srgbClr val="FFFFFF"/>
                </a:solidFill>
                <a:latin typeface="Arial"/>
                <a:ea typeface="Arial"/>
                <a:cs typeface="Arial"/>
              </a:defRPr>
            </a:lvl9pPr>
          </a:lstStyle>
          <a:p xmlns:a="http://schemas.openxmlformats.org/drawingml/2006/main">
            <a:pPr algn="l">
              <a:buNone/>
              <a:defRPr sz="2250" b="1">
                <a:solidFill>
                  <a:srgbClr val="FFFFFF"/>
                </a:solidFill>
                <a:latin typeface="Arial"/>
                <a:ea typeface="Arial"/>
                <a:cs typeface="Arial"/>
              </a:defRPr>
            </a:pPr>
            <a:r>
              <a:rPr sz="2250" b="1">
                <a:solidFill>
                  <a:srgbClr val="FFFFFF"/>
                </a:solidFill>
                <a:latin typeface="Arial"/>
                <a:ea typeface="Arial"/>
                <a:cs typeface="Arial"/>
              </a:rPr>
              <a:t>T1: Khó nhìn, nhiều chữ thừa</a:t>
            </a:r>
          </a:p>
        </p:txBody>
      </p:sp>
      <p:sp>
        <p:nvSpPr>
          <p:cNvPr id="7" name="diagram-117">
            <a:extLst xmlns:a="http://schemas.openxmlformats.org/drawingml/2006/main">
              <a:ext uri="{FF2B5EF4-FFF2-40B4-BE49-F238E27FC236}">
                <a16:creationId xmlns:a16="http://schemas.microsoft.com/office/drawing/2014/main" id="{D7380712-4E68-4857-84D9-581D3DDE6BF2}"/>
              </a:ext>
            </a:extLst>
          </p:cNvPr>
          <p:cNvSpPr>
            <a:spLocks xmlns:a="http://schemas.openxmlformats.org/drawingml/2006/main" noGrp="1"/>
          </p:cNvSpPr>
          <p:nvPr/>
        </p:nvSpPr>
        <p:spPr>
          <a:xfrm xmlns:a="http://schemas.openxmlformats.org/drawingml/2006/main">
            <a:off x="619125" y="5067300"/>
            <a:ext cx="5905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75" b="0">
                <a:solidFill>
                  <a:srgbClr val="C1D2E0"/>
                </a:solidFill>
                <a:latin typeface="Arial"/>
                <a:ea typeface="Arial"/>
                <a:cs typeface="Arial"/>
              </a:defRPr>
            </a:defPPr>
            <a:lvl1pPr algn="l">
              <a:buNone/>
              <a:defRPr sz="1875" b="0">
                <a:solidFill>
                  <a:srgbClr val="C1D2E0"/>
                </a:solidFill>
                <a:latin typeface="Arial"/>
                <a:ea typeface="Arial"/>
                <a:cs typeface="Arial"/>
              </a:defRPr>
            </a:lvl1pPr>
            <a:lvl2pPr algn="l">
              <a:buNone/>
              <a:defRPr sz="1875" b="0">
                <a:solidFill>
                  <a:srgbClr val="C1D2E0"/>
                </a:solidFill>
                <a:latin typeface="Arial"/>
                <a:ea typeface="Arial"/>
                <a:cs typeface="Arial"/>
              </a:defRPr>
            </a:lvl2pPr>
            <a:lvl3pPr algn="l">
              <a:buNone/>
              <a:defRPr sz="1875" b="0">
                <a:solidFill>
                  <a:srgbClr val="C1D2E0"/>
                </a:solidFill>
                <a:latin typeface="Arial"/>
                <a:ea typeface="Arial"/>
                <a:cs typeface="Arial"/>
              </a:defRPr>
            </a:lvl3pPr>
            <a:lvl4pPr algn="l">
              <a:buNone/>
              <a:defRPr sz="1875" b="0">
                <a:solidFill>
                  <a:srgbClr val="C1D2E0"/>
                </a:solidFill>
                <a:latin typeface="Arial"/>
                <a:ea typeface="Arial"/>
                <a:cs typeface="Arial"/>
              </a:defRPr>
            </a:lvl4pPr>
            <a:lvl5pPr algn="l">
              <a:buNone/>
              <a:defRPr sz="1875" b="0">
                <a:solidFill>
                  <a:srgbClr val="C1D2E0"/>
                </a:solidFill>
                <a:latin typeface="Arial"/>
                <a:ea typeface="Arial"/>
                <a:cs typeface="Arial"/>
              </a:defRPr>
            </a:lvl5pPr>
            <a:lvl6pPr algn="l">
              <a:buNone/>
              <a:defRPr sz="1875" b="0">
                <a:solidFill>
                  <a:srgbClr val="C1D2E0"/>
                </a:solidFill>
                <a:latin typeface="Arial"/>
                <a:ea typeface="Arial"/>
                <a:cs typeface="Arial"/>
              </a:defRPr>
            </a:lvl6pPr>
            <a:lvl7pPr algn="l">
              <a:buNone/>
              <a:defRPr sz="1875" b="0">
                <a:solidFill>
                  <a:srgbClr val="C1D2E0"/>
                </a:solidFill>
                <a:latin typeface="Arial"/>
                <a:ea typeface="Arial"/>
                <a:cs typeface="Arial"/>
              </a:defRPr>
            </a:lvl7pPr>
            <a:lvl8pPr algn="l">
              <a:buNone/>
              <a:defRPr sz="1875" b="0">
                <a:solidFill>
                  <a:srgbClr val="C1D2E0"/>
                </a:solidFill>
                <a:latin typeface="Arial"/>
                <a:ea typeface="Arial"/>
                <a:cs typeface="Arial"/>
              </a:defRPr>
            </a:lvl8pPr>
            <a:lvl9pPr algn="l">
              <a:buNone/>
              <a:defRPr sz="1875" b="0">
                <a:solidFill>
                  <a:srgbClr val="C1D2E0"/>
                </a:solidFill>
                <a:latin typeface="Arial"/>
                <a:ea typeface="Arial"/>
                <a:cs typeface="Arial"/>
              </a:defRPr>
            </a:lvl9pPr>
          </a:lstStyle>
          <a:p xmlns:a="http://schemas.openxmlformats.org/drawingml/2006/main">
            <a:pPr algn="l">
              <a:buNone/>
              <a:defRPr sz="1875" b="0">
                <a:solidFill>
                  <a:srgbClr val="C1D2E0"/>
                </a:solidFill>
                <a:latin typeface="Arial"/>
                <a:ea typeface="Arial"/>
                <a:cs typeface="Arial"/>
              </a:defRPr>
            </a:pPr>
            <a:r>
              <a:rPr sz="1875" b="0">
                <a:solidFill>
                  <a:srgbClr val="C1D2E0"/>
                </a:solidFill>
                <a:latin typeface="Arial"/>
                <a:ea typeface="Arial"/>
                <a:cs typeface="Arial"/>
              </a:rPr>
              <a:t>T2: Chưa rõ hướng rẽ, lo đi nhầm.</a:t>
            </a:r>
          </a:p>
          <a:p xmlns:a="http://schemas.openxmlformats.org/drawingml/2006/main">
            <a:pPr algn="l">
              <a:buNone/>
              <a:defRPr sz="1875" b="0">
                <a:solidFill>
                  <a:srgbClr val="C1D2E0"/>
                </a:solidFill>
                <a:latin typeface="Arial"/>
                <a:ea typeface="Arial"/>
                <a:cs typeface="Arial"/>
              </a:defRPr>
            </a:pPr>
            <a:r>
              <a:rPr sz="1875" b="0">
                <a:solidFill>
                  <a:srgbClr val="C1D2E0"/>
                </a:solidFill>
                <a:latin typeface="Arial"/>
                <a:ea typeface="Arial"/>
                <a:cs typeface="Arial"/>
              </a:rPr>
              <a:t>Đề nghị có giọng đọc chỉ đường.</a:t>
            </a:r>
          </a:p>
        </p:txBody>
      </p:sp>
      <p:sp>
        <p:nvSpPr>
          <p:cNvPr id="8" name="diagram-118">
            <a:extLst xmlns:a="http://schemas.openxmlformats.org/drawingml/2006/main">
              <a:ext uri="{FF2B5EF4-FFF2-40B4-BE49-F238E27FC236}">
                <a16:creationId xmlns:a16="http://schemas.microsoft.com/office/drawing/2014/main" id="{803CB48A-DA0B-4DE4-8FD5-6AA5E7F83F93}"/>
              </a:ext>
            </a:extLst>
          </p:cNvPr>
          <p:cNvSpPr>
            <a:spLocks xmlns:a="http://schemas.openxmlformats.org/drawingml/2006/main" noGrp="1"/>
          </p:cNvSpPr>
          <p:nvPr/>
        </p:nvSpPr>
        <p:spPr>
          <a:xfrm xmlns:a="http://schemas.openxmlformats.org/drawingml/2006/main">
            <a:off x="619125" y="6210300"/>
            <a:ext cx="9906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275" b="0">
                <a:solidFill>
                  <a:srgbClr val="C1D2E0"/>
                </a:solidFill>
                <a:latin typeface="Arial"/>
                <a:ea typeface="Arial"/>
                <a:cs typeface="Arial"/>
              </a:defRPr>
            </a:defPPr>
            <a:lvl1pPr algn="l">
              <a:buNone/>
              <a:defRPr sz="1275" b="0">
                <a:solidFill>
                  <a:srgbClr val="C1D2E0"/>
                </a:solidFill>
                <a:latin typeface="Arial"/>
                <a:ea typeface="Arial"/>
                <a:cs typeface="Arial"/>
              </a:defRPr>
            </a:lvl1pPr>
            <a:lvl2pPr algn="l">
              <a:buNone/>
              <a:defRPr sz="1275" b="0">
                <a:solidFill>
                  <a:srgbClr val="C1D2E0"/>
                </a:solidFill>
                <a:latin typeface="Arial"/>
                <a:ea typeface="Arial"/>
                <a:cs typeface="Arial"/>
              </a:defRPr>
            </a:lvl2pPr>
            <a:lvl3pPr algn="l">
              <a:buNone/>
              <a:defRPr sz="1275" b="0">
                <a:solidFill>
                  <a:srgbClr val="C1D2E0"/>
                </a:solidFill>
                <a:latin typeface="Arial"/>
                <a:ea typeface="Arial"/>
                <a:cs typeface="Arial"/>
              </a:defRPr>
            </a:lvl3pPr>
            <a:lvl4pPr algn="l">
              <a:buNone/>
              <a:defRPr sz="1275" b="0">
                <a:solidFill>
                  <a:srgbClr val="C1D2E0"/>
                </a:solidFill>
                <a:latin typeface="Arial"/>
                <a:ea typeface="Arial"/>
                <a:cs typeface="Arial"/>
              </a:defRPr>
            </a:lvl4pPr>
            <a:lvl5pPr algn="l">
              <a:buNone/>
              <a:defRPr sz="1275" b="0">
                <a:solidFill>
                  <a:srgbClr val="C1D2E0"/>
                </a:solidFill>
                <a:latin typeface="Arial"/>
                <a:ea typeface="Arial"/>
                <a:cs typeface="Arial"/>
              </a:defRPr>
            </a:lvl5pPr>
            <a:lvl6pPr algn="l">
              <a:buNone/>
              <a:defRPr sz="1275" b="0">
                <a:solidFill>
                  <a:srgbClr val="C1D2E0"/>
                </a:solidFill>
                <a:latin typeface="Arial"/>
                <a:ea typeface="Arial"/>
                <a:cs typeface="Arial"/>
              </a:defRPr>
            </a:lvl6pPr>
            <a:lvl7pPr algn="l">
              <a:buNone/>
              <a:defRPr sz="1275" b="0">
                <a:solidFill>
                  <a:srgbClr val="C1D2E0"/>
                </a:solidFill>
                <a:latin typeface="Arial"/>
                <a:ea typeface="Arial"/>
                <a:cs typeface="Arial"/>
              </a:defRPr>
            </a:lvl7pPr>
            <a:lvl8pPr algn="l">
              <a:buNone/>
              <a:defRPr sz="1275" b="0">
                <a:solidFill>
                  <a:srgbClr val="C1D2E0"/>
                </a:solidFill>
                <a:latin typeface="Arial"/>
                <a:ea typeface="Arial"/>
                <a:cs typeface="Arial"/>
              </a:defRPr>
            </a:lvl8pPr>
            <a:lvl9pPr algn="l">
              <a:buNone/>
              <a:defRPr sz="1275" b="0">
                <a:solidFill>
                  <a:srgbClr val="C1D2E0"/>
                </a:solidFill>
                <a:latin typeface="Arial"/>
                <a:ea typeface="Arial"/>
                <a:cs typeface="Arial"/>
              </a:defRPr>
            </a:lvl9pPr>
          </a:lstStyle>
          <a:p xmlns:a="http://schemas.openxmlformats.org/drawingml/2006/main">
            <a:pPr algn="l">
              <a:buNone/>
              <a:defRPr sz="1275" b="0">
                <a:solidFill>
                  <a:srgbClr val="C1D2E0"/>
                </a:solidFill>
                <a:latin typeface="Arial"/>
                <a:ea typeface="Arial"/>
                <a:cs typeface="Arial"/>
              </a:defRPr>
            </a:pPr>
            <a:r>
              <a:rPr sz="1275" b="0">
                <a:solidFill>
                  <a:srgbClr val="C1D2E0"/>
                </a:solidFill>
                <a:latin typeface="Arial"/>
                <a:ea typeface="Arial"/>
                <a:cs typeface="Arial"/>
              </a:rPr>
              <a:t>Phản hồi do người làm bài thuật lại ngày 19/10. Chưa đo thời gian hoặc tỷ lệ hoàn thành.</a:t>
            </a:r>
          </a:p>
        </p:txBody>
      </p:sp>
      <p:sp>
        <p:nvSpPr>
          <p:cNvPr id="9" name="diagram-119">
            <a:extLst xmlns:a="http://schemas.openxmlformats.org/drawingml/2006/main">
              <a:ext uri="{FF2B5EF4-FFF2-40B4-BE49-F238E27FC236}">
                <a16:creationId xmlns:a16="http://schemas.microsoft.com/office/drawing/2014/main" id="{15B854DA-E1D2-413F-8411-3FBD0BACBCF0}"/>
              </a:ext>
            </a:extLst>
          </p:cNvPr>
          <p:cNvSpPr>
            <a:spLocks xmlns:a="http://schemas.openxmlformats.org/drawingml/2006/main" noGrp="1"/>
          </p:cNvSpPr>
          <p:nvPr/>
        </p:nvSpPr>
        <p:spPr>
          <a:xfrm xmlns:a="http://schemas.openxmlformats.org/drawingml/2006/main">
            <a:off x="11239500" y="6210300"/>
            <a:ext cx="476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1350" b="1">
                <a:solidFill>
                  <a:srgbClr val="79B8FF"/>
                </a:solidFill>
                <a:latin typeface="Arial"/>
                <a:ea typeface="Arial"/>
                <a:cs typeface="Arial"/>
              </a:defRPr>
            </a:defPPr>
            <a:lvl1pPr algn="r">
              <a:buNone/>
              <a:defRPr sz="1350" b="1">
                <a:solidFill>
                  <a:srgbClr val="79B8FF"/>
                </a:solidFill>
                <a:latin typeface="Arial"/>
                <a:ea typeface="Arial"/>
                <a:cs typeface="Arial"/>
              </a:defRPr>
            </a:lvl1pPr>
            <a:lvl2pPr algn="r">
              <a:buNone/>
              <a:defRPr sz="1350" b="1">
                <a:solidFill>
                  <a:srgbClr val="79B8FF"/>
                </a:solidFill>
                <a:latin typeface="Arial"/>
                <a:ea typeface="Arial"/>
                <a:cs typeface="Arial"/>
              </a:defRPr>
            </a:lvl2pPr>
            <a:lvl3pPr algn="r">
              <a:buNone/>
              <a:defRPr sz="1350" b="1">
                <a:solidFill>
                  <a:srgbClr val="79B8FF"/>
                </a:solidFill>
                <a:latin typeface="Arial"/>
                <a:ea typeface="Arial"/>
                <a:cs typeface="Arial"/>
              </a:defRPr>
            </a:lvl3pPr>
            <a:lvl4pPr algn="r">
              <a:buNone/>
              <a:defRPr sz="1350" b="1">
                <a:solidFill>
                  <a:srgbClr val="79B8FF"/>
                </a:solidFill>
                <a:latin typeface="Arial"/>
                <a:ea typeface="Arial"/>
                <a:cs typeface="Arial"/>
              </a:defRPr>
            </a:lvl4pPr>
            <a:lvl5pPr algn="r">
              <a:buNone/>
              <a:defRPr sz="1350" b="1">
                <a:solidFill>
                  <a:srgbClr val="79B8FF"/>
                </a:solidFill>
                <a:latin typeface="Arial"/>
                <a:ea typeface="Arial"/>
                <a:cs typeface="Arial"/>
              </a:defRPr>
            </a:lvl5pPr>
            <a:lvl6pPr algn="r">
              <a:buNone/>
              <a:defRPr sz="1350" b="1">
                <a:solidFill>
                  <a:srgbClr val="79B8FF"/>
                </a:solidFill>
                <a:latin typeface="Arial"/>
                <a:ea typeface="Arial"/>
                <a:cs typeface="Arial"/>
              </a:defRPr>
            </a:lvl6pPr>
            <a:lvl7pPr algn="r">
              <a:buNone/>
              <a:defRPr sz="1350" b="1">
                <a:solidFill>
                  <a:srgbClr val="79B8FF"/>
                </a:solidFill>
                <a:latin typeface="Arial"/>
                <a:ea typeface="Arial"/>
                <a:cs typeface="Arial"/>
              </a:defRPr>
            </a:lvl7pPr>
            <a:lvl8pPr algn="r">
              <a:buNone/>
              <a:defRPr sz="1350" b="1">
                <a:solidFill>
                  <a:srgbClr val="79B8FF"/>
                </a:solidFill>
                <a:latin typeface="Arial"/>
                <a:ea typeface="Arial"/>
                <a:cs typeface="Arial"/>
              </a:defRPr>
            </a:lvl8pPr>
            <a:lvl9pPr algn="r">
              <a:buNone/>
              <a:defRPr sz="1350" b="1">
                <a:solidFill>
                  <a:srgbClr val="79B8FF"/>
                </a:solidFill>
                <a:latin typeface="Arial"/>
                <a:ea typeface="Arial"/>
                <a:cs typeface="Arial"/>
              </a:defRPr>
            </a:lvl9pPr>
          </a:lstStyle>
          <a:p xmlns:a="http://schemas.openxmlformats.org/drawingml/2006/main">
            <a:pPr algn="r">
              <a:buNone/>
              <a:defRPr sz="1350" b="1">
                <a:solidFill>
                  <a:srgbClr val="79B8FF"/>
                </a:solidFill>
                <a:latin typeface="Arial"/>
                <a:ea typeface="Arial"/>
                <a:cs typeface="Arial"/>
              </a:defRPr>
            </a:pPr>
            <a:r>
              <a:rPr sz="1350" b="1">
                <a:solidFill>
                  <a:srgbClr val="79B8FF"/>
                </a:solidFill>
                <a:latin typeface="Arial"/>
                <a:ea typeface="Arial"/>
                <a:cs typeface="Arial"/>
              </a:rPr>
              <a:t>07</a:t>
            </a:r>
          </a:p>
        </p:txBody>
      </p:sp>
    </p:spTree>
    <p:extLst>
      <p:ext uri="{BB962C8B-B14F-4D97-AF65-F5344CB8AC3E}">
        <p14:creationId xmlns:p14="http://schemas.microsoft.com/office/powerpoint/2010/main" val="392052195"/>
      </p:ext>
    </p:extLst>
  </p:cSld>
</p:sld>
</file>

<file path=ppt/slides/slide8.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2" name="diagram-120">
            <a:extLst xmlns:a="http://schemas.openxmlformats.org/drawingml/2006/main">
              <a:ext uri="{FF2B5EF4-FFF2-40B4-BE49-F238E27FC236}">
                <a16:creationId xmlns:a16="http://schemas.microsoft.com/office/drawing/2014/main" id="{57BAEEE9-14FC-4C32-AABA-8682F61466FE}"/>
              </a:ext>
            </a:extLst>
          </p:cNvPr>
          <p:cNvSpPr>
            <a:spLocks xmlns:a="http://schemas.openxmlformats.org/drawingml/2006/main" noGrp="1"/>
          </p:cNvSpPr>
          <p:nvPr/>
        </p:nvSpPr>
        <p:spPr>
          <a:xfrm xmlns:a="http://schemas.openxmlformats.org/drawingml/2006/main">
            <a:off x="571500" y="4000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150" b="1">
                <a:solidFill>
                  <a:srgbClr val="102A43"/>
                </a:solidFill>
                <a:latin typeface="Arial"/>
                <a:ea typeface="Arial"/>
                <a:cs typeface="Arial"/>
              </a:defRPr>
            </a:defPPr>
            <a:lvl1pPr algn="l">
              <a:buNone/>
              <a:defRPr sz="3150" b="1">
                <a:solidFill>
                  <a:srgbClr val="102A43"/>
                </a:solidFill>
                <a:latin typeface="Arial"/>
                <a:ea typeface="Arial"/>
                <a:cs typeface="Arial"/>
              </a:defRPr>
            </a:lvl1pPr>
            <a:lvl2pPr algn="l">
              <a:buNone/>
              <a:defRPr sz="3150" b="1">
                <a:solidFill>
                  <a:srgbClr val="102A43"/>
                </a:solidFill>
                <a:latin typeface="Arial"/>
                <a:ea typeface="Arial"/>
                <a:cs typeface="Arial"/>
              </a:defRPr>
            </a:lvl2pPr>
            <a:lvl3pPr algn="l">
              <a:buNone/>
              <a:defRPr sz="3150" b="1">
                <a:solidFill>
                  <a:srgbClr val="102A43"/>
                </a:solidFill>
                <a:latin typeface="Arial"/>
                <a:ea typeface="Arial"/>
                <a:cs typeface="Arial"/>
              </a:defRPr>
            </a:lvl3pPr>
            <a:lvl4pPr algn="l">
              <a:buNone/>
              <a:defRPr sz="3150" b="1">
                <a:solidFill>
                  <a:srgbClr val="102A43"/>
                </a:solidFill>
                <a:latin typeface="Arial"/>
                <a:ea typeface="Arial"/>
                <a:cs typeface="Arial"/>
              </a:defRPr>
            </a:lvl4pPr>
            <a:lvl5pPr algn="l">
              <a:buNone/>
              <a:defRPr sz="3150" b="1">
                <a:solidFill>
                  <a:srgbClr val="102A43"/>
                </a:solidFill>
                <a:latin typeface="Arial"/>
                <a:ea typeface="Arial"/>
                <a:cs typeface="Arial"/>
              </a:defRPr>
            </a:lvl5pPr>
            <a:lvl6pPr algn="l">
              <a:buNone/>
              <a:defRPr sz="3150" b="1">
                <a:solidFill>
                  <a:srgbClr val="102A43"/>
                </a:solidFill>
                <a:latin typeface="Arial"/>
                <a:ea typeface="Arial"/>
                <a:cs typeface="Arial"/>
              </a:defRPr>
            </a:lvl6pPr>
            <a:lvl7pPr algn="l">
              <a:buNone/>
              <a:defRPr sz="3150" b="1">
                <a:solidFill>
                  <a:srgbClr val="102A43"/>
                </a:solidFill>
                <a:latin typeface="Arial"/>
                <a:ea typeface="Arial"/>
                <a:cs typeface="Arial"/>
              </a:defRPr>
            </a:lvl7pPr>
            <a:lvl8pPr algn="l">
              <a:buNone/>
              <a:defRPr sz="3150" b="1">
                <a:solidFill>
                  <a:srgbClr val="102A43"/>
                </a:solidFill>
                <a:latin typeface="Arial"/>
                <a:ea typeface="Arial"/>
                <a:cs typeface="Arial"/>
              </a:defRPr>
            </a:lvl8pPr>
            <a:lvl9pPr algn="l">
              <a:buNone/>
              <a:defRPr sz="3150" b="1">
                <a:solidFill>
                  <a:srgbClr val="102A43"/>
                </a:solidFill>
                <a:latin typeface="Arial"/>
                <a:ea typeface="Arial"/>
                <a:cs typeface="Arial"/>
              </a:defRPr>
            </a:lvl9pPr>
          </a:lstStyle>
          <a:p xmlns:a="http://schemas.openxmlformats.org/drawingml/2006/main">
            <a:pPr algn="l">
              <a:buNone/>
              <a:defRPr sz="3150" b="1">
                <a:solidFill>
                  <a:srgbClr val="102A43"/>
                </a:solidFill>
                <a:latin typeface="Arial"/>
                <a:ea typeface="Arial"/>
                <a:cs typeface="Arial"/>
              </a:defRPr>
            </a:pPr>
            <a:r>
              <a:rPr sz="3150" b="1">
                <a:solidFill>
                  <a:srgbClr val="102A43"/>
                </a:solidFill>
                <a:latin typeface="Arial"/>
                <a:ea typeface="Arial"/>
                <a:cs typeface="Arial"/>
              </a:rPr>
              <a:t>Cải tiến giao diện và đường đi</a:t>
            </a:r>
          </a:p>
        </p:txBody>
      </p:sp>
      <p:pic>
        <p:nvPicPr>
          <p:cNvPr id="2" name="">
            <a:extLst xmlns:a="http://schemas.openxmlformats.org/drawingml/2006/main">
              <a:ext uri="{FF2B5EF4-FFF2-40B4-BE49-F238E27FC236}">
                <a16:creationId xmlns:a16="http://schemas.microsoft.com/office/drawing/2014/main" id="{7AFD53BB-C761-459F-BD40-E75EFCDE3B7E}"/>
              </a:ext>
            </a:extLst>
          </p:cNvPr>
          <p:cNvPicPr>
            <a:picLocks xmlns:a="http://schemas.openxmlformats.org/drawingml/2006/main" noChangeAspect="1"/>
          </p:cNvPicPr>
          <p:nvPr/>
        </p:nvPicPr>
        <p:blipFill>
          <a:blip xmlns:r="http://schemas.openxmlformats.org/officeDocument/2006/relationships" xmlns:a="http://schemas.openxmlformats.org/drawingml/2006/main" r:embed="R5400c189d3fe4c17">
            <a:extLst>
              <a:ext uri="{96DAC541-7B7A-43D3-8B79-37D633B846F1}">
                <asvg:svgBlip xmlns:asvg="http://schemas.microsoft.com/office/drawing/2016/SVG/main" r:embed="R19ba5914bde844fd"/>
              </a:ext>
            </a:extLst>
          </a:blip>
          <a:stretch xmlns:a="http://schemas.openxmlformats.org/drawingml/2006/main"/>
        </p:blipFill>
        <p:spPr>
          <a:xfrm xmlns:a="http://schemas.openxmlformats.org/drawingml/2006/main">
            <a:off x="10763250" y="571500"/>
            <a:ext cx="495300" cy="495300"/>
          </a:xfrm>
          <a:prstGeom xmlns:a="http://schemas.openxmlformats.org/drawingml/2006/main" prst="rect">
            <a:avLst/>
          </a:prstGeom>
        </p:spPr>
      </p:pic>
      <p:sp>
        <p:nvSpPr>
          <p:cNvPr id="3" name="diagram-121">
            <a:extLst xmlns:a="http://schemas.openxmlformats.org/drawingml/2006/main">
              <a:ext uri="{FF2B5EF4-FFF2-40B4-BE49-F238E27FC236}">
                <a16:creationId xmlns:a16="http://schemas.microsoft.com/office/drawing/2014/main" id="{A53133B0-501B-45FF-8154-CAEB252D5884}"/>
              </a:ext>
            </a:extLst>
          </p:cNvPr>
          <p:cNvSpPr>
            <a:spLocks xmlns:a="http://schemas.openxmlformats.org/drawingml/2006/main" noGrp="1"/>
          </p:cNvSpPr>
          <p:nvPr/>
        </p:nvSpPr>
        <p:spPr>
          <a:xfrm xmlns:a="http://schemas.openxmlformats.org/drawingml/2006/main">
            <a:off x="619125" y="1924050"/>
            <a:ext cx="6000750" cy="1190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375" b="1">
                <a:solidFill>
                  <a:srgbClr val="102A43"/>
                </a:solidFill>
                <a:latin typeface="Arial"/>
                <a:ea typeface="Arial"/>
                <a:cs typeface="Arial"/>
              </a:defRPr>
            </a:defPPr>
            <a:lvl1pPr algn="l">
              <a:buNone/>
              <a:defRPr sz="3675" b="1">
                <a:solidFill>
                  <a:srgbClr val="102A43"/>
                </a:solidFill>
                <a:latin typeface="Arial"/>
                <a:ea typeface="Arial"/>
                <a:cs typeface="Arial"/>
              </a:defRPr>
            </a:lvl1pPr>
            <a:lvl2pPr algn="l">
              <a:buNone/>
              <a:defRPr sz="3675" b="1">
                <a:solidFill>
                  <a:srgbClr val="102A43"/>
                </a:solidFill>
                <a:latin typeface="Arial"/>
                <a:ea typeface="Arial"/>
                <a:cs typeface="Arial"/>
              </a:defRPr>
            </a:lvl2pPr>
            <a:lvl3pPr algn="l">
              <a:buNone/>
              <a:defRPr sz="3675" b="1">
                <a:solidFill>
                  <a:srgbClr val="102A43"/>
                </a:solidFill>
                <a:latin typeface="Arial"/>
                <a:ea typeface="Arial"/>
                <a:cs typeface="Arial"/>
              </a:defRPr>
            </a:lvl3pPr>
            <a:lvl4pPr algn="l">
              <a:buNone/>
              <a:defRPr sz="3675" b="1">
                <a:solidFill>
                  <a:srgbClr val="102A43"/>
                </a:solidFill>
                <a:latin typeface="Arial"/>
                <a:ea typeface="Arial"/>
                <a:cs typeface="Arial"/>
              </a:defRPr>
            </a:lvl4pPr>
            <a:lvl5pPr algn="l">
              <a:buNone/>
              <a:defRPr sz="3675" b="1">
                <a:solidFill>
                  <a:srgbClr val="102A43"/>
                </a:solidFill>
                <a:latin typeface="Arial"/>
                <a:ea typeface="Arial"/>
                <a:cs typeface="Arial"/>
              </a:defRPr>
            </a:lvl5pPr>
            <a:lvl6pPr algn="l">
              <a:buNone/>
              <a:defRPr sz="3675" b="1">
                <a:solidFill>
                  <a:srgbClr val="102A43"/>
                </a:solidFill>
                <a:latin typeface="Arial"/>
                <a:ea typeface="Arial"/>
                <a:cs typeface="Arial"/>
              </a:defRPr>
            </a:lvl6pPr>
            <a:lvl7pPr algn="l">
              <a:buNone/>
              <a:defRPr sz="3675" b="1">
                <a:solidFill>
                  <a:srgbClr val="102A43"/>
                </a:solidFill>
                <a:latin typeface="Arial"/>
                <a:ea typeface="Arial"/>
                <a:cs typeface="Arial"/>
              </a:defRPr>
            </a:lvl7pPr>
            <a:lvl8pPr algn="l">
              <a:buNone/>
              <a:defRPr sz="3675" b="1">
                <a:solidFill>
                  <a:srgbClr val="102A43"/>
                </a:solidFill>
                <a:latin typeface="Arial"/>
                <a:ea typeface="Arial"/>
                <a:cs typeface="Arial"/>
              </a:defRPr>
            </a:lvl8pPr>
            <a:lvl9pPr algn="l">
              <a:buNone/>
              <a:defRPr sz="3675" b="1">
                <a:solidFill>
                  <a:srgbClr val="102A43"/>
                </a:solidFill>
                <a:latin typeface="Arial"/>
                <a:ea typeface="Arial"/>
                <a:cs typeface="Arial"/>
              </a:defRPr>
            </a:lvl9pPr>
          </a:lstStyle>
          <a:p xmlns:a="http://schemas.openxmlformats.org/drawingml/2006/main">
            <a:pPr algn="l">
              <a:buNone/>
              <a:defRPr sz="3375" b="1">
                <a:solidFill>
                  <a:srgbClr val="102A43"/>
                </a:solidFill>
                <a:latin typeface="Arial"/>
                <a:ea typeface="Arial"/>
                <a:cs typeface="Arial"/>
              </a:defRPr>
            </a:pPr>
            <a:r>
              <a:rPr sz="3375" b="1">
                <a:solidFill>
                  <a:srgbClr val="102A43"/>
                </a:solidFill>
                <a:latin typeface="Arial"/>
                <a:ea typeface="Arial"/>
                <a:cs typeface="Arial"/>
              </a:rPr>
              <a:t>Dễ theo dõi,</a:t>
            </a:r>
          </a:p>
          <a:p xmlns:a="http://schemas.openxmlformats.org/drawingml/2006/main">
            <a:pPr algn="l">
              <a:buNone/>
              <a:defRPr sz="3375" b="1">
                <a:solidFill>
                  <a:srgbClr val="102A43"/>
                </a:solidFill>
                <a:latin typeface="Arial"/>
                <a:ea typeface="Arial"/>
                <a:cs typeface="Arial"/>
              </a:defRPr>
            </a:pPr>
            <a:r>
              <a:rPr sz="3375" b="1">
                <a:solidFill>
                  <a:srgbClr val="102A43"/>
                </a:solidFill>
                <a:latin typeface="Arial"/>
                <a:ea typeface="Arial"/>
                <a:cs typeface="Arial"/>
              </a:rPr>
              <a:t>linh hoạt đường đi</a:t>
            </a:r>
          </a:p>
        </p:txBody>
      </p:sp>
      <p:sp>
        <p:nvSpPr>
          <p:cNvPr id="4" name="diagram-122">
            <a:extLst xmlns:a="http://schemas.openxmlformats.org/drawingml/2006/main">
              <a:ext uri="{FF2B5EF4-FFF2-40B4-BE49-F238E27FC236}">
                <a16:creationId xmlns:a16="http://schemas.microsoft.com/office/drawing/2014/main" id="{FACD0A4E-50A5-4579-A039-3654F36D453A}"/>
              </a:ext>
            </a:extLst>
          </p:cNvPr>
          <p:cNvSpPr>
            <a:spLocks xmlns:a="http://schemas.openxmlformats.org/drawingml/2006/main" noGrp="1"/>
          </p:cNvSpPr>
          <p:nvPr/>
        </p:nvSpPr>
        <p:spPr>
          <a:xfrm xmlns:a="http://schemas.openxmlformats.org/drawingml/2006/main">
            <a:off x="619125" y="3181350"/>
            <a:ext cx="581025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75" b="0">
                <a:solidFill>
                  <a:srgbClr val="526773"/>
                </a:solidFill>
                <a:latin typeface="Arial"/>
                <a:ea typeface="Arial"/>
                <a:cs typeface="Arial"/>
              </a:defRPr>
            </a:defPPr>
            <a:lvl1pPr algn="l">
              <a:buNone/>
              <a:defRPr sz="1875" b="0">
                <a:solidFill>
                  <a:srgbClr val="526773"/>
                </a:solidFill>
                <a:latin typeface="Arial"/>
                <a:ea typeface="Arial"/>
                <a:cs typeface="Arial"/>
              </a:defRPr>
            </a:lvl1pPr>
            <a:lvl2pPr algn="l">
              <a:buNone/>
              <a:defRPr sz="1875" b="0">
                <a:solidFill>
                  <a:srgbClr val="526773"/>
                </a:solidFill>
                <a:latin typeface="Arial"/>
                <a:ea typeface="Arial"/>
                <a:cs typeface="Arial"/>
              </a:defRPr>
            </a:lvl2pPr>
            <a:lvl3pPr algn="l">
              <a:buNone/>
              <a:defRPr sz="1875" b="0">
                <a:solidFill>
                  <a:srgbClr val="526773"/>
                </a:solidFill>
                <a:latin typeface="Arial"/>
                <a:ea typeface="Arial"/>
                <a:cs typeface="Arial"/>
              </a:defRPr>
            </a:lvl3pPr>
            <a:lvl4pPr algn="l">
              <a:buNone/>
              <a:defRPr sz="1875" b="0">
                <a:solidFill>
                  <a:srgbClr val="526773"/>
                </a:solidFill>
                <a:latin typeface="Arial"/>
                <a:ea typeface="Arial"/>
                <a:cs typeface="Arial"/>
              </a:defRPr>
            </a:lvl4pPr>
            <a:lvl5pPr algn="l">
              <a:buNone/>
              <a:defRPr sz="1875" b="0">
                <a:solidFill>
                  <a:srgbClr val="526773"/>
                </a:solidFill>
                <a:latin typeface="Arial"/>
                <a:ea typeface="Arial"/>
                <a:cs typeface="Arial"/>
              </a:defRPr>
            </a:lvl5pPr>
            <a:lvl6pPr algn="l">
              <a:buNone/>
              <a:defRPr sz="1875" b="0">
                <a:solidFill>
                  <a:srgbClr val="526773"/>
                </a:solidFill>
                <a:latin typeface="Arial"/>
                <a:ea typeface="Arial"/>
                <a:cs typeface="Arial"/>
              </a:defRPr>
            </a:lvl6pPr>
            <a:lvl7pPr algn="l">
              <a:buNone/>
              <a:defRPr sz="1875" b="0">
                <a:solidFill>
                  <a:srgbClr val="526773"/>
                </a:solidFill>
                <a:latin typeface="Arial"/>
                <a:ea typeface="Arial"/>
                <a:cs typeface="Arial"/>
              </a:defRPr>
            </a:lvl7pPr>
            <a:lvl8pPr algn="l">
              <a:buNone/>
              <a:defRPr sz="1875" b="0">
                <a:solidFill>
                  <a:srgbClr val="526773"/>
                </a:solidFill>
                <a:latin typeface="Arial"/>
                <a:ea typeface="Arial"/>
                <a:cs typeface="Arial"/>
              </a:defRPr>
            </a:lvl8pPr>
            <a:lvl9pPr algn="l">
              <a:buNone/>
              <a:defRPr sz="1875" b="0">
                <a:solidFill>
                  <a:srgbClr val="526773"/>
                </a:solidFill>
                <a:latin typeface="Arial"/>
                <a:ea typeface="Arial"/>
                <a:cs typeface="Arial"/>
              </a:defRPr>
            </a:lvl9pPr>
          </a:lstStyle>
          <a:p xmlns:a="http://schemas.openxmlformats.org/drawingml/2006/main">
            <a:pPr algn="l">
              <a:buNone/>
              <a:defRPr sz="1875" b="0">
                <a:solidFill>
                  <a:srgbClr val="526773"/>
                </a:solidFill>
                <a:latin typeface="Arial"/>
                <a:ea typeface="Arial"/>
                <a:cs typeface="Arial"/>
              </a:defRPr>
            </a:pPr>
            <a:r>
              <a:rPr sz="1875" b="0">
                <a:solidFill>
                  <a:srgbClr val="526773"/>
                </a:solidFill>
                <a:latin typeface="Arial"/>
                <a:ea typeface="Arial"/>
                <a:cs typeface="Arial"/>
              </a:rPr>
              <a:t>Thu gọn chữ, làm rõ bước tiếp theo.</a:t>
            </a:r>
          </a:p>
          <a:p xmlns:a="http://schemas.openxmlformats.org/drawingml/2006/main">
            <a:pPr algn="l">
              <a:buNone/>
              <a:defRPr sz="1875" b="0">
                <a:solidFill>
                  <a:srgbClr val="526773"/>
                </a:solidFill>
                <a:latin typeface="Arial"/>
                <a:ea typeface="Arial"/>
                <a:cs typeface="Arial"/>
              </a:defRPr>
            </a:pPr>
            <a:r>
              <a:rPr sz="1875" b="0">
                <a:solidFill>
                  <a:srgbClr val="526773"/>
                </a:solidFill>
                <a:latin typeface="Arial"/>
                <a:ea typeface="Arial"/>
                <a:cs typeface="Arial"/>
              </a:rPr>
              <a:t>Chỉ dẫn bằng mốc và giọng đọc.</a:t>
            </a:r>
          </a:p>
        </p:txBody>
      </p:sp>
      <p:pic>
        <p:nvPicPr>
          <p:cNvPr id="5" name="">
            <a:extLst xmlns:a="http://schemas.openxmlformats.org/drawingml/2006/main">
              <a:ext uri="{FF2B5EF4-FFF2-40B4-BE49-F238E27FC236}">
                <a16:creationId xmlns:a16="http://schemas.microsoft.com/office/drawing/2014/main" id="{B0A93C9E-4193-48DA-90F9-6CF8AA007490}"/>
              </a:ext>
            </a:extLst>
          </p:cNvPr>
          <p:cNvPicPr>
            <a:picLocks xmlns:a="http://schemas.openxmlformats.org/drawingml/2006/main" noChangeAspect="1"/>
          </p:cNvPicPr>
          <p:nvPr/>
        </p:nvPicPr>
        <p:blipFill>
          <a:blip xmlns:r="http://schemas.openxmlformats.org/officeDocument/2006/relationships" xmlns:a="http://schemas.openxmlformats.org/drawingml/2006/main" r:embed="R8d216153fac841ad"/>
          <a:stretch xmlns:a="http://schemas.openxmlformats.org/drawingml/2006/main"/>
        </p:blipFill>
        <p:spPr>
          <a:xfrm xmlns:a="http://schemas.openxmlformats.org/drawingml/2006/main">
            <a:off x="1952625" y="3952875"/>
            <a:ext cx="3143250" cy="2095500"/>
          </a:xfrm>
          <a:prstGeom xmlns:a="http://schemas.openxmlformats.org/drawingml/2006/main" prst="rect">
            <a:avLst/>
          </a:prstGeom>
        </p:spPr>
      </p:pic>
      <p:sp>
        <p:nvSpPr>
          <p:cNvPr id="6" name="diagram-123">
            <a:extLst xmlns:a="http://schemas.openxmlformats.org/drawingml/2006/main">
              <a:ext uri="{FF2B5EF4-FFF2-40B4-BE49-F238E27FC236}">
                <a16:creationId xmlns:a16="http://schemas.microsoft.com/office/drawing/2014/main" id="{71078F10-3F44-4216-ABE4-DC210E7D8AE6}"/>
              </a:ext>
            </a:extLst>
          </p:cNvPr>
          <p:cNvSpPr>
            <a:spLocks xmlns:a="http://schemas.openxmlformats.org/drawingml/2006/main" noGrp="1"/>
          </p:cNvSpPr>
          <p:nvPr/>
        </p:nvSpPr>
        <p:spPr>
          <a:xfrm xmlns:a="http://schemas.openxmlformats.org/drawingml/2006/main">
            <a:off x="7524750" y="2028825"/>
            <a:ext cx="4000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00" b="1">
                <a:solidFill>
                  <a:srgbClr val="246BCE"/>
                </a:solidFill>
                <a:latin typeface="Arial"/>
                <a:ea typeface="Arial"/>
                <a:cs typeface="Arial"/>
              </a:defRPr>
            </a:defPPr>
            <a:lvl1pPr algn="l">
              <a:buNone/>
              <a:defRPr sz="2175" b="1">
                <a:solidFill>
                  <a:srgbClr val="246BCE"/>
                </a:solidFill>
                <a:latin typeface="Arial"/>
                <a:ea typeface="Arial"/>
                <a:cs typeface="Arial"/>
              </a:defRPr>
            </a:lvl1pPr>
            <a:lvl2pPr algn="l">
              <a:buNone/>
              <a:defRPr sz="2175" b="1">
                <a:solidFill>
                  <a:srgbClr val="246BCE"/>
                </a:solidFill>
                <a:latin typeface="Arial"/>
                <a:ea typeface="Arial"/>
                <a:cs typeface="Arial"/>
              </a:defRPr>
            </a:lvl2pPr>
            <a:lvl3pPr algn="l">
              <a:buNone/>
              <a:defRPr sz="2175" b="1">
                <a:solidFill>
                  <a:srgbClr val="246BCE"/>
                </a:solidFill>
                <a:latin typeface="Arial"/>
                <a:ea typeface="Arial"/>
                <a:cs typeface="Arial"/>
              </a:defRPr>
            </a:lvl3pPr>
            <a:lvl4pPr algn="l">
              <a:buNone/>
              <a:defRPr sz="2175" b="1">
                <a:solidFill>
                  <a:srgbClr val="246BCE"/>
                </a:solidFill>
                <a:latin typeface="Arial"/>
                <a:ea typeface="Arial"/>
                <a:cs typeface="Arial"/>
              </a:defRPr>
            </a:lvl4pPr>
            <a:lvl5pPr algn="l">
              <a:buNone/>
              <a:defRPr sz="2175" b="1">
                <a:solidFill>
                  <a:srgbClr val="246BCE"/>
                </a:solidFill>
                <a:latin typeface="Arial"/>
                <a:ea typeface="Arial"/>
                <a:cs typeface="Arial"/>
              </a:defRPr>
            </a:lvl5pPr>
            <a:lvl6pPr algn="l">
              <a:buNone/>
              <a:defRPr sz="2175" b="1">
                <a:solidFill>
                  <a:srgbClr val="246BCE"/>
                </a:solidFill>
                <a:latin typeface="Arial"/>
                <a:ea typeface="Arial"/>
                <a:cs typeface="Arial"/>
              </a:defRPr>
            </a:lvl6pPr>
            <a:lvl7pPr algn="l">
              <a:buNone/>
              <a:defRPr sz="2175" b="1">
                <a:solidFill>
                  <a:srgbClr val="246BCE"/>
                </a:solidFill>
                <a:latin typeface="Arial"/>
                <a:ea typeface="Arial"/>
                <a:cs typeface="Arial"/>
              </a:defRPr>
            </a:lvl7pPr>
            <a:lvl8pPr algn="l">
              <a:buNone/>
              <a:defRPr sz="2175" b="1">
                <a:solidFill>
                  <a:srgbClr val="246BCE"/>
                </a:solidFill>
                <a:latin typeface="Arial"/>
                <a:ea typeface="Arial"/>
                <a:cs typeface="Arial"/>
              </a:defRPr>
            </a:lvl8pPr>
            <a:lvl9pPr algn="l">
              <a:buNone/>
              <a:defRPr sz="2175" b="1">
                <a:solidFill>
                  <a:srgbClr val="246BCE"/>
                </a:solidFill>
                <a:latin typeface="Arial"/>
                <a:ea typeface="Arial"/>
                <a:cs typeface="Arial"/>
              </a:defRPr>
            </a:lvl9pPr>
          </a:lstStyle>
          <a:p xmlns:a="http://schemas.openxmlformats.org/drawingml/2006/main">
            <a:pPr algn="l">
              <a:buNone/>
              <a:defRPr sz="2100" b="1">
                <a:solidFill>
                  <a:srgbClr val="246BCE"/>
                </a:solidFill>
                <a:latin typeface="Arial"/>
                <a:ea typeface="Arial"/>
                <a:cs typeface="Arial"/>
              </a:defRPr>
            </a:pPr>
            <a:r>
              <a:rPr sz="2100" b="1">
                <a:solidFill>
                  <a:srgbClr val="246BCE"/>
                </a:solidFill>
                <a:latin typeface="Arial"/>
                <a:ea typeface="Arial"/>
                <a:cs typeface="Arial"/>
              </a:rPr>
              <a:t>Thang máy hoặc thang bộ</a:t>
            </a:r>
          </a:p>
        </p:txBody>
      </p:sp>
      <p:sp>
        <p:nvSpPr>
          <p:cNvPr id="7" name="diagram-124">
            <a:extLst xmlns:a="http://schemas.openxmlformats.org/drawingml/2006/main">
              <a:ext uri="{FF2B5EF4-FFF2-40B4-BE49-F238E27FC236}">
                <a16:creationId xmlns:a16="http://schemas.microsoft.com/office/drawing/2014/main" id="{5BD54AB1-A0BD-499F-9AE9-FBD7EADCB8AC}"/>
              </a:ext>
            </a:extLst>
          </p:cNvPr>
          <p:cNvSpPr>
            <a:spLocks xmlns:a="http://schemas.openxmlformats.org/drawingml/2006/main" noGrp="1"/>
          </p:cNvSpPr>
          <p:nvPr/>
        </p:nvSpPr>
        <p:spPr>
          <a:xfrm xmlns:a="http://schemas.openxmlformats.org/drawingml/2006/main">
            <a:off x="7524750" y="2667000"/>
            <a:ext cx="40005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0">
                <a:solidFill>
                  <a:srgbClr val="526773"/>
                </a:solidFill>
                <a:latin typeface="Arial"/>
                <a:ea typeface="Arial"/>
                <a:cs typeface="Arial"/>
              </a:defRPr>
            </a:defPPr>
            <a:lvl1pPr algn="l">
              <a:buNone/>
              <a:defRPr sz="1875" b="0">
                <a:solidFill>
                  <a:srgbClr val="526773"/>
                </a:solidFill>
                <a:latin typeface="Arial"/>
                <a:ea typeface="Arial"/>
                <a:cs typeface="Arial"/>
              </a:defRPr>
            </a:lvl1pPr>
            <a:lvl2pPr algn="l">
              <a:buNone/>
              <a:defRPr sz="1875" b="0">
                <a:solidFill>
                  <a:srgbClr val="526773"/>
                </a:solidFill>
                <a:latin typeface="Arial"/>
                <a:ea typeface="Arial"/>
                <a:cs typeface="Arial"/>
              </a:defRPr>
            </a:lvl2pPr>
            <a:lvl3pPr algn="l">
              <a:buNone/>
              <a:defRPr sz="1875" b="0">
                <a:solidFill>
                  <a:srgbClr val="526773"/>
                </a:solidFill>
                <a:latin typeface="Arial"/>
                <a:ea typeface="Arial"/>
                <a:cs typeface="Arial"/>
              </a:defRPr>
            </a:lvl3pPr>
            <a:lvl4pPr algn="l">
              <a:buNone/>
              <a:defRPr sz="1875" b="0">
                <a:solidFill>
                  <a:srgbClr val="526773"/>
                </a:solidFill>
                <a:latin typeface="Arial"/>
                <a:ea typeface="Arial"/>
                <a:cs typeface="Arial"/>
              </a:defRPr>
            </a:lvl4pPr>
            <a:lvl5pPr algn="l">
              <a:buNone/>
              <a:defRPr sz="1875" b="0">
                <a:solidFill>
                  <a:srgbClr val="526773"/>
                </a:solidFill>
                <a:latin typeface="Arial"/>
                <a:ea typeface="Arial"/>
                <a:cs typeface="Arial"/>
              </a:defRPr>
            </a:lvl5pPr>
            <a:lvl6pPr algn="l">
              <a:buNone/>
              <a:defRPr sz="1875" b="0">
                <a:solidFill>
                  <a:srgbClr val="526773"/>
                </a:solidFill>
                <a:latin typeface="Arial"/>
                <a:ea typeface="Arial"/>
                <a:cs typeface="Arial"/>
              </a:defRPr>
            </a:lvl6pPr>
            <a:lvl7pPr algn="l">
              <a:buNone/>
              <a:defRPr sz="1875" b="0">
                <a:solidFill>
                  <a:srgbClr val="526773"/>
                </a:solidFill>
                <a:latin typeface="Arial"/>
                <a:ea typeface="Arial"/>
                <a:cs typeface="Arial"/>
              </a:defRPr>
            </a:lvl7pPr>
            <a:lvl8pPr algn="l">
              <a:buNone/>
              <a:defRPr sz="1875" b="0">
                <a:solidFill>
                  <a:srgbClr val="526773"/>
                </a:solidFill>
                <a:latin typeface="Arial"/>
                <a:ea typeface="Arial"/>
                <a:cs typeface="Arial"/>
              </a:defRPr>
            </a:lvl8pPr>
            <a:lvl9pPr algn="l">
              <a:buNone/>
              <a:defRPr sz="1875" b="0">
                <a:solidFill>
                  <a:srgbClr val="526773"/>
                </a:solidFill>
                <a:latin typeface="Arial"/>
                <a:ea typeface="Arial"/>
                <a:cs typeface="Arial"/>
              </a:defRPr>
            </a:lvl9pPr>
          </a:lstStyle>
          <a:p xmlns:a="http://schemas.openxmlformats.org/drawingml/2006/main">
            <a:pPr algn="l">
              <a:buNone/>
              <a:defRPr sz="1800" b="0">
                <a:solidFill>
                  <a:srgbClr val="526773"/>
                </a:solidFill>
                <a:latin typeface="Arial"/>
                <a:ea typeface="Arial"/>
                <a:cs typeface="Arial"/>
              </a:defRPr>
            </a:pPr>
            <a:r>
              <a:rPr sz="1800" b="0">
                <a:solidFill>
                  <a:srgbClr val="526773"/>
                </a:solidFill>
                <a:latin typeface="Arial"/>
                <a:ea typeface="Arial"/>
                <a:cs typeface="Arial"/>
              </a:rPr>
              <a:t>Mặc định thang máy; chọn thang bộ</a:t>
            </a:r>
          </a:p>
          <a:p xmlns:a="http://schemas.openxmlformats.org/drawingml/2006/main">
            <a:pPr algn="l">
              <a:buNone/>
              <a:defRPr sz="1800" b="0">
                <a:solidFill>
                  <a:srgbClr val="526773"/>
                </a:solidFill>
                <a:latin typeface="Arial"/>
                <a:ea typeface="Arial"/>
                <a:cs typeface="Arial"/>
              </a:defRPr>
            </a:pPr>
            <a:r>
              <a:rPr sz="1800" b="0">
                <a:solidFill>
                  <a:srgbClr val="526773"/>
                </a:solidFill>
                <a:latin typeface="Arial"/>
                <a:ea typeface="Arial"/>
                <a:cs typeface="Arial"/>
              </a:rPr>
              <a:t>khi thang máy đông. Tuyến cập nhật</a:t>
            </a:r>
          </a:p>
          <a:p xmlns:a="http://schemas.openxmlformats.org/drawingml/2006/main">
            <a:pPr algn="l">
              <a:buNone/>
              <a:defRPr sz="1800" b="0">
                <a:solidFill>
                  <a:srgbClr val="526773"/>
                </a:solidFill>
                <a:latin typeface="Arial"/>
                <a:ea typeface="Arial"/>
                <a:cs typeface="Arial"/>
              </a:defRPr>
            </a:pPr>
            <a:r>
              <a:rPr sz="1800" b="0">
                <a:solidFill>
                  <a:srgbClr val="526773"/>
                </a:solidFill>
                <a:latin typeface="Arial"/>
                <a:ea typeface="Arial"/>
                <a:cs typeface="Arial"/>
              </a:rPr>
              <a:t>theo lựa chọn.</a:t>
            </a:r>
          </a:p>
        </p:txBody>
      </p:sp>
      <p:sp>
        <p:nvSpPr>
          <p:cNvPr id="8" name="diagram-125">
            <a:extLst xmlns:a="http://schemas.openxmlformats.org/drawingml/2006/main">
              <a:ext uri="{FF2B5EF4-FFF2-40B4-BE49-F238E27FC236}">
                <a16:creationId xmlns:a16="http://schemas.microsoft.com/office/drawing/2014/main" id="{531F26A0-0A5F-4606-9413-1F99CD927000}"/>
              </a:ext>
            </a:extLst>
          </p:cNvPr>
          <p:cNvSpPr>
            <a:spLocks xmlns:a="http://schemas.openxmlformats.org/drawingml/2006/main" noGrp="1"/>
          </p:cNvSpPr>
          <p:nvPr/>
        </p:nvSpPr>
        <p:spPr>
          <a:xfrm xmlns:a="http://schemas.openxmlformats.org/drawingml/2006/main">
            <a:off x="7524750" y="3838575"/>
            <a:ext cx="4000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00" b="1">
                <a:solidFill>
                  <a:srgbClr val="246BCE"/>
                </a:solidFill>
                <a:latin typeface="Arial"/>
                <a:ea typeface="Arial"/>
                <a:cs typeface="Arial"/>
              </a:defRPr>
            </a:defPPr>
            <a:lvl1pPr algn="l">
              <a:buNone/>
              <a:defRPr sz="2175" b="1">
                <a:solidFill>
                  <a:srgbClr val="246BCE"/>
                </a:solidFill>
                <a:latin typeface="Arial"/>
                <a:ea typeface="Arial"/>
                <a:cs typeface="Arial"/>
              </a:defRPr>
            </a:lvl1pPr>
            <a:lvl2pPr algn="l">
              <a:buNone/>
              <a:defRPr sz="2175" b="1">
                <a:solidFill>
                  <a:srgbClr val="246BCE"/>
                </a:solidFill>
                <a:latin typeface="Arial"/>
                <a:ea typeface="Arial"/>
                <a:cs typeface="Arial"/>
              </a:defRPr>
            </a:lvl2pPr>
            <a:lvl3pPr algn="l">
              <a:buNone/>
              <a:defRPr sz="2175" b="1">
                <a:solidFill>
                  <a:srgbClr val="246BCE"/>
                </a:solidFill>
                <a:latin typeface="Arial"/>
                <a:ea typeface="Arial"/>
                <a:cs typeface="Arial"/>
              </a:defRPr>
            </a:lvl3pPr>
            <a:lvl4pPr algn="l">
              <a:buNone/>
              <a:defRPr sz="2175" b="1">
                <a:solidFill>
                  <a:srgbClr val="246BCE"/>
                </a:solidFill>
                <a:latin typeface="Arial"/>
                <a:ea typeface="Arial"/>
                <a:cs typeface="Arial"/>
              </a:defRPr>
            </a:lvl4pPr>
            <a:lvl5pPr algn="l">
              <a:buNone/>
              <a:defRPr sz="2175" b="1">
                <a:solidFill>
                  <a:srgbClr val="246BCE"/>
                </a:solidFill>
                <a:latin typeface="Arial"/>
                <a:ea typeface="Arial"/>
                <a:cs typeface="Arial"/>
              </a:defRPr>
            </a:lvl5pPr>
            <a:lvl6pPr algn="l">
              <a:buNone/>
              <a:defRPr sz="2175" b="1">
                <a:solidFill>
                  <a:srgbClr val="246BCE"/>
                </a:solidFill>
                <a:latin typeface="Arial"/>
                <a:ea typeface="Arial"/>
                <a:cs typeface="Arial"/>
              </a:defRPr>
            </a:lvl6pPr>
            <a:lvl7pPr algn="l">
              <a:buNone/>
              <a:defRPr sz="2175" b="1">
                <a:solidFill>
                  <a:srgbClr val="246BCE"/>
                </a:solidFill>
                <a:latin typeface="Arial"/>
                <a:ea typeface="Arial"/>
                <a:cs typeface="Arial"/>
              </a:defRPr>
            </a:lvl7pPr>
            <a:lvl8pPr algn="l">
              <a:buNone/>
              <a:defRPr sz="2175" b="1">
                <a:solidFill>
                  <a:srgbClr val="246BCE"/>
                </a:solidFill>
                <a:latin typeface="Arial"/>
                <a:ea typeface="Arial"/>
                <a:cs typeface="Arial"/>
              </a:defRPr>
            </a:lvl8pPr>
            <a:lvl9pPr algn="l">
              <a:buNone/>
              <a:defRPr sz="2175" b="1">
                <a:solidFill>
                  <a:srgbClr val="246BCE"/>
                </a:solidFill>
                <a:latin typeface="Arial"/>
                <a:ea typeface="Arial"/>
                <a:cs typeface="Arial"/>
              </a:defRPr>
            </a:lvl9pPr>
          </a:lstStyle>
          <a:p xmlns:a="http://schemas.openxmlformats.org/drawingml/2006/main">
            <a:pPr algn="l">
              <a:buNone/>
              <a:defRPr sz="2100" b="1">
                <a:solidFill>
                  <a:srgbClr val="246BCE"/>
                </a:solidFill>
                <a:latin typeface="Arial"/>
                <a:ea typeface="Arial"/>
                <a:cs typeface="Arial"/>
              </a:defRPr>
            </a:pPr>
            <a:r>
              <a:rPr sz="2100" b="1">
                <a:solidFill>
                  <a:srgbClr val="246BCE"/>
                </a:solidFill>
                <a:latin typeface="Arial"/>
                <a:ea typeface="Arial"/>
                <a:cs typeface="Arial"/>
              </a:rPr>
              <a:t>Tìm lại đường khi cần</a:t>
            </a:r>
          </a:p>
        </p:txBody>
      </p:sp>
      <p:sp>
        <p:nvSpPr>
          <p:cNvPr id="9" name="diagram-126">
            <a:extLst xmlns:a="http://schemas.openxmlformats.org/drawingml/2006/main">
              <a:ext uri="{FF2B5EF4-FFF2-40B4-BE49-F238E27FC236}">
                <a16:creationId xmlns:a16="http://schemas.microsoft.com/office/drawing/2014/main" id="{54610B75-5824-45DB-8498-2ACD50650F26}"/>
              </a:ext>
            </a:extLst>
          </p:cNvPr>
          <p:cNvSpPr>
            <a:spLocks xmlns:a="http://schemas.openxmlformats.org/drawingml/2006/main" noGrp="1"/>
          </p:cNvSpPr>
          <p:nvPr/>
        </p:nvSpPr>
        <p:spPr>
          <a:xfrm xmlns:a="http://schemas.openxmlformats.org/drawingml/2006/main">
            <a:off x="7524750" y="4476750"/>
            <a:ext cx="4000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0">
                <a:solidFill>
                  <a:srgbClr val="526773"/>
                </a:solidFill>
                <a:latin typeface="Arial"/>
                <a:ea typeface="Arial"/>
                <a:cs typeface="Arial"/>
              </a:defRPr>
            </a:defPPr>
            <a:lvl1pPr algn="l">
              <a:buNone/>
              <a:defRPr sz="1875" b="0">
                <a:solidFill>
                  <a:srgbClr val="526773"/>
                </a:solidFill>
                <a:latin typeface="Arial"/>
                <a:ea typeface="Arial"/>
                <a:cs typeface="Arial"/>
              </a:defRPr>
            </a:lvl1pPr>
            <a:lvl2pPr algn="l">
              <a:buNone/>
              <a:defRPr sz="1875" b="0">
                <a:solidFill>
                  <a:srgbClr val="526773"/>
                </a:solidFill>
                <a:latin typeface="Arial"/>
                <a:ea typeface="Arial"/>
                <a:cs typeface="Arial"/>
              </a:defRPr>
            </a:lvl2pPr>
            <a:lvl3pPr algn="l">
              <a:buNone/>
              <a:defRPr sz="1875" b="0">
                <a:solidFill>
                  <a:srgbClr val="526773"/>
                </a:solidFill>
                <a:latin typeface="Arial"/>
                <a:ea typeface="Arial"/>
                <a:cs typeface="Arial"/>
              </a:defRPr>
            </a:lvl3pPr>
            <a:lvl4pPr algn="l">
              <a:buNone/>
              <a:defRPr sz="1875" b="0">
                <a:solidFill>
                  <a:srgbClr val="526773"/>
                </a:solidFill>
                <a:latin typeface="Arial"/>
                <a:ea typeface="Arial"/>
                <a:cs typeface="Arial"/>
              </a:defRPr>
            </a:lvl4pPr>
            <a:lvl5pPr algn="l">
              <a:buNone/>
              <a:defRPr sz="1875" b="0">
                <a:solidFill>
                  <a:srgbClr val="526773"/>
                </a:solidFill>
                <a:latin typeface="Arial"/>
                <a:ea typeface="Arial"/>
                <a:cs typeface="Arial"/>
              </a:defRPr>
            </a:lvl5pPr>
            <a:lvl6pPr algn="l">
              <a:buNone/>
              <a:defRPr sz="1875" b="0">
                <a:solidFill>
                  <a:srgbClr val="526773"/>
                </a:solidFill>
                <a:latin typeface="Arial"/>
                <a:ea typeface="Arial"/>
                <a:cs typeface="Arial"/>
              </a:defRPr>
            </a:lvl6pPr>
            <a:lvl7pPr algn="l">
              <a:buNone/>
              <a:defRPr sz="1875" b="0">
                <a:solidFill>
                  <a:srgbClr val="526773"/>
                </a:solidFill>
                <a:latin typeface="Arial"/>
                <a:ea typeface="Arial"/>
                <a:cs typeface="Arial"/>
              </a:defRPr>
            </a:lvl7pPr>
            <a:lvl8pPr algn="l">
              <a:buNone/>
              <a:defRPr sz="1875" b="0">
                <a:solidFill>
                  <a:srgbClr val="526773"/>
                </a:solidFill>
                <a:latin typeface="Arial"/>
                <a:ea typeface="Arial"/>
                <a:cs typeface="Arial"/>
              </a:defRPr>
            </a:lvl8pPr>
            <a:lvl9pPr algn="l">
              <a:buNone/>
              <a:defRPr sz="1875" b="0">
                <a:solidFill>
                  <a:srgbClr val="526773"/>
                </a:solidFill>
                <a:latin typeface="Arial"/>
                <a:ea typeface="Arial"/>
                <a:cs typeface="Arial"/>
              </a:defRPr>
            </a:lvl9pPr>
          </a:lstStyle>
          <a:p xmlns:a="http://schemas.openxmlformats.org/drawingml/2006/main">
            <a:pPr algn="l">
              <a:buNone/>
              <a:defRPr sz="1800" b="0">
                <a:solidFill>
                  <a:srgbClr val="526773"/>
                </a:solidFill>
                <a:latin typeface="Arial"/>
                <a:ea typeface="Arial"/>
                <a:cs typeface="Arial"/>
              </a:defRPr>
            </a:pPr>
            <a:r>
              <a:rPr sz="1800" b="0">
                <a:solidFill>
                  <a:srgbClr val="526773"/>
                </a:solidFill>
                <a:latin typeface="Arial"/>
                <a:ea typeface="Arial"/>
                <a:cs typeface="Arial"/>
              </a:rPr>
              <a:t>Nghe lại từng bước; chọn lại mốc</a:t>
            </a:r>
          </a:p>
          <a:p xmlns:a="http://schemas.openxmlformats.org/drawingml/2006/main">
            <a:pPr algn="l">
              <a:buNone/>
              <a:defRPr sz="1800" b="0">
                <a:solidFill>
                  <a:srgbClr val="526773"/>
                </a:solidFill>
                <a:latin typeface="Arial"/>
                <a:ea typeface="Arial"/>
                <a:cs typeface="Arial"/>
              </a:defRPr>
            </a:pPr>
            <a:r>
              <a:rPr sz="1800" b="0">
                <a:solidFill>
                  <a:srgbClr val="526773"/>
                </a:solidFill>
                <a:latin typeface="Arial"/>
                <a:ea typeface="Arial"/>
                <a:cs typeface="Arial"/>
              </a:rPr>
              <a:t>khi đi nhầm. Có hướng dẫn giấy.</a:t>
            </a:r>
          </a:p>
        </p:txBody>
      </p:sp>
      <p:sp>
        <p:nvSpPr>
          <p:cNvPr id="10" name="diagram-127">
            <a:extLst xmlns:a="http://schemas.openxmlformats.org/drawingml/2006/main">
              <a:ext uri="{FF2B5EF4-FFF2-40B4-BE49-F238E27FC236}">
                <a16:creationId xmlns:a16="http://schemas.microsoft.com/office/drawing/2014/main" id="{72C52824-B3BD-4ED0-B757-5EB30396B0F7}"/>
              </a:ext>
            </a:extLst>
          </p:cNvPr>
          <p:cNvSpPr>
            <a:spLocks xmlns:a="http://schemas.openxmlformats.org/drawingml/2006/main" noGrp="1"/>
          </p:cNvSpPr>
          <p:nvPr/>
        </p:nvSpPr>
        <p:spPr>
          <a:xfrm xmlns:a="http://schemas.openxmlformats.org/drawingml/2006/main">
            <a:off x="571500" y="6324600"/>
            <a:ext cx="990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125" b="0">
                <a:solidFill>
                  <a:srgbClr val="526773"/>
                </a:solidFill>
                <a:latin typeface="Arial"/>
                <a:ea typeface="Arial"/>
                <a:cs typeface="Arial"/>
              </a:defRPr>
            </a:defPPr>
            <a:lvl1pPr algn="l">
              <a:buNone/>
              <a:defRPr sz="1125" b="0">
                <a:solidFill>
                  <a:srgbClr val="526773"/>
                </a:solidFill>
                <a:latin typeface="Arial"/>
                <a:ea typeface="Arial"/>
                <a:cs typeface="Arial"/>
              </a:defRPr>
            </a:lvl1pPr>
            <a:lvl2pPr algn="l">
              <a:buNone/>
              <a:defRPr sz="1125" b="0">
                <a:solidFill>
                  <a:srgbClr val="526773"/>
                </a:solidFill>
                <a:latin typeface="Arial"/>
                <a:ea typeface="Arial"/>
                <a:cs typeface="Arial"/>
              </a:defRPr>
            </a:lvl2pPr>
            <a:lvl3pPr algn="l">
              <a:buNone/>
              <a:defRPr sz="1125" b="0">
                <a:solidFill>
                  <a:srgbClr val="526773"/>
                </a:solidFill>
                <a:latin typeface="Arial"/>
                <a:ea typeface="Arial"/>
                <a:cs typeface="Arial"/>
              </a:defRPr>
            </a:lvl3pPr>
            <a:lvl4pPr algn="l">
              <a:buNone/>
              <a:defRPr sz="1125" b="0">
                <a:solidFill>
                  <a:srgbClr val="526773"/>
                </a:solidFill>
                <a:latin typeface="Arial"/>
                <a:ea typeface="Arial"/>
                <a:cs typeface="Arial"/>
              </a:defRPr>
            </a:lvl4pPr>
            <a:lvl5pPr algn="l">
              <a:buNone/>
              <a:defRPr sz="1125" b="0">
                <a:solidFill>
                  <a:srgbClr val="526773"/>
                </a:solidFill>
                <a:latin typeface="Arial"/>
                <a:ea typeface="Arial"/>
                <a:cs typeface="Arial"/>
              </a:defRPr>
            </a:lvl5pPr>
            <a:lvl6pPr algn="l">
              <a:buNone/>
              <a:defRPr sz="1125" b="0">
                <a:solidFill>
                  <a:srgbClr val="526773"/>
                </a:solidFill>
                <a:latin typeface="Arial"/>
                <a:ea typeface="Arial"/>
                <a:cs typeface="Arial"/>
              </a:defRPr>
            </a:lvl6pPr>
            <a:lvl7pPr algn="l">
              <a:buNone/>
              <a:defRPr sz="1125" b="0">
                <a:solidFill>
                  <a:srgbClr val="526773"/>
                </a:solidFill>
                <a:latin typeface="Arial"/>
                <a:ea typeface="Arial"/>
                <a:cs typeface="Arial"/>
              </a:defRPr>
            </a:lvl7pPr>
            <a:lvl8pPr algn="l">
              <a:buNone/>
              <a:defRPr sz="1125" b="0">
                <a:solidFill>
                  <a:srgbClr val="526773"/>
                </a:solidFill>
                <a:latin typeface="Arial"/>
                <a:ea typeface="Arial"/>
                <a:cs typeface="Arial"/>
              </a:defRPr>
            </a:lvl8pPr>
            <a:lvl9pPr algn="l">
              <a:buNone/>
              <a:defRPr sz="1125" b="0">
                <a:solidFill>
                  <a:srgbClr val="526773"/>
                </a:solidFill>
                <a:latin typeface="Arial"/>
                <a:ea typeface="Arial"/>
                <a:cs typeface="Arial"/>
              </a:defRPr>
            </a:lvl9pPr>
          </a:lstStyle>
          <a:p xmlns:a="http://schemas.openxmlformats.org/drawingml/2006/main">
            <a:pPr algn="l">
              <a:buNone/>
              <a:defRPr sz="1125" b="0">
                <a:solidFill>
                  <a:srgbClr val="526773"/>
                </a:solidFill>
                <a:latin typeface="Arial"/>
                <a:ea typeface="Arial"/>
                <a:cs typeface="Arial"/>
              </a:defRPr>
            </a:pPr>
            <a:r>
              <a:rPr sz="1125" b="0">
                <a:solidFill>
                  <a:srgbClr val="526773"/>
                </a:solidFill>
                <a:latin typeface="Arial"/>
                <a:ea typeface="Arial"/>
                <a:cs typeface="Arial"/>
              </a:rPr>
              <a:t>Giọng đọc dùng trình duyệt; sơ đồ và vị trí là mô phỏng.</a:t>
            </a:r>
          </a:p>
        </p:txBody>
      </p:sp>
      <p:sp>
        <p:nvSpPr>
          <p:cNvPr id="11" name="diagram-128">
            <a:extLst xmlns:a="http://schemas.openxmlformats.org/drawingml/2006/main">
              <a:ext uri="{FF2B5EF4-FFF2-40B4-BE49-F238E27FC236}">
                <a16:creationId xmlns:a16="http://schemas.microsoft.com/office/drawing/2014/main" id="{F21CF222-1090-4F26-B226-7C5DCF78C452}"/>
              </a:ext>
            </a:extLst>
          </p:cNvPr>
          <p:cNvSpPr>
            <a:spLocks xmlns:a="http://schemas.openxmlformats.org/drawingml/2006/main" noGrp="1"/>
          </p:cNvSpPr>
          <p:nvPr/>
        </p:nvSpPr>
        <p:spPr>
          <a:xfrm xmlns:a="http://schemas.openxmlformats.org/drawingml/2006/main">
            <a:off x="11334750" y="6324600"/>
            <a:ext cx="381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1275" b="1">
                <a:solidFill>
                  <a:srgbClr val="246BCE"/>
                </a:solidFill>
                <a:latin typeface="Arial"/>
                <a:ea typeface="Arial"/>
                <a:cs typeface="Arial"/>
              </a:defRPr>
            </a:defPPr>
            <a:lvl1pPr algn="r">
              <a:buNone/>
              <a:defRPr sz="1275" b="1">
                <a:solidFill>
                  <a:srgbClr val="246BCE"/>
                </a:solidFill>
                <a:latin typeface="Arial"/>
                <a:ea typeface="Arial"/>
                <a:cs typeface="Arial"/>
              </a:defRPr>
            </a:lvl1pPr>
            <a:lvl2pPr algn="r">
              <a:buNone/>
              <a:defRPr sz="1275" b="1">
                <a:solidFill>
                  <a:srgbClr val="246BCE"/>
                </a:solidFill>
                <a:latin typeface="Arial"/>
                <a:ea typeface="Arial"/>
                <a:cs typeface="Arial"/>
              </a:defRPr>
            </a:lvl2pPr>
            <a:lvl3pPr algn="r">
              <a:buNone/>
              <a:defRPr sz="1275" b="1">
                <a:solidFill>
                  <a:srgbClr val="246BCE"/>
                </a:solidFill>
                <a:latin typeface="Arial"/>
                <a:ea typeface="Arial"/>
                <a:cs typeface="Arial"/>
              </a:defRPr>
            </a:lvl3pPr>
            <a:lvl4pPr algn="r">
              <a:buNone/>
              <a:defRPr sz="1275" b="1">
                <a:solidFill>
                  <a:srgbClr val="246BCE"/>
                </a:solidFill>
                <a:latin typeface="Arial"/>
                <a:ea typeface="Arial"/>
                <a:cs typeface="Arial"/>
              </a:defRPr>
            </a:lvl4pPr>
            <a:lvl5pPr algn="r">
              <a:buNone/>
              <a:defRPr sz="1275" b="1">
                <a:solidFill>
                  <a:srgbClr val="246BCE"/>
                </a:solidFill>
                <a:latin typeface="Arial"/>
                <a:ea typeface="Arial"/>
                <a:cs typeface="Arial"/>
              </a:defRPr>
            </a:lvl5pPr>
            <a:lvl6pPr algn="r">
              <a:buNone/>
              <a:defRPr sz="1275" b="1">
                <a:solidFill>
                  <a:srgbClr val="246BCE"/>
                </a:solidFill>
                <a:latin typeface="Arial"/>
                <a:ea typeface="Arial"/>
                <a:cs typeface="Arial"/>
              </a:defRPr>
            </a:lvl6pPr>
            <a:lvl7pPr algn="r">
              <a:buNone/>
              <a:defRPr sz="1275" b="1">
                <a:solidFill>
                  <a:srgbClr val="246BCE"/>
                </a:solidFill>
                <a:latin typeface="Arial"/>
                <a:ea typeface="Arial"/>
                <a:cs typeface="Arial"/>
              </a:defRPr>
            </a:lvl7pPr>
            <a:lvl8pPr algn="r">
              <a:buNone/>
              <a:defRPr sz="1275" b="1">
                <a:solidFill>
                  <a:srgbClr val="246BCE"/>
                </a:solidFill>
                <a:latin typeface="Arial"/>
                <a:ea typeface="Arial"/>
                <a:cs typeface="Arial"/>
              </a:defRPr>
            </a:lvl8pPr>
            <a:lvl9pPr algn="r">
              <a:buNone/>
              <a:defRPr sz="1275" b="1">
                <a:solidFill>
                  <a:srgbClr val="246BCE"/>
                </a:solidFill>
                <a:latin typeface="Arial"/>
                <a:ea typeface="Arial"/>
                <a:cs typeface="Arial"/>
              </a:defRPr>
            </a:lvl9pPr>
          </a:lstStyle>
          <a:p xmlns:a="http://schemas.openxmlformats.org/drawingml/2006/main">
            <a:pPr algn="r">
              <a:buNone/>
              <a:defRPr sz="1275" b="1">
                <a:solidFill>
                  <a:srgbClr val="246BCE"/>
                </a:solidFill>
                <a:latin typeface="Arial"/>
                <a:ea typeface="Arial"/>
                <a:cs typeface="Arial"/>
              </a:defRPr>
            </a:pPr>
            <a:r>
              <a:rPr sz="1275" b="1">
                <a:solidFill>
                  <a:srgbClr val="246BCE"/>
                </a:solidFill>
                <a:latin typeface="Arial"/>
                <a:ea typeface="Arial"/>
                <a:cs typeface="Arial"/>
              </a:rPr>
              <a:t>08</a:t>
            </a:r>
          </a:p>
        </p:txBody>
      </p:sp>
    </p:spTree>
    <p:extLst>
      <p:ext uri="{BB962C8B-B14F-4D97-AF65-F5344CB8AC3E}">
        <p14:creationId xmlns:p14="http://schemas.microsoft.com/office/powerpoint/2010/main" val="381887026"/>
      </p:ext>
    </p:extLst>
  </p:cSld>
</p:sld>
</file>

<file path=ppt/slides/slide9.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26" name="diagram-129">
            <a:extLst xmlns:a="http://schemas.openxmlformats.org/drawingml/2006/main">
              <a:ext uri="{FF2B5EF4-FFF2-40B4-BE49-F238E27FC236}">
                <a16:creationId xmlns:a16="http://schemas.microsoft.com/office/drawing/2014/main" id="{0C03FAB8-AC79-44E3-8079-95824621805C}"/>
              </a:ext>
            </a:extLst>
          </p:cNvPr>
          <p:cNvSpPr>
            <a:spLocks xmlns:a="http://schemas.openxmlformats.org/drawingml/2006/main" noGrp="1"/>
          </p:cNvSpPr>
          <p:nvPr/>
        </p:nvSpPr>
        <p:spPr>
          <a:xfrm xmlns:a="http://schemas.openxmlformats.org/drawingml/2006/main">
            <a:off x="571500" y="4000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150" b="1">
                <a:solidFill>
                  <a:srgbClr val="102A43"/>
                </a:solidFill>
                <a:latin typeface="Arial"/>
                <a:ea typeface="Arial"/>
                <a:cs typeface="Arial"/>
              </a:defRPr>
            </a:defPPr>
            <a:lvl1pPr algn="l">
              <a:buNone/>
              <a:defRPr sz="3150" b="1">
                <a:solidFill>
                  <a:srgbClr val="102A43"/>
                </a:solidFill>
                <a:latin typeface="Arial"/>
                <a:ea typeface="Arial"/>
                <a:cs typeface="Arial"/>
              </a:defRPr>
            </a:lvl1pPr>
            <a:lvl2pPr algn="l">
              <a:buNone/>
              <a:defRPr sz="3150" b="1">
                <a:solidFill>
                  <a:srgbClr val="102A43"/>
                </a:solidFill>
                <a:latin typeface="Arial"/>
                <a:ea typeface="Arial"/>
                <a:cs typeface="Arial"/>
              </a:defRPr>
            </a:lvl2pPr>
            <a:lvl3pPr algn="l">
              <a:buNone/>
              <a:defRPr sz="3150" b="1">
                <a:solidFill>
                  <a:srgbClr val="102A43"/>
                </a:solidFill>
                <a:latin typeface="Arial"/>
                <a:ea typeface="Arial"/>
                <a:cs typeface="Arial"/>
              </a:defRPr>
            </a:lvl3pPr>
            <a:lvl4pPr algn="l">
              <a:buNone/>
              <a:defRPr sz="3150" b="1">
                <a:solidFill>
                  <a:srgbClr val="102A43"/>
                </a:solidFill>
                <a:latin typeface="Arial"/>
                <a:ea typeface="Arial"/>
                <a:cs typeface="Arial"/>
              </a:defRPr>
            </a:lvl4pPr>
            <a:lvl5pPr algn="l">
              <a:buNone/>
              <a:defRPr sz="3150" b="1">
                <a:solidFill>
                  <a:srgbClr val="102A43"/>
                </a:solidFill>
                <a:latin typeface="Arial"/>
                <a:ea typeface="Arial"/>
                <a:cs typeface="Arial"/>
              </a:defRPr>
            </a:lvl5pPr>
            <a:lvl6pPr algn="l">
              <a:buNone/>
              <a:defRPr sz="3150" b="1">
                <a:solidFill>
                  <a:srgbClr val="102A43"/>
                </a:solidFill>
                <a:latin typeface="Arial"/>
                <a:ea typeface="Arial"/>
                <a:cs typeface="Arial"/>
              </a:defRPr>
            </a:lvl6pPr>
            <a:lvl7pPr algn="l">
              <a:buNone/>
              <a:defRPr sz="3150" b="1">
                <a:solidFill>
                  <a:srgbClr val="102A43"/>
                </a:solidFill>
                <a:latin typeface="Arial"/>
                <a:ea typeface="Arial"/>
                <a:cs typeface="Arial"/>
              </a:defRPr>
            </a:lvl7pPr>
            <a:lvl8pPr algn="l">
              <a:buNone/>
              <a:defRPr sz="3150" b="1">
                <a:solidFill>
                  <a:srgbClr val="102A43"/>
                </a:solidFill>
                <a:latin typeface="Arial"/>
                <a:ea typeface="Arial"/>
                <a:cs typeface="Arial"/>
              </a:defRPr>
            </a:lvl8pPr>
            <a:lvl9pPr algn="l">
              <a:buNone/>
              <a:defRPr sz="3150" b="1">
                <a:solidFill>
                  <a:srgbClr val="102A43"/>
                </a:solidFill>
                <a:latin typeface="Arial"/>
                <a:ea typeface="Arial"/>
                <a:cs typeface="Arial"/>
              </a:defRPr>
            </a:lvl9pPr>
          </a:lstStyle>
          <a:p xmlns:a="http://schemas.openxmlformats.org/drawingml/2006/main">
            <a:pPr algn="l">
              <a:buNone/>
              <a:defRPr sz="3150" b="1">
                <a:solidFill>
                  <a:srgbClr val="102A43"/>
                </a:solidFill>
                <a:latin typeface="Arial"/>
                <a:ea typeface="Arial"/>
                <a:cs typeface="Arial"/>
              </a:defRPr>
            </a:pPr>
            <a:r>
              <a:rPr sz="3150" b="1">
                <a:solidFill>
                  <a:srgbClr val="102A43"/>
                </a:solidFill>
                <a:latin typeface="Arial"/>
                <a:ea typeface="Arial"/>
                <a:cs typeface="Arial"/>
              </a:rPr>
              <a:t>Rủi ro về an toàn và đạo đức</a:t>
            </a:r>
          </a:p>
        </p:txBody>
      </p:sp>
      <p:sp>
        <p:nvSpPr>
          <p:cNvPr id="2" name="diagram-130">
            <a:extLst xmlns:a="http://schemas.openxmlformats.org/drawingml/2006/main">
              <a:ext uri="{FF2B5EF4-FFF2-40B4-BE49-F238E27FC236}">
                <a16:creationId xmlns:a16="http://schemas.microsoft.com/office/drawing/2014/main" id="{178A8FF0-AEE0-4682-A254-375BE6E4A74F}"/>
              </a:ext>
            </a:extLst>
          </p:cNvPr>
          <p:cNvSpPr>
            <a:spLocks xmlns:a="http://schemas.openxmlformats.org/drawingml/2006/main" noGrp="1"/>
          </p:cNvSpPr>
          <p:nvPr/>
        </p:nvSpPr>
        <p:spPr>
          <a:xfrm xmlns:a="http://schemas.openxmlformats.org/drawingml/2006/main">
            <a:off x="571500" y="1143000"/>
            <a:ext cx="11049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725" b="0">
                <a:solidFill>
                  <a:srgbClr val="526773"/>
                </a:solidFill>
                <a:latin typeface="Arial"/>
                <a:ea typeface="Arial"/>
                <a:cs typeface="Arial"/>
              </a:defRPr>
            </a:defPPr>
            <a:lvl1pPr algn="l">
              <a:buNone/>
              <a:defRPr sz="1725" b="0">
                <a:solidFill>
                  <a:srgbClr val="526773"/>
                </a:solidFill>
                <a:latin typeface="Arial"/>
                <a:ea typeface="Arial"/>
                <a:cs typeface="Arial"/>
              </a:defRPr>
            </a:lvl1pPr>
            <a:lvl2pPr algn="l">
              <a:buNone/>
              <a:defRPr sz="1725" b="0">
                <a:solidFill>
                  <a:srgbClr val="526773"/>
                </a:solidFill>
                <a:latin typeface="Arial"/>
                <a:ea typeface="Arial"/>
                <a:cs typeface="Arial"/>
              </a:defRPr>
            </a:lvl2pPr>
            <a:lvl3pPr algn="l">
              <a:buNone/>
              <a:defRPr sz="1725" b="0">
                <a:solidFill>
                  <a:srgbClr val="526773"/>
                </a:solidFill>
                <a:latin typeface="Arial"/>
                <a:ea typeface="Arial"/>
                <a:cs typeface="Arial"/>
              </a:defRPr>
            </a:lvl3pPr>
            <a:lvl4pPr algn="l">
              <a:buNone/>
              <a:defRPr sz="1725" b="0">
                <a:solidFill>
                  <a:srgbClr val="526773"/>
                </a:solidFill>
                <a:latin typeface="Arial"/>
                <a:ea typeface="Arial"/>
                <a:cs typeface="Arial"/>
              </a:defRPr>
            </a:lvl4pPr>
            <a:lvl5pPr algn="l">
              <a:buNone/>
              <a:defRPr sz="1725" b="0">
                <a:solidFill>
                  <a:srgbClr val="526773"/>
                </a:solidFill>
                <a:latin typeface="Arial"/>
                <a:ea typeface="Arial"/>
                <a:cs typeface="Arial"/>
              </a:defRPr>
            </a:lvl5pPr>
            <a:lvl6pPr algn="l">
              <a:buNone/>
              <a:defRPr sz="1725" b="0">
                <a:solidFill>
                  <a:srgbClr val="526773"/>
                </a:solidFill>
                <a:latin typeface="Arial"/>
                <a:ea typeface="Arial"/>
                <a:cs typeface="Arial"/>
              </a:defRPr>
            </a:lvl6pPr>
            <a:lvl7pPr algn="l">
              <a:buNone/>
              <a:defRPr sz="1725" b="0">
                <a:solidFill>
                  <a:srgbClr val="526773"/>
                </a:solidFill>
                <a:latin typeface="Arial"/>
                <a:ea typeface="Arial"/>
                <a:cs typeface="Arial"/>
              </a:defRPr>
            </a:lvl7pPr>
            <a:lvl8pPr algn="l">
              <a:buNone/>
              <a:defRPr sz="1725" b="0">
                <a:solidFill>
                  <a:srgbClr val="526773"/>
                </a:solidFill>
                <a:latin typeface="Arial"/>
                <a:ea typeface="Arial"/>
                <a:cs typeface="Arial"/>
              </a:defRPr>
            </a:lvl8pPr>
            <a:lvl9pPr algn="l">
              <a:buNone/>
              <a:defRPr sz="1725" b="0">
                <a:solidFill>
                  <a:srgbClr val="526773"/>
                </a:solidFill>
                <a:latin typeface="Arial"/>
                <a:ea typeface="Arial"/>
                <a:cs typeface="Arial"/>
              </a:defRPr>
            </a:lvl9pPr>
          </a:lstStyle>
          <a:p xmlns:a="http://schemas.openxmlformats.org/drawingml/2006/main">
            <a:pPr algn="l">
              <a:buNone/>
              <a:defRPr sz="1725" b="0">
                <a:solidFill>
                  <a:srgbClr val="526773"/>
                </a:solidFill>
                <a:latin typeface="Arial"/>
                <a:ea typeface="Arial"/>
                <a:cs typeface="Arial"/>
              </a:defRPr>
            </a:pPr>
            <a:r>
              <a:rPr sz="1725" b="0">
                <a:solidFill>
                  <a:srgbClr val="526773"/>
                </a:solidFill>
                <a:latin typeface="Arial"/>
                <a:ea typeface="Arial"/>
                <a:cs typeface="Arial"/>
              </a:rPr>
              <a:t>Cách giảm thiểu trong prototype</a:t>
            </a:r>
          </a:p>
        </p:txBody>
      </p:sp>
      <p:sp>
        <p:nvSpPr>
          <p:cNvPr id="3" name="diagram-131">
            <a:extLst xmlns:a="http://schemas.openxmlformats.org/drawingml/2006/main">
              <a:ext uri="{FF2B5EF4-FFF2-40B4-BE49-F238E27FC236}">
                <a16:creationId xmlns:a16="http://schemas.microsoft.com/office/drawing/2014/main" id="{B1B255D0-A46F-417D-8697-2153845400AD}"/>
              </a:ext>
            </a:extLst>
          </p:cNvPr>
          <p:cNvSpPr>
            <a:spLocks xmlns:a="http://schemas.openxmlformats.org/drawingml/2006/main" noGrp="1"/>
          </p:cNvSpPr>
          <p:nvPr/>
        </p:nvSpPr>
        <p:spPr>
          <a:xfrm xmlns:a="http://schemas.openxmlformats.org/drawingml/2006/main">
            <a:off x="1381125" y="1771650"/>
            <a:ext cx="4191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425" b="1">
                <a:solidFill>
                  <a:srgbClr val="D64D53"/>
                </a:solidFill>
                <a:latin typeface="Arial"/>
                <a:ea typeface="Arial"/>
                <a:cs typeface="Arial"/>
              </a:defRPr>
            </a:defPPr>
            <a:lvl1pPr algn="l">
              <a:buNone/>
              <a:defRPr sz="1425" b="1">
                <a:solidFill>
                  <a:srgbClr val="D64D53"/>
                </a:solidFill>
                <a:latin typeface="Arial"/>
                <a:ea typeface="Arial"/>
                <a:cs typeface="Arial"/>
              </a:defRPr>
            </a:lvl1pPr>
            <a:lvl2pPr algn="l">
              <a:buNone/>
              <a:defRPr sz="1425" b="1">
                <a:solidFill>
                  <a:srgbClr val="D64D53"/>
                </a:solidFill>
                <a:latin typeface="Arial"/>
                <a:ea typeface="Arial"/>
                <a:cs typeface="Arial"/>
              </a:defRPr>
            </a:lvl2pPr>
            <a:lvl3pPr algn="l">
              <a:buNone/>
              <a:defRPr sz="1425" b="1">
                <a:solidFill>
                  <a:srgbClr val="D64D53"/>
                </a:solidFill>
                <a:latin typeface="Arial"/>
                <a:ea typeface="Arial"/>
                <a:cs typeface="Arial"/>
              </a:defRPr>
            </a:lvl3pPr>
            <a:lvl4pPr algn="l">
              <a:buNone/>
              <a:defRPr sz="1425" b="1">
                <a:solidFill>
                  <a:srgbClr val="D64D53"/>
                </a:solidFill>
                <a:latin typeface="Arial"/>
                <a:ea typeface="Arial"/>
                <a:cs typeface="Arial"/>
              </a:defRPr>
            </a:lvl4pPr>
            <a:lvl5pPr algn="l">
              <a:buNone/>
              <a:defRPr sz="1425" b="1">
                <a:solidFill>
                  <a:srgbClr val="D64D53"/>
                </a:solidFill>
                <a:latin typeface="Arial"/>
                <a:ea typeface="Arial"/>
                <a:cs typeface="Arial"/>
              </a:defRPr>
            </a:lvl5pPr>
            <a:lvl6pPr algn="l">
              <a:buNone/>
              <a:defRPr sz="1425" b="1">
                <a:solidFill>
                  <a:srgbClr val="D64D53"/>
                </a:solidFill>
                <a:latin typeface="Arial"/>
                <a:ea typeface="Arial"/>
                <a:cs typeface="Arial"/>
              </a:defRPr>
            </a:lvl6pPr>
            <a:lvl7pPr algn="l">
              <a:buNone/>
              <a:defRPr sz="1425" b="1">
                <a:solidFill>
                  <a:srgbClr val="D64D53"/>
                </a:solidFill>
                <a:latin typeface="Arial"/>
                <a:ea typeface="Arial"/>
                <a:cs typeface="Arial"/>
              </a:defRPr>
            </a:lvl7pPr>
            <a:lvl8pPr algn="l">
              <a:buNone/>
              <a:defRPr sz="1425" b="1">
                <a:solidFill>
                  <a:srgbClr val="D64D53"/>
                </a:solidFill>
                <a:latin typeface="Arial"/>
                <a:ea typeface="Arial"/>
                <a:cs typeface="Arial"/>
              </a:defRPr>
            </a:lvl8pPr>
            <a:lvl9pPr algn="l">
              <a:buNone/>
              <a:defRPr sz="1425" b="1">
                <a:solidFill>
                  <a:srgbClr val="D64D53"/>
                </a:solidFill>
                <a:latin typeface="Arial"/>
                <a:ea typeface="Arial"/>
                <a:cs typeface="Arial"/>
              </a:defRPr>
            </a:lvl9pPr>
          </a:lstStyle>
          <a:p xmlns:a="http://schemas.openxmlformats.org/drawingml/2006/main">
            <a:pPr algn="l">
              <a:buNone/>
              <a:defRPr sz="1425" b="1">
                <a:solidFill>
                  <a:srgbClr val="D64D53"/>
                </a:solidFill>
                <a:latin typeface="Arial"/>
                <a:ea typeface="Arial"/>
                <a:cs typeface="Arial"/>
              </a:defRPr>
            </a:pPr>
            <a:r>
              <a:rPr sz="1425" b="1">
                <a:solidFill>
                  <a:srgbClr val="D64D53"/>
                </a:solidFill>
                <a:latin typeface="Arial"/>
                <a:ea typeface="Arial"/>
                <a:cs typeface="Arial"/>
              </a:rPr>
              <a:t>RỦI RO</a:t>
            </a:r>
          </a:p>
        </p:txBody>
      </p:sp>
      <p:sp>
        <p:nvSpPr>
          <p:cNvPr id="4" name="diagram-132">
            <a:extLst xmlns:a="http://schemas.openxmlformats.org/drawingml/2006/main">
              <a:ext uri="{FF2B5EF4-FFF2-40B4-BE49-F238E27FC236}">
                <a16:creationId xmlns:a16="http://schemas.microsoft.com/office/drawing/2014/main" id="{B3987332-564B-4A49-B343-0A4F96941CF0}"/>
              </a:ext>
            </a:extLst>
          </p:cNvPr>
          <p:cNvSpPr>
            <a:spLocks xmlns:a="http://schemas.openxmlformats.org/drawingml/2006/main" noGrp="1"/>
          </p:cNvSpPr>
          <p:nvPr/>
        </p:nvSpPr>
        <p:spPr>
          <a:xfrm xmlns:a="http://schemas.openxmlformats.org/drawingml/2006/main">
            <a:off x="6334125" y="1771650"/>
            <a:ext cx="51435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425" b="1">
                <a:solidFill>
                  <a:srgbClr val="246BCE"/>
                </a:solidFill>
                <a:latin typeface="Arial"/>
                <a:ea typeface="Arial"/>
                <a:cs typeface="Arial"/>
              </a:defRPr>
            </a:defPPr>
            <a:lvl1pPr algn="l">
              <a:buNone/>
              <a:defRPr sz="1425" b="1">
                <a:solidFill>
                  <a:srgbClr val="246BCE"/>
                </a:solidFill>
                <a:latin typeface="Arial"/>
                <a:ea typeface="Arial"/>
                <a:cs typeface="Arial"/>
              </a:defRPr>
            </a:lvl1pPr>
            <a:lvl2pPr algn="l">
              <a:buNone/>
              <a:defRPr sz="1425" b="1">
                <a:solidFill>
                  <a:srgbClr val="246BCE"/>
                </a:solidFill>
                <a:latin typeface="Arial"/>
                <a:ea typeface="Arial"/>
                <a:cs typeface="Arial"/>
              </a:defRPr>
            </a:lvl2pPr>
            <a:lvl3pPr algn="l">
              <a:buNone/>
              <a:defRPr sz="1425" b="1">
                <a:solidFill>
                  <a:srgbClr val="246BCE"/>
                </a:solidFill>
                <a:latin typeface="Arial"/>
                <a:ea typeface="Arial"/>
                <a:cs typeface="Arial"/>
              </a:defRPr>
            </a:lvl3pPr>
            <a:lvl4pPr algn="l">
              <a:buNone/>
              <a:defRPr sz="1425" b="1">
                <a:solidFill>
                  <a:srgbClr val="246BCE"/>
                </a:solidFill>
                <a:latin typeface="Arial"/>
                <a:ea typeface="Arial"/>
                <a:cs typeface="Arial"/>
              </a:defRPr>
            </a:lvl4pPr>
            <a:lvl5pPr algn="l">
              <a:buNone/>
              <a:defRPr sz="1425" b="1">
                <a:solidFill>
                  <a:srgbClr val="246BCE"/>
                </a:solidFill>
                <a:latin typeface="Arial"/>
                <a:ea typeface="Arial"/>
                <a:cs typeface="Arial"/>
              </a:defRPr>
            </a:lvl5pPr>
            <a:lvl6pPr algn="l">
              <a:buNone/>
              <a:defRPr sz="1425" b="1">
                <a:solidFill>
                  <a:srgbClr val="246BCE"/>
                </a:solidFill>
                <a:latin typeface="Arial"/>
                <a:ea typeface="Arial"/>
                <a:cs typeface="Arial"/>
              </a:defRPr>
            </a:lvl6pPr>
            <a:lvl7pPr algn="l">
              <a:buNone/>
              <a:defRPr sz="1425" b="1">
                <a:solidFill>
                  <a:srgbClr val="246BCE"/>
                </a:solidFill>
                <a:latin typeface="Arial"/>
                <a:ea typeface="Arial"/>
                <a:cs typeface="Arial"/>
              </a:defRPr>
            </a:lvl7pPr>
            <a:lvl8pPr algn="l">
              <a:buNone/>
              <a:defRPr sz="1425" b="1">
                <a:solidFill>
                  <a:srgbClr val="246BCE"/>
                </a:solidFill>
                <a:latin typeface="Arial"/>
                <a:ea typeface="Arial"/>
                <a:cs typeface="Arial"/>
              </a:defRPr>
            </a:lvl8pPr>
            <a:lvl9pPr algn="l">
              <a:buNone/>
              <a:defRPr sz="1425" b="1">
                <a:solidFill>
                  <a:srgbClr val="246BCE"/>
                </a:solidFill>
                <a:latin typeface="Arial"/>
                <a:ea typeface="Arial"/>
                <a:cs typeface="Arial"/>
              </a:defRPr>
            </a:lvl9pPr>
          </a:lstStyle>
          <a:p xmlns:a="http://schemas.openxmlformats.org/drawingml/2006/main">
            <a:pPr algn="l">
              <a:buNone/>
              <a:defRPr sz="1425" b="1">
                <a:solidFill>
                  <a:srgbClr val="246BCE"/>
                </a:solidFill>
                <a:latin typeface="Arial"/>
                <a:ea typeface="Arial"/>
                <a:cs typeface="Arial"/>
              </a:defRPr>
            </a:pPr>
            <a:r>
              <a:rPr sz="1425" b="1">
                <a:solidFill>
                  <a:srgbClr val="246BCE"/>
                </a:solidFill>
                <a:latin typeface="Arial"/>
                <a:ea typeface="Arial"/>
                <a:cs typeface="Arial"/>
              </a:rPr>
              <a:t>CÁCH GIẢM THIỂU</a:t>
            </a:r>
          </a:p>
        </p:txBody>
      </p:sp>
      <p:pic>
        <p:nvPicPr>
          <p:cNvPr id="5" name="">
            <a:extLst xmlns:a="http://schemas.openxmlformats.org/drawingml/2006/main">
              <a:ext uri="{FF2B5EF4-FFF2-40B4-BE49-F238E27FC236}">
                <a16:creationId xmlns:a16="http://schemas.microsoft.com/office/drawing/2014/main" id="{540572F3-C12F-4082-AF4D-3389832E6CE4}"/>
              </a:ext>
            </a:extLst>
          </p:cNvPr>
          <p:cNvPicPr>
            <a:picLocks xmlns:a="http://schemas.openxmlformats.org/drawingml/2006/main" noChangeAspect="1"/>
          </p:cNvPicPr>
          <p:nvPr/>
        </p:nvPicPr>
        <p:blipFill>
          <a:blip xmlns:r="http://schemas.openxmlformats.org/officeDocument/2006/relationships" xmlns:a="http://schemas.openxmlformats.org/drawingml/2006/main" r:embed="Rd5490770aadc44b4">
            <a:extLst>
              <a:ext uri="{96DAC541-7B7A-43D3-8B79-37D633B846F1}">
                <asvg:svgBlip xmlns:asvg="http://schemas.microsoft.com/office/drawing/2016/SVG/main" r:embed="R2d2886be9bf24b6c"/>
              </a:ext>
            </a:extLst>
          </a:blip>
          <a:stretch xmlns:a="http://schemas.openxmlformats.org/drawingml/2006/main"/>
        </p:blipFill>
        <p:spPr>
          <a:xfrm xmlns:a="http://schemas.openxmlformats.org/drawingml/2006/main">
            <a:off x="666750" y="2381250"/>
            <a:ext cx="381000" cy="381000"/>
          </a:xfrm>
          <a:prstGeom xmlns:a="http://schemas.openxmlformats.org/drawingml/2006/main" prst="rect">
            <a:avLst/>
          </a:prstGeom>
        </p:spPr>
      </p:pic>
      <p:sp>
        <p:nvSpPr>
          <p:cNvPr id="6" name="diagram-133">
            <a:extLst xmlns:a="http://schemas.openxmlformats.org/drawingml/2006/main">
              <a:ext uri="{FF2B5EF4-FFF2-40B4-BE49-F238E27FC236}">
                <a16:creationId xmlns:a16="http://schemas.microsoft.com/office/drawing/2014/main" id="{B4944C5F-C483-45FB-8F93-895658A08C07}"/>
              </a:ext>
            </a:extLst>
          </p:cNvPr>
          <p:cNvSpPr>
            <a:spLocks xmlns:a="http://schemas.openxmlformats.org/drawingml/2006/main" noGrp="1"/>
          </p:cNvSpPr>
          <p:nvPr/>
        </p:nvSpPr>
        <p:spPr>
          <a:xfrm xmlns:a="http://schemas.openxmlformats.org/drawingml/2006/main">
            <a:off x="1381125" y="2305050"/>
            <a:ext cx="4286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75" b="1">
                <a:solidFill>
                  <a:srgbClr val="102A43"/>
                </a:solidFill>
                <a:latin typeface="Arial"/>
                <a:ea typeface="Arial"/>
                <a:cs typeface="Arial"/>
              </a:defRPr>
            </a:defPPr>
            <a:lvl1pPr algn="l">
              <a:buNone/>
              <a:defRPr sz="1875" b="1">
                <a:solidFill>
                  <a:srgbClr val="102A43"/>
                </a:solidFill>
                <a:latin typeface="Arial"/>
                <a:ea typeface="Arial"/>
                <a:cs typeface="Arial"/>
              </a:defRPr>
            </a:lvl1pPr>
            <a:lvl2pPr algn="l">
              <a:buNone/>
              <a:defRPr sz="1875" b="1">
                <a:solidFill>
                  <a:srgbClr val="102A43"/>
                </a:solidFill>
                <a:latin typeface="Arial"/>
                <a:ea typeface="Arial"/>
                <a:cs typeface="Arial"/>
              </a:defRPr>
            </a:lvl2pPr>
            <a:lvl3pPr algn="l">
              <a:buNone/>
              <a:defRPr sz="1875" b="1">
                <a:solidFill>
                  <a:srgbClr val="102A43"/>
                </a:solidFill>
                <a:latin typeface="Arial"/>
                <a:ea typeface="Arial"/>
                <a:cs typeface="Arial"/>
              </a:defRPr>
            </a:lvl3pPr>
            <a:lvl4pPr algn="l">
              <a:buNone/>
              <a:defRPr sz="1875" b="1">
                <a:solidFill>
                  <a:srgbClr val="102A43"/>
                </a:solidFill>
                <a:latin typeface="Arial"/>
                <a:ea typeface="Arial"/>
                <a:cs typeface="Arial"/>
              </a:defRPr>
            </a:lvl4pPr>
            <a:lvl5pPr algn="l">
              <a:buNone/>
              <a:defRPr sz="1875" b="1">
                <a:solidFill>
                  <a:srgbClr val="102A43"/>
                </a:solidFill>
                <a:latin typeface="Arial"/>
                <a:ea typeface="Arial"/>
                <a:cs typeface="Arial"/>
              </a:defRPr>
            </a:lvl5pPr>
            <a:lvl6pPr algn="l">
              <a:buNone/>
              <a:defRPr sz="1875" b="1">
                <a:solidFill>
                  <a:srgbClr val="102A43"/>
                </a:solidFill>
                <a:latin typeface="Arial"/>
                <a:ea typeface="Arial"/>
                <a:cs typeface="Arial"/>
              </a:defRPr>
            </a:lvl6pPr>
            <a:lvl7pPr algn="l">
              <a:buNone/>
              <a:defRPr sz="1875" b="1">
                <a:solidFill>
                  <a:srgbClr val="102A43"/>
                </a:solidFill>
                <a:latin typeface="Arial"/>
                <a:ea typeface="Arial"/>
                <a:cs typeface="Arial"/>
              </a:defRPr>
            </a:lvl7pPr>
            <a:lvl8pPr algn="l">
              <a:buNone/>
              <a:defRPr sz="1875" b="1">
                <a:solidFill>
                  <a:srgbClr val="102A43"/>
                </a:solidFill>
                <a:latin typeface="Arial"/>
                <a:ea typeface="Arial"/>
                <a:cs typeface="Arial"/>
              </a:defRPr>
            </a:lvl8pPr>
            <a:lvl9pPr algn="l">
              <a:buNone/>
              <a:defRPr sz="1875" b="1">
                <a:solidFill>
                  <a:srgbClr val="102A43"/>
                </a:solidFill>
                <a:latin typeface="Arial"/>
                <a:ea typeface="Arial"/>
                <a:cs typeface="Arial"/>
              </a:defRPr>
            </a:lvl9pPr>
          </a:lstStyle>
          <a:p xmlns:a="http://schemas.openxmlformats.org/drawingml/2006/main">
            <a:pPr algn="l">
              <a:buNone/>
              <a:defRPr sz="1875" b="1">
                <a:solidFill>
                  <a:srgbClr val="102A43"/>
                </a:solidFill>
                <a:latin typeface="Arial"/>
                <a:ea typeface="Arial"/>
                <a:cs typeface="Arial"/>
              </a:defRPr>
            </a:pPr>
            <a:r>
              <a:rPr sz="1875" b="1">
                <a:solidFill>
                  <a:srgbClr val="102A43"/>
                </a:solidFill>
                <a:latin typeface="Arial"/>
                <a:ea typeface="Arial"/>
                <a:cs typeface="Arial"/>
              </a:rPr>
              <a:t>Sai bước hoặc sai phòng</a:t>
            </a:r>
          </a:p>
        </p:txBody>
      </p:sp>
      <p:sp>
        <p:nvSpPr>
          <p:cNvPr id="7" name="diagram-134">
            <a:extLst xmlns:a="http://schemas.openxmlformats.org/drawingml/2006/main">
              <a:ext uri="{FF2B5EF4-FFF2-40B4-BE49-F238E27FC236}">
                <a16:creationId xmlns:a16="http://schemas.microsoft.com/office/drawing/2014/main" id="{56712C50-474D-437E-8344-5CD6270769C8}"/>
              </a:ext>
            </a:extLst>
          </p:cNvPr>
          <p:cNvSpPr>
            <a:spLocks xmlns:a="http://schemas.openxmlformats.org/drawingml/2006/main" noGrp="1"/>
          </p:cNvSpPr>
          <p:nvPr/>
        </p:nvSpPr>
        <p:spPr>
          <a:xfrm xmlns:a="http://schemas.openxmlformats.org/drawingml/2006/main">
            <a:off x="6334125" y="2305050"/>
            <a:ext cx="5143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0">
                <a:solidFill>
                  <a:srgbClr val="526773"/>
                </a:solidFill>
                <a:latin typeface="Arial"/>
                <a:ea typeface="Arial"/>
                <a:cs typeface="Arial"/>
              </a:defRPr>
            </a:defPPr>
            <a:lvl1pPr algn="l">
              <a:buNone/>
              <a:defRPr sz="1800" b="0">
                <a:solidFill>
                  <a:srgbClr val="526773"/>
                </a:solidFill>
                <a:latin typeface="Arial"/>
                <a:ea typeface="Arial"/>
                <a:cs typeface="Arial"/>
              </a:defRPr>
            </a:lvl1pPr>
            <a:lvl2pPr algn="l">
              <a:buNone/>
              <a:defRPr sz="1800" b="0">
                <a:solidFill>
                  <a:srgbClr val="526773"/>
                </a:solidFill>
                <a:latin typeface="Arial"/>
                <a:ea typeface="Arial"/>
                <a:cs typeface="Arial"/>
              </a:defRPr>
            </a:lvl2pPr>
            <a:lvl3pPr algn="l">
              <a:buNone/>
              <a:defRPr sz="1800" b="0">
                <a:solidFill>
                  <a:srgbClr val="526773"/>
                </a:solidFill>
                <a:latin typeface="Arial"/>
                <a:ea typeface="Arial"/>
                <a:cs typeface="Arial"/>
              </a:defRPr>
            </a:lvl3pPr>
            <a:lvl4pPr algn="l">
              <a:buNone/>
              <a:defRPr sz="1800" b="0">
                <a:solidFill>
                  <a:srgbClr val="526773"/>
                </a:solidFill>
                <a:latin typeface="Arial"/>
                <a:ea typeface="Arial"/>
                <a:cs typeface="Arial"/>
              </a:defRPr>
            </a:lvl4pPr>
            <a:lvl5pPr algn="l">
              <a:buNone/>
              <a:defRPr sz="1800" b="0">
                <a:solidFill>
                  <a:srgbClr val="526773"/>
                </a:solidFill>
                <a:latin typeface="Arial"/>
                <a:ea typeface="Arial"/>
                <a:cs typeface="Arial"/>
              </a:defRPr>
            </a:lvl5pPr>
            <a:lvl6pPr algn="l">
              <a:buNone/>
              <a:defRPr sz="1800" b="0">
                <a:solidFill>
                  <a:srgbClr val="526773"/>
                </a:solidFill>
                <a:latin typeface="Arial"/>
                <a:ea typeface="Arial"/>
                <a:cs typeface="Arial"/>
              </a:defRPr>
            </a:lvl6pPr>
            <a:lvl7pPr algn="l">
              <a:buNone/>
              <a:defRPr sz="1800" b="0">
                <a:solidFill>
                  <a:srgbClr val="526773"/>
                </a:solidFill>
                <a:latin typeface="Arial"/>
                <a:ea typeface="Arial"/>
                <a:cs typeface="Arial"/>
              </a:defRPr>
            </a:lvl7pPr>
            <a:lvl8pPr algn="l">
              <a:buNone/>
              <a:defRPr sz="1800" b="0">
                <a:solidFill>
                  <a:srgbClr val="526773"/>
                </a:solidFill>
                <a:latin typeface="Arial"/>
                <a:ea typeface="Arial"/>
                <a:cs typeface="Arial"/>
              </a:defRPr>
            </a:lvl8pPr>
            <a:lvl9pPr algn="l">
              <a:buNone/>
              <a:defRPr sz="1800" b="0">
                <a:solidFill>
                  <a:srgbClr val="526773"/>
                </a:solidFill>
                <a:latin typeface="Arial"/>
                <a:ea typeface="Arial"/>
                <a:cs typeface="Arial"/>
              </a:defRPr>
            </a:lvl9pPr>
          </a:lstStyle>
          <a:p xmlns:a="http://schemas.openxmlformats.org/drawingml/2006/main">
            <a:pPr algn="l">
              <a:buNone/>
              <a:defRPr sz="1800" b="0">
                <a:solidFill>
                  <a:srgbClr val="526773"/>
                </a:solidFill>
                <a:latin typeface="Arial"/>
                <a:ea typeface="Arial"/>
                <a:cs typeface="Arial"/>
              </a:defRPr>
            </a:pPr>
            <a:r>
              <a:rPr sz="1800" b="0">
                <a:solidFill>
                  <a:srgbClr val="526773"/>
                </a:solidFill>
                <a:latin typeface="Arial"/>
                <a:ea typeface="Arial"/>
                <a:cs typeface="Arial"/>
              </a:rPr>
              <a:t>Kiểm tra điều kiện, xác nhận điểm đến với nhân viên.</a:t>
            </a:r>
          </a:p>
        </p:txBody>
      </p:sp>
      <p:sp>
        <p:nvSpPr>
          <p:cNvPr id="8" name="diagram-135">
            <a:extLst xmlns:a="http://schemas.openxmlformats.org/drawingml/2006/main">
              <a:ext uri="{FF2B5EF4-FFF2-40B4-BE49-F238E27FC236}">
                <a16:creationId xmlns:a16="http://schemas.microsoft.com/office/drawing/2014/main" id="{4EEF31E1-4741-466A-895D-9E2D0070075F}"/>
              </a:ext>
            </a:extLst>
          </p:cNvPr>
          <p:cNvSpPr>
            <a:spLocks xmlns:a="http://schemas.openxmlformats.org/drawingml/2006/main" noGrp="1"/>
          </p:cNvSpPr>
          <p:nvPr/>
        </p:nvSpPr>
        <p:spPr>
          <a:xfrm xmlns:a="http://schemas.openxmlformats.org/drawingml/2006/main">
            <a:off x="1381125" y="2952750"/>
            <a:ext cx="10096500" cy="19050"/>
          </a:xfrm>
          <a:prstGeom xmlns:a="http://schemas.openxmlformats.org/drawingml/2006/main" prst="rect">
            <a:avLst/>
          </a:prstGeom>
          <a:solidFill xmlns:a="http://schemas.openxmlformats.org/drawingml/2006/main">
            <a:srgbClr val="E2E8E8"/>
          </a:solidFill>
          <a:ln xmlns:a="http://schemas.openxmlformats.org/drawingml/2006/main" w="0">
            <a:noFill/>
            <a:prstDash val="solid"/>
          </a:ln>
        </p:spPr>
      </p:sp>
      <p:pic>
        <p:nvPicPr>
          <p:cNvPr id="9" name="">
            <a:extLst xmlns:a="http://schemas.openxmlformats.org/drawingml/2006/main">
              <a:ext uri="{FF2B5EF4-FFF2-40B4-BE49-F238E27FC236}">
                <a16:creationId xmlns:a16="http://schemas.microsoft.com/office/drawing/2014/main" id="{5C74F205-B8C3-4541-B28E-213326C3D88F}"/>
              </a:ext>
            </a:extLst>
          </p:cNvPr>
          <p:cNvPicPr>
            <a:picLocks xmlns:a="http://schemas.openxmlformats.org/drawingml/2006/main" noChangeAspect="1"/>
          </p:cNvPicPr>
          <p:nvPr/>
        </p:nvPicPr>
        <p:blipFill>
          <a:blip xmlns:r="http://schemas.openxmlformats.org/officeDocument/2006/relationships" xmlns:a="http://schemas.openxmlformats.org/drawingml/2006/main" r:embed="R98e8fef39c8942d3">
            <a:extLst>
              <a:ext uri="{96DAC541-7B7A-43D3-8B79-37D633B846F1}">
                <asvg:svgBlip xmlns:asvg="http://schemas.microsoft.com/office/drawing/2016/SVG/main" r:embed="Rde8f0c4289d84545"/>
              </a:ext>
            </a:extLst>
          </a:blip>
          <a:stretch xmlns:a="http://schemas.openxmlformats.org/drawingml/2006/main"/>
        </p:blipFill>
        <p:spPr>
          <a:xfrm xmlns:a="http://schemas.openxmlformats.org/drawingml/2006/main">
            <a:off x="666750" y="3114675"/>
            <a:ext cx="381000" cy="381000"/>
          </a:xfrm>
          <a:prstGeom xmlns:a="http://schemas.openxmlformats.org/drawingml/2006/main" prst="rect">
            <a:avLst/>
          </a:prstGeom>
        </p:spPr>
      </p:pic>
      <p:sp>
        <p:nvSpPr>
          <p:cNvPr id="10" name="diagram-136">
            <a:extLst xmlns:a="http://schemas.openxmlformats.org/drawingml/2006/main">
              <a:ext uri="{FF2B5EF4-FFF2-40B4-BE49-F238E27FC236}">
                <a16:creationId xmlns:a16="http://schemas.microsoft.com/office/drawing/2014/main" id="{3D752257-E869-4E68-8120-0F26811867A0}"/>
              </a:ext>
            </a:extLst>
          </p:cNvPr>
          <p:cNvSpPr>
            <a:spLocks xmlns:a="http://schemas.openxmlformats.org/drawingml/2006/main" noGrp="1"/>
          </p:cNvSpPr>
          <p:nvPr/>
        </p:nvSpPr>
        <p:spPr>
          <a:xfrm xmlns:a="http://schemas.openxmlformats.org/drawingml/2006/main">
            <a:off x="1381125" y="3038475"/>
            <a:ext cx="4286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75" b="1">
                <a:solidFill>
                  <a:srgbClr val="102A43"/>
                </a:solidFill>
                <a:latin typeface="Arial"/>
                <a:ea typeface="Arial"/>
                <a:cs typeface="Arial"/>
              </a:defRPr>
            </a:defPPr>
            <a:lvl1pPr algn="l">
              <a:buNone/>
              <a:defRPr sz="1875" b="1">
                <a:solidFill>
                  <a:srgbClr val="102A43"/>
                </a:solidFill>
                <a:latin typeface="Arial"/>
                <a:ea typeface="Arial"/>
                <a:cs typeface="Arial"/>
              </a:defRPr>
            </a:lvl1pPr>
            <a:lvl2pPr algn="l">
              <a:buNone/>
              <a:defRPr sz="1875" b="1">
                <a:solidFill>
                  <a:srgbClr val="102A43"/>
                </a:solidFill>
                <a:latin typeface="Arial"/>
                <a:ea typeface="Arial"/>
                <a:cs typeface="Arial"/>
              </a:defRPr>
            </a:lvl2pPr>
            <a:lvl3pPr algn="l">
              <a:buNone/>
              <a:defRPr sz="1875" b="1">
                <a:solidFill>
                  <a:srgbClr val="102A43"/>
                </a:solidFill>
                <a:latin typeface="Arial"/>
                <a:ea typeface="Arial"/>
                <a:cs typeface="Arial"/>
              </a:defRPr>
            </a:lvl3pPr>
            <a:lvl4pPr algn="l">
              <a:buNone/>
              <a:defRPr sz="1875" b="1">
                <a:solidFill>
                  <a:srgbClr val="102A43"/>
                </a:solidFill>
                <a:latin typeface="Arial"/>
                <a:ea typeface="Arial"/>
                <a:cs typeface="Arial"/>
              </a:defRPr>
            </a:lvl4pPr>
            <a:lvl5pPr algn="l">
              <a:buNone/>
              <a:defRPr sz="1875" b="1">
                <a:solidFill>
                  <a:srgbClr val="102A43"/>
                </a:solidFill>
                <a:latin typeface="Arial"/>
                <a:ea typeface="Arial"/>
                <a:cs typeface="Arial"/>
              </a:defRPr>
            </a:lvl5pPr>
            <a:lvl6pPr algn="l">
              <a:buNone/>
              <a:defRPr sz="1875" b="1">
                <a:solidFill>
                  <a:srgbClr val="102A43"/>
                </a:solidFill>
                <a:latin typeface="Arial"/>
                <a:ea typeface="Arial"/>
                <a:cs typeface="Arial"/>
              </a:defRPr>
            </a:lvl6pPr>
            <a:lvl7pPr algn="l">
              <a:buNone/>
              <a:defRPr sz="1875" b="1">
                <a:solidFill>
                  <a:srgbClr val="102A43"/>
                </a:solidFill>
                <a:latin typeface="Arial"/>
                <a:ea typeface="Arial"/>
                <a:cs typeface="Arial"/>
              </a:defRPr>
            </a:lvl7pPr>
            <a:lvl8pPr algn="l">
              <a:buNone/>
              <a:defRPr sz="1875" b="1">
                <a:solidFill>
                  <a:srgbClr val="102A43"/>
                </a:solidFill>
                <a:latin typeface="Arial"/>
                <a:ea typeface="Arial"/>
                <a:cs typeface="Arial"/>
              </a:defRPr>
            </a:lvl8pPr>
            <a:lvl9pPr algn="l">
              <a:buNone/>
              <a:defRPr sz="1875" b="1">
                <a:solidFill>
                  <a:srgbClr val="102A43"/>
                </a:solidFill>
                <a:latin typeface="Arial"/>
                <a:ea typeface="Arial"/>
                <a:cs typeface="Arial"/>
              </a:defRPr>
            </a:lvl9pPr>
          </a:lstStyle>
          <a:p xmlns:a="http://schemas.openxmlformats.org/drawingml/2006/main">
            <a:pPr algn="l">
              <a:buNone/>
              <a:defRPr sz="1875" b="1">
                <a:solidFill>
                  <a:srgbClr val="102A43"/>
                </a:solidFill>
                <a:latin typeface="Arial"/>
                <a:ea typeface="Arial"/>
                <a:cs typeface="Arial"/>
              </a:defRPr>
            </a:pPr>
            <a:r>
              <a:rPr sz="1875" b="1">
                <a:solidFill>
                  <a:srgbClr val="102A43"/>
                </a:solidFill>
                <a:latin typeface="Arial"/>
                <a:ea typeface="Arial"/>
                <a:cs typeface="Arial"/>
              </a:rPr>
              <a:t>AI trả lời sai hoặc vượt phạm vi</a:t>
            </a:r>
          </a:p>
        </p:txBody>
      </p:sp>
      <p:sp>
        <p:nvSpPr>
          <p:cNvPr id="11" name="diagram-137">
            <a:extLst xmlns:a="http://schemas.openxmlformats.org/drawingml/2006/main">
              <a:ext uri="{FF2B5EF4-FFF2-40B4-BE49-F238E27FC236}">
                <a16:creationId xmlns:a16="http://schemas.microsoft.com/office/drawing/2014/main" id="{BD2CF02A-9975-4B31-8677-0AF486310368}"/>
              </a:ext>
            </a:extLst>
          </p:cNvPr>
          <p:cNvSpPr>
            <a:spLocks xmlns:a="http://schemas.openxmlformats.org/drawingml/2006/main" noGrp="1"/>
          </p:cNvSpPr>
          <p:nvPr/>
        </p:nvSpPr>
        <p:spPr>
          <a:xfrm xmlns:a="http://schemas.openxmlformats.org/drawingml/2006/main">
            <a:off x="6334125" y="3038475"/>
            <a:ext cx="5143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0">
                <a:solidFill>
                  <a:srgbClr val="526773"/>
                </a:solidFill>
                <a:latin typeface="Arial"/>
                <a:ea typeface="Arial"/>
                <a:cs typeface="Arial"/>
              </a:defRPr>
            </a:defPPr>
            <a:lvl1pPr algn="l">
              <a:buNone/>
              <a:defRPr sz="1800" b="0">
                <a:solidFill>
                  <a:srgbClr val="526773"/>
                </a:solidFill>
                <a:latin typeface="Arial"/>
                <a:ea typeface="Arial"/>
                <a:cs typeface="Arial"/>
              </a:defRPr>
            </a:lvl1pPr>
            <a:lvl2pPr algn="l">
              <a:buNone/>
              <a:defRPr sz="1800" b="0">
                <a:solidFill>
                  <a:srgbClr val="526773"/>
                </a:solidFill>
                <a:latin typeface="Arial"/>
                <a:ea typeface="Arial"/>
                <a:cs typeface="Arial"/>
              </a:defRPr>
            </a:lvl2pPr>
            <a:lvl3pPr algn="l">
              <a:buNone/>
              <a:defRPr sz="1800" b="0">
                <a:solidFill>
                  <a:srgbClr val="526773"/>
                </a:solidFill>
                <a:latin typeface="Arial"/>
                <a:ea typeface="Arial"/>
                <a:cs typeface="Arial"/>
              </a:defRPr>
            </a:lvl3pPr>
            <a:lvl4pPr algn="l">
              <a:buNone/>
              <a:defRPr sz="1800" b="0">
                <a:solidFill>
                  <a:srgbClr val="526773"/>
                </a:solidFill>
                <a:latin typeface="Arial"/>
                <a:ea typeface="Arial"/>
                <a:cs typeface="Arial"/>
              </a:defRPr>
            </a:lvl4pPr>
            <a:lvl5pPr algn="l">
              <a:buNone/>
              <a:defRPr sz="1800" b="0">
                <a:solidFill>
                  <a:srgbClr val="526773"/>
                </a:solidFill>
                <a:latin typeface="Arial"/>
                <a:ea typeface="Arial"/>
                <a:cs typeface="Arial"/>
              </a:defRPr>
            </a:lvl5pPr>
            <a:lvl6pPr algn="l">
              <a:buNone/>
              <a:defRPr sz="1800" b="0">
                <a:solidFill>
                  <a:srgbClr val="526773"/>
                </a:solidFill>
                <a:latin typeface="Arial"/>
                <a:ea typeface="Arial"/>
                <a:cs typeface="Arial"/>
              </a:defRPr>
            </a:lvl6pPr>
            <a:lvl7pPr algn="l">
              <a:buNone/>
              <a:defRPr sz="1800" b="0">
                <a:solidFill>
                  <a:srgbClr val="526773"/>
                </a:solidFill>
                <a:latin typeface="Arial"/>
                <a:ea typeface="Arial"/>
                <a:cs typeface="Arial"/>
              </a:defRPr>
            </a:lvl7pPr>
            <a:lvl8pPr algn="l">
              <a:buNone/>
              <a:defRPr sz="1800" b="0">
                <a:solidFill>
                  <a:srgbClr val="526773"/>
                </a:solidFill>
                <a:latin typeface="Arial"/>
                <a:ea typeface="Arial"/>
                <a:cs typeface="Arial"/>
              </a:defRPr>
            </a:lvl8pPr>
            <a:lvl9pPr algn="l">
              <a:buNone/>
              <a:defRPr sz="1800" b="0">
                <a:solidFill>
                  <a:srgbClr val="526773"/>
                </a:solidFill>
                <a:latin typeface="Arial"/>
                <a:ea typeface="Arial"/>
                <a:cs typeface="Arial"/>
              </a:defRPr>
            </a:lvl9pPr>
          </a:lstStyle>
          <a:p xmlns:a="http://schemas.openxmlformats.org/drawingml/2006/main">
            <a:pPr algn="l">
              <a:buNone/>
              <a:defRPr sz="1800" b="0">
                <a:solidFill>
                  <a:srgbClr val="526773"/>
                </a:solidFill>
                <a:latin typeface="Arial"/>
                <a:ea typeface="Arial"/>
                <a:cs typeface="Arial"/>
              </a:defRPr>
            </a:pPr>
            <a:r>
              <a:rPr sz="1800" b="0">
                <a:solidFill>
                  <a:srgbClr val="526773"/>
                </a:solidFill>
                <a:latin typeface="Arial"/>
                <a:ea typeface="Arial"/>
                <a:cs typeface="Arial"/>
              </a:rPr>
              <a:t>Dùng facts đã xác nhận, giới hạn hướng dẫn hành chính.</a:t>
            </a:r>
          </a:p>
        </p:txBody>
      </p:sp>
      <p:sp>
        <p:nvSpPr>
          <p:cNvPr id="12" name="diagram-138">
            <a:extLst xmlns:a="http://schemas.openxmlformats.org/drawingml/2006/main">
              <a:ext uri="{FF2B5EF4-FFF2-40B4-BE49-F238E27FC236}">
                <a16:creationId xmlns:a16="http://schemas.microsoft.com/office/drawing/2014/main" id="{3003DC01-1FC6-49EC-A3F2-41A69B10BAD5}"/>
              </a:ext>
            </a:extLst>
          </p:cNvPr>
          <p:cNvSpPr>
            <a:spLocks xmlns:a="http://schemas.openxmlformats.org/drawingml/2006/main" noGrp="1"/>
          </p:cNvSpPr>
          <p:nvPr/>
        </p:nvSpPr>
        <p:spPr>
          <a:xfrm xmlns:a="http://schemas.openxmlformats.org/drawingml/2006/main">
            <a:off x="1381125" y="3686175"/>
            <a:ext cx="10096500" cy="19050"/>
          </a:xfrm>
          <a:prstGeom xmlns:a="http://schemas.openxmlformats.org/drawingml/2006/main" prst="rect">
            <a:avLst/>
          </a:prstGeom>
          <a:solidFill xmlns:a="http://schemas.openxmlformats.org/drawingml/2006/main">
            <a:srgbClr val="E2E8E8"/>
          </a:solidFill>
          <a:ln xmlns:a="http://schemas.openxmlformats.org/drawingml/2006/main" w="0">
            <a:noFill/>
            <a:prstDash val="solid"/>
          </a:ln>
        </p:spPr>
      </p:sp>
      <p:pic>
        <p:nvPicPr>
          <p:cNvPr id="13" name="">
            <a:extLst xmlns:a="http://schemas.openxmlformats.org/drawingml/2006/main">
              <a:ext uri="{FF2B5EF4-FFF2-40B4-BE49-F238E27FC236}">
                <a16:creationId xmlns:a16="http://schemas.microsoft.com/office/drawing/2014/main" id="{F419E85E-077B-4D01-89E3-1BE72F4C10FD}"/>
              </a:ext>
            </a:extLst>
          </p:cNvPr>
          <p:cNvPicPr>
            <a:picLocks xmlns:a="http://schemas.openxmlformats.org/drawingml/2006/main" noChangeAspect="1"/>
          </p:cNvPicPr>
          <p:nvPr/>
        </p:nvPicPr>
        <p:blipFill>
          <a:blip xmlns:r="http://schemas.openxmlformats.org/officeDocument/2006/relationships" xmlns:a="http://schemas.openxmlformats.org/drawingml/2006/main" r:embed="Rb30445d04cef45cd">
            <a:extLst>
              <a:ext uri="{96DAC541-7B7A-43D3-8B79-37D633B846F1}">
                <asvg:svgBlip xmlns:asvg="http://schemas.microsoft.com/office/drawing/2016/SVG/main" r:embed="R9e6b3c2252b5477f"/>
              </a:ext>
            </a:extLst>
          </a:blip>
          <a:stretch xmlns:a="http://schemas.openxmlformats.org/drawingml/2006/main"/>
        </p:blipFill>
        <p:spPr>
          <a:xfrm xmlns:a="http://schemas.openxmlformats.org/drawingml/2006/main">
            <a:off x="666750" y="3848100"/>
            <a:ext cx="381000" cy="381000"/>
          </a:xfrm>
          <a:prstGeom xmlns:a="http://schemas.openxmlformats.org/drawingml/2006/main" prst="rect">
            <a:avLst/>
          </a:prstGeom>
        </p:spPr>
      </p:pic>
      <p:sp>
        <p:nvSpPr>
          <p:cNvPr id="14" name="diagram-139">
            <a:extLst xmlns:a="http://schemas.openxmlformats.org/drawingml/2006/main">
              <a:ext uri="{FF2B5EF4-FFF2-40B4-BE49-F238E27FC236}">
                <a16:creationId xmlns:a16="http://schemas.microsoft.com/office/drawing/2014/main" id="{249FF6AD-F08B-4366-87BD-A1DDFB912A9D}"/>
              </a:ext>
            </a:extLst>
          </p:cNvPr>
          <p:cNvSpPr>
            <a:spLocks xmlns:a="http://schemas.openxmlformats.org/drawingml/2006/main" noGrp="1"/>
          </p:cNvSpPr>
          <p:nvPr/>
        </p:nvSpPr>
        <p:spPr>
          <a:xfrm xmlns:a="http://schemas.openxmlformats.org/drawingml/2006/main">
            <a:off x="1381125" y="3771900"/>
            <a:ext cx="4286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75" b="1">
                <a:solidFill>
                  <a:srgbClr val="102A43"/>
                </a:solidFill>
                <a:latin typeface="Arial"/>
                <a:ea typeface="Arial"/>
                <a:cs typeface="Arial"/>
              </a:defRPr>
            </a:defPPr>
            <a:lvl1pPr algn="l">
              <a:buNone/>
              <a:defRPr sz="1875" b="1">
                <a:solidFill>
                  <a:srgbClr val="102A43"/>
                </a:solidFill>
                <a:latin typeface="Arial"/>
                <a:ea typeface="Arial"/>
                <a:cs typeface="Arial"/>
              </a:defRPr>
            </a:lvl1pPr>
            <a:lvl2pPr algn="l">
              <a:buNone/>
              <a:defRPr sz="1875" b="1">
                <a:solidFill>
                  <a:srgbClr val="102A43"/>
                </a:solidFill>
                <a:latin typeface="Arial"/>
                <a:ea typeface="Arial"/>
                <a:cs typeface="Arial"/>
              </a:defRPr>
            </a:lvl2pPr>
            <a:lvl3pPr algn="l">
              <a:buNone/>
              <a:defRPr sz="1875" b="1">
                <a:solidFill>
                  <a:srgbClr val="102A43"/>
                </a:solidFill>
                <a:latin typeface="Arial"/>
                <a:ea typeface="Arial"/>
                <a:cs typeface="Arial"/>
              </a:defRPr>
            </a:lvl3pPr>
            <a:lvl4pPr algn="l">
              <a:buNone/>
              <a:defRPr sz="1875" b="1">
                <a:solidFill>
                  <a:srgbClr val="102A43"/>
                </a:solidFill>
                <a:latin typeface="Arial"/>
                <a:ea typeface="Arial"/>
                <a:cs typeface="Arial"/>
              </a:defRPr>
            </a:lvl4pPr>
            <a:lvl5pPr algn="l">
              <a:buNone/>
              <a:defRPr sz="1875" b="1">
                <a:solidFill>
                  <a:srgbClr val="102A43"/>
                </a:solidFill>
                <a:latin typeface="Arial"/>
                <a:ea typeface="Arial"/>
                <a:cs typeface="Arial"/>
              </a:defRPr>
            </a:lvl5pPr>
            <a:lvl6pPr algn="l">
              <a:buNone/>
              <a:defRPr sz="1875" b="1">
                <a:solidFill>
                  <a:srgbClr val="102A43"/>
                </a:solidFill>
                <a:latin typeface="Arial"/>
                <a:ea typeface="Arial"/>
                <a:cs typeface="Arial"/>
              </a:defRPr>
            </a:lvl6pPr>
            <a:lvl7pPr algn="l">
              <a:buNone/>
              <a:defRPr sz="1875" b="1">
                <a:solidFill>
                  <a:srgbClr val="102A43"/>
                </a:solidFill>
                <a:latin typeface="Arial"/>
                <a:ea typeface="Arial"/>
                <a:cs typeface="Arial"/>
              </a:defRPr>
            </a:lvl7pPr>
            <a:lvl8pPr algn="l">
              <a:buNone/>
              <a:defRPr sz="1875" b="1">
                <a:solidFill>
                  <a:srgbClr val="102A43"/>
                </a:solidFill>
                <a:latin typeface="Arial"/>
                <a:ea typeface="Arial"/>
                <a:cs typeface="Arial"/>
              </a:defRPr>
            </a:lvl8pPr>
            <a:lvl9pPr algn="l">
              <a:buNone/>
              <a:defRPr sz="1875" b="1">
                <a:solidFill>
                  <a:srgbClr val="102A43"/>
                </a:solidFill>
                <a:latin typeface="Arial"/>
                <a:ea typeface="Arial"/>
                <a:cs typeface="Arial"/>
              </a:defRPr>
            </a:lvl9pPr>
          </a:lstStyle>
          <a:p xmlns:a="http://schemas.openxmlformats.org/drawingml/2006/main">
            <a:pPr algn="l">
              <a:buNone/>
              <a:defRPr sz="1875" b="1">
                <a:solidFill>
                  <a:srgbClr val="102A43"/>
                </a:solidFill>
                <a:latin typeface="Arial"/>
                <a:ea typeface="Arial"/>
                <a:cs typeface="Arial"/>
              </a:defRPr>
            </a:pPr>
            <a:r>
              <a:rPr sz="1875" b="1">
                <a:solidFill>
                  <a:srgbClr val="102A43"/>
                </a:solidFill>
                <a:latin typeface="Arial"/>
                <a:ea typeface="Arial"/>
                <a:cs typeface="Arial"/>
              </a:rPr>
              <a:t>Chậm tìm hỗ trợ khẩn cấp</a:t>
            </a:r>
          </a:p>
        </p:txBody>
      </p:sp>
      <p:sp>
        <p:nvSpPr>
          <p:cNvPr id="15" name="diagram-140">
            <a:extLst xmlns:a="http://schemas.openxmlformats.org/drawingml/2006/main">
              <a:ext uri="{FF2B5EF4-FFF2-40B4-BE49-F238E27FC236}">
                <a16:creationId xmlns:a16="http://schemas.microsoft.com/office/drawing/2014/main" id="{8211D2CC-253B-40DC-AC6B-2704D6A3C22F}"/>
              </a:ext>
            </a:extLst>
          </p:cNvPr>
          <p:cNvSpPr>
            <a:spLocks xmlns:a="http://schemas.openxmlformats.org/drawingml/2006/main" noGrp="1"/>
          </p:cNvSpPr>
          <p:nvPr/>
        </p:nvSpPr>
        <p:spPr>
          <a:xfrm xmlns:a="http://schemas.openxmlformats.org/drawingml/2006/main">
            <a:off x="6334125" y="3771900"/>
            <a:ext cx="5143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0">
                <a:solidFill>
                  <a:srgbClr val="526773"/>
                </a:solidFill>
                <a:latin typeface="Arial"/>
                <a:ea typeface="Arial"/>
                <a:cs typeface="Arial"/>
              </a:defRPr>
            </a:defPPr>
            <a:lvl1pPr algn="l">
              <a:buNone/>
              <a:defRPr sz="1800" b="0">
                <a:solidFill>
                  <a:srgbClr val="526773"/>
                </a:solidFill>
                <a:latin typeface="Arial"/>
                <a:ea typeface="Arial"/>
                <a:cs typeface="Arial"/>
              </a:defRPr>
            </a:lvl1pPr>
            <a:lvl2pPr algn="l">
              <a:buNone/>
              <a:defRPr sz="1800" b="0">
                <a:solidFill>
                  <a:srgbClr val="526773"/>
                </a:solidFill>
                <a:latin typeface="Arial"/>
                <a:ea typeface="Arial"/>
                <a:cs typeface="Arial"/>
              </a:defRPr>
            </a:lvl2pPr>
            <a:lvl3pPr algn="l">
              <a:buNone/>
              <a:defRPr sz="1800" b="0">
                <a:solidFill>
                  <a:srgbClr val="526773"/>
                </a:solidFill>
                <a:latin typeface="Arial"/>
                <a:ea typeface="Arial"/>
                <a:cs typeface="Arial"/>
              </a:defRPr>
            </a:lvl3pPr>
            <a:lvl4pPr algn="l">
              <a:buNone/>
              <a:defRPr sz="1800" b="0">
                <a:solidFill>
                  <a:srgbClr val="526773"/>
                </a:solidFill>
                <a:latin typeface="Arial"/>
                <a:ea typeface="Arial"/>
                <a:cs typeface="Arial"/>
              </a:defRPr>
            </a:lvl4pPr>
            <a:lvl5pPr algn="l">
              <a:buNone/>
              <a:defRPr sz="1800" b="0">
                <a:solidFill>
                  <a:srgbClr val="526773"/>
                </a:solidFill>
                <a:latin typeface="Arial"/>
                <a:ea typeface="Arial"/>
                <a:cs typeface="Arial"/>
              </a:defRPr>
            </a:lvl5pPr>
            <a:lvl6pPr algn="l">
              <a:buNone/>
              <a:defRPr sz="1800" b="0">
                <a:solidFill>
                  <a:srgbClr val="526773"/>
                </a:solidFill>
                <a:latin typeface="Arial"/>
                <a:ea typeface="Arial"/>
                <a:cs typeface="Arial"/>
              </a:defRPr>
            </a:lvl6pPr>
            <a:lvl7pPr algn="l">
              <a:buNone/>
              <a:defRPr sz="1800" b="0">
                <a:solidFill>
                  <a:srgbClr val="526773"/>
                </a:solidFill>
                <a:latin typeface="Arial"/>
                <a:ea typeface="Arial"/>
                <a:cs typeface="Arial"/>
              </a:defRPr>
            </a:lvl7pPr>
            <a:lvl8pPr algn="l">
              <a:buNone/>
              <a:defRPr sz="1800" b="0">
                <a:solidFill>
                  <a:srgbClr val="526773"/>
                </a:solidFill>
                <a:latin typeface="Arial"/>
                <a:ea typeface="Arial"/>
                <a:cs typeface="Arial"/>
              </a:defRPr>
            </a:lvl8pPr>
            <a:lvl9pPr algn="l">
              <a:buNone/>
              <a:defRPr sz="1800" b="0">
                <a:solidFill>
                  <a:srgbClr val="526773"/>
                </a:solidFill>
                <a:latin typeface="Arial"/>
                <a:ea typeface="Arial"/>
                <a:cs typeface="Arial"/>
              </a:defRPr>
            </a:lvl9pPr>
          </a:lstStyle>
          <a:p xmlns:a="http://schemas.openxmlformats.org/drawingml/2006/main">
            <a:pPr algn="l">
              <a:buNone/>
              <a:defRPr sz="1800" b="0">
                <a:solidFill>
                  <a:srgbClr val="526773"/>
                </a:solidFill>
                <a:latin typeface="Arial"/>
                <a:ea typeface="Arial"/>
                <a:cs typeface="Arial"/>
              </a:defRPr>
            </a:pPr>
            <a:r>
              <a:rPr sz="1800" b="0">
                <a:solidFill>
                  <a:srgbClr val="526773"/>
                </a:solidFill>
                <a:latin typeface="Arial"/>
                <a:ea typeface="Arial"/>
                <a:cs typeface="Arial"/>
              </a:rPr>
              <a:t>Lối tìm nhân viên trực tiếp, dừng hướng dẫn thường.</a:t>
            </a:r>
          </a:p>
        </p:txBody>
      </p:sp>
      <p:sp>
        <p:nvSpPr>
          <p:cNvPr id="16" name="diagram-141">
            <a:extLst xmlns:a="http://schemas.openxmlformats.org/drawingml/2006/main">
              <a:ext uri="{FF2B5EF4-FFF2-40B4-BE49-F238E27FC236}">
                <a16:creationId xmlns:a16="http://schemas.microsoft.com/office/drawing/2014/main" id="{9682FEE1-D19D-49BC-9AB2-0B03CF7CEA84}"/>
              </a:ext>
            </a:extLst>
          </p:cNvPr>
          <p:cNvSpPr>
            <a:spLocks xmlns:a="http://schemas.openxmlformats.org/drawingml/2006/main" noGrp="1"/>
          </p:cNvSpPr>
          <p:nvPr/>
        </p:nvSpPr>
        <p:spPr>
          <a:xfrm xmlns:a="http://schemas.openxmlformats.org/drawingml/2006/main">
            <a:off x="1381125" y="4419600"/>
            <a:ext cx="10096500" cy="19050"/>
          </a:xfrm>
          <a:prstGeom xmlns:a="http://schemas.openxmlformats.org/drawingml/2006/main" prst="rect">
            <a:avLst/>
          </a:prstGeom>
          <a:solidFill xmlns:a="http://schemas.openxmlformats.org/drawingml/2006/main">
            <a:srgbClr val="E2E8E8"/>
          </a:solidFill>
          <a:ln xmlns:a="http://schemas.openxmlformats.org/drawingml/2006/main" w="0">
            <a:noFill/>
            <a:prstDash val="solid"/>
          </a:ln>
        </p:spPr>
      </p:sp>
      <p:pic>
        <p:nvPicPr>
          <p:cNvPr id="17" name="">
            <a:extLst xmlns:a="http://schemas.openxmlformats.org/drawingml/2006/main">
              <a:ext uri="{FF2B5EF4-FFF2-40B4-BE49-F238E27FC236}">
                <a16:creationId xmlns:a16="http://schemas.microsoft.com/office/drawing/2014/main" id="{1B5293E8-3879-498B-9246-74444D48A4FA}"/>
              </a:ext>
            </a:extLst>
          </p:cNvPr>
          <p:cNvPicPr>
            <a:picLocks xmlns:a="http://schemas.openxmlformats.org/drawingml/2006/main" noChangeAspect="1"/>
          </p:cNvPicPr>
          <p:nvPr/>
        </p:nvPicPr>
        <p:blipFill>
          <a:blip xmlns:r="http://schemas.openxmlformats.org/officeDocument/2006/relationships" xmlns:a="http://schemas.openxmlformats.org/drawingml/2006/main" r:embed="Rb7eaad8317ab4332">
            <a:extLst>
              <a:ext uri="{96DAC541-7B7A-43D3-8B79-37D633B846F1}">
                <asvg:svgBlip xmlns:asvg="http://schemas.microsoft.com/office/drawing/2016/SVG/main" r:embed="Rdbd2494caba74d0a"/>
              </a:ext>
            </a:extLst>
          </a:blip>
          <a:stretch xmlns:a="http://schemas.openxmlformats.org/drawingml/2006/main"/>
        </p:blipFill>
        <p:spPr>
          <a:xfrm xmlns:a="http://schemas.openxmlformats.org/drawingml/2006/main">
            <a:off x="666750" y="4581525"/>
            <a:ext cx="381000" cy="381000"/>
          </a:xfrm>
          <a:prstGeom xmlns:a="http://schemas.openxmlformats.org/drawingml/2006/main" prst="rect">
            <a:avLst/>
          </a:prstGeom>
        </p:spPr>
      </p:pic>
      <p:sp>
        <p:nvSpPr>
          <p:cNvPr id="18" name="diagram-142">
            <a:extLst xmlns:a="http://schemas.openxmlformats.org/drawingml/2006/main">
              <a:ext uri="{FF2B5EF4-FFF2-40B4-BE49-F238E27FC236}">
                <a16:creationId xmlns:a16="http://schemas.microsoft.com/office/drawing/2014/main" id="{5E21DFEF-16A0-48CA-856C-0FFAB6231A71}"/>
              </a:ext>
            </a:extLst>
          </p:cNvPr>
          <p:cNvSpPr>
            <a:spLocks xmlns:a="http://schemas.openxmlformats.org/drawingml/2006/main" noGrp="1"/>
          </p:cNvSpPr>
          <p:nvPr/>
        </p:nvSpPr>
        <p:spPr>
          <a:xfrm xmlns:a="http://schemas.openxmlformats.org/drawingml/2006/main">
            <a:off x="1381125" y="4505325"/>
            <a:ext cx="4286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75" b="1">
                <a:solidFill>
                  <a:srgbClr val="102A43"/>
                </a:solidFill>
                <a:latin typeface="Arial"/>
                <a:ea typeface="Arial"/>
                <a:cs typeface="Arial"/>
              </a:defRPr>
            </a:defPPr>
            <a:lvl1pPr algn="l">
              <a:buNone/>
              <a:defRPr sz="1875" b="1">
                <a:solidFill>
                  <a:srgbClr val="102A43"/>
                </a:solidFill>
                <a:latin typeface="Arial"/>
                <a:ea typeface="Arial"/>
                <a:cs typeface="Arial"/>
              </a:defRPr>
            </a:lvl1pPr>
            <a:lvl2pPr algn="l">
              <a:buNone/>
              <a:defRPr sz="1875" b="1">
                <a:solidFill>
                  <a:srgbClr val="102A43"/>
                </a:solidFill>
                <a:latin typeface="Arial"/>
                <a:ea typeface="Arial"/>
                <a:cs typeface="Arial"/>
              </a:defRPr>
            </a:lvl2pPr>
            <a:lvl3pPr algn="l">
              <a:buNone/>
              <a:defRPr sz="1875" b="1">
                <a:solidFill>
                  <a:srgbClr val="102A43"/>
                </a:solidFill>
                <a:latin typeface="Arial"/>
                <a:ea typeface="Arial"/>
                <a:cs typeface="Arial"/>
              </a:defRPr>
            </a:lvl3pPr>
            <a:lvl4pPr algn="l">
              <a:buNone/>
              <a:defRPr sz="1875" b="1">
                <a:solidFill>
                  <a:srgbClr val="102A43"/>
                </a:solidFill>
                <a:latin typeface="Arial"/>
                <a:ea typeface="Arial"/>
                <a:cs typeface="Arial"/>
              </a:defRPr>
            </a:lvl4pPr>
            <a:lvl5pPr algn="l">
              <a:buNone/>
              <a:defRPr sz="1875" b="1">
                <a:solidFill>
                  <a:srgbClr val="102A43"/>
                </a:solidFill>
                <a:latin typeface="Arial"/>
                <a:ea typeface="Arial"/>
                <a:cs typeface="Arial"/>
              </a:defRPr>
            </a:lvl5pPr>
            <a:lvl6pPr algn="l">
              <a:buNone/>
              <a:defRPr sz="1875" b="1">
                <a:solidFill>
                  <a:srgbClr val="102A43"/>
                </a:solidFill>
                <a:latin typeface="Arial"/>
                <a:ea typeface="Arial"/>
                <a:cs typeface="Arial"/>
              </a:defRPr>
            </a:lvl6pPr>
            <a:lvl7pPr algn="l">
              <a:buNone/>
              <a:defRPr sz="1875" b="1">
                <a:solidFill>
                  <a:srgbClr val="102A43"/>
                </a:solidFill>
                <a:latin typeface="Arial"/>
                <a:ea typeface="Arial"/>
                <a:cs typeface="Arial"/>
              </a:defRPr>
            </a:lvl7pPr>
            <a:lvl8pPr algn="l">
              <a:buNone/>
              <a:defRPr sz="1875" b="1">
                <a:solidFill>
                  <a:srgbClr val="102A43"/>
                </a:solidFill>
                <a:latin typeface="Arial"/>
                <a:ea typeface="Arial"/>
                <a:cs typeface="Arial"/>
              </a:defRPr>
            </a:lvl8pPr>
            <a:lvl9pPr algn="l">
              <a:buNone/>
              <a:defRPr sz="1875" b="1">
                <a:solidFill>
                  <a:srgbClr val="102A43"/>
                </a:solidFill>
                <a:latin typeface="Arial"/>
                <a:ea typeface="Arial"/>
                <a:cs typeface="Arial"/>
              </a:defRPr>
            </a:lvl9pPr>
          </a:lstStyle>
          <a:p xmlns:a="http://schemas.openxmlformats.org/drawingml/2006/main">
            <a:pPr algn="l">
              <a:buNone/>
              <a:defRPr sz="1875" b="1">
                <a:solidFill>
                  <a:srgbClr val="102A43"/>
                </a:solidFill>
                <a:latin typeface="Arial"/>
                <a:ea typeface="Arial"/>
                <a:cs typeface="Arial"/>
              </a:defRPr>
            </a:pPr>
            <a:r>
              <a:rPr sz="1875" b="1">
                <a:solidFill>
                  <a:srgbClr val="102A43"/>
                </a:solidFill>
                <a:latin typeface="Arial"/>
                <a:ea typeface="Arial"/>
                <a:cs typeface="Arial"/>
              </a:rPr>
              <a:t>Lộ dữ liệu hoặc dùng sai mục đích</a:t>
            </a:r>
          </a:p>
        </p:txBody>
      </p:sp>
      <p:sp>
        <p:nvSpPr>
          <p:cNvPr id="19" name="diagram-143">
            <a:extLst xmlns:a="http://schemas.openxmlformats.org/drawingml/2006/main">
              <a:ext uri="{FF2B5EF4-FFF2-40B4-BE49-F238E27FC236}">
                <a16:creationId xmlns:a16="http://schemas.microsoft.com/office/drawing/2014/main" id="{D9B75ADD-F35D-4E99-B192-1E51D21C6BC6}"/>
              </a:ext>
            </a:extLst>
          </p:cNvPr>
          <p:cNvSpPr>
            <a:spLocks xmlns:a="http://schemas.openxmlformats.org/drawingml/2006/main" noGrp="1"/>
          </p:cNvSpPr>
          <p:nvPr/>
        </p:nvSpPr>
        <p:spPr>
          <a:xfrm xmlns:a="http://schemas.openxmlformats.org/drawingml/2006/main">
            <a:off x="6334125" y="4505325"/>
            <a:ext cx="5143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0">
                <a:solidFill>
                  <a:srgbClr val="526773"/>
                </a:solidFill>
                <a:latin typeface="Arial"/>
                <a:ea typeface="Arial"/>
                <a:cs typeface="Arial"/>
              </a:defRPr>
            </a:defPPr>
            <a:lvl1pPr algn="l">
              <a:buNone/>
              <a:defRPr sz="1800" b="0">
                <a:solidFill>
                  <a:srgbClr val="526773"/>
                </a:solidFill>
                <a:latin typeface="Arial"/>
                <a:ea typeface="Arial"/>
                <a:cs typeface="Arial"/>
              </a:defRPr>
            </a:lvl1pPr>
            <a:lvl2pPr algn="l">
              <a:buNone/>
              <a:defRPr sz="1800" b="0">
                <a:solidFill>
                  <a:srgbClr val="526773"/>
                </a:solidFill>
                <a:latin typeface="Arial"/>
                <a:ea typeface="Arial"/>
                <a:cs typeface="Arial"/>
              </a:defRPr>
            </a:lvl2pPr>
            <a:lvl3pPr algn="l">
              <a:buNone/>
              <a:defRPr sz="1800" b="0">
                <a:solidFill>
                  <a:srgbClr val="526773"/>
                </a:solidFill>
                <a:latin typeface="Arial"/>
                <a:ea typeface="Arial"/>
                <a:cs typeface="Arial"/>
              </a:defRPr>
            </a:lvl3pPr>
            <a:lvl4pPr algn="l">
              <a:buNone/>
              <a:defRPr sz="1800" b="0">
                <a:solidFill>
                  <a:srgbClr val="526773"/>
                </a:solidFill>
                <a:latin typeface="Arial"/>
                <a:ea typeface="Arial"/>
                <a:cs typeface="Arial"/>
              </a:defRPr>
            </a:lvl4pPr>
            <a:lvl5pPr algn="l">
              <a:buNone/>
              <a:defRPr sz="1800" b="0">
                <a:solidFill>
                  <a:srgbClr val="526773"/>
                </a:solidFill>
                <a:latin typeface="Arial"/>
                <a:ea typeface="Arial"/>
                <a:cs typeface="Arial"/>
              </a:defRPr>
            </a:lvl5pPr>
            <a:lvl6pPr algn="l">
              <a:buNone/>
              <a:defRPr sz="1800" b="0">
                <a:solidFill>
                  <a:srgbClr val="526773"/>
                </a:solidFill>
                <a:latin typeface="Arial"/>
                <a:ea typeface="Arial"/>
                <a:cs typeface="Arial"/>
              </a:defRPr>
            </a:lvl6pPr>
            <a:lvl7pPr algn="l">
              <a:buNone/>
              <a:defRPr sz="1800" b="0">
                <a:solidFill>
                  <a:srgbClr val="526773"/>
                </a:solidFill>
                <a:latin typeface="Arial"/>
                <a:ea typeface="Arial"/>
                <a:cs typeface="Arial"/>
              </a:defRPr>
            </a:lvl7pPr>
            <a:lvl8pPr algn="l">
              <a:buNone/>
              <a:defRPr sz="1800" b="0">
                <a:solidFill>
                  <a:srgbClr val="526773"/>
                </a:solidFill>
                <a:latin typeface="Arial"/>
                <a:ea typeface="Arial"/>
                <a:cs typeface="Arial"/>
              </a:defRPr>
            </a:lvl8pPr>
            <a:lvl9pPr algn="l">
              <a:buNone/>
              <a:defRPr sz="1800" b="0">
                <a:solidFill>
                  <a:srgbClr val="526773"/>
                </a:solidFill>
                <a:latin typeface="Arial"/>
                <a:ea typeface="Arial"/>
                <a:cs typeface="Arial"/>
              </a:defRPr>
            </a:lvl9pPr>
          </a:lstStyle>
          <a:p xmlns:a="http://schemas.openxmlformats.org/drawingml/2006/main">
            <a:pPr algn="l">
              <a:buNone/>
              <a:defRPr sz="1800" b="0">
                <a:solidFill>
                  <a:srgbClr val="526773"/>
                </a:solidFill>
                <a:latin typeface="Arial"/>
                <a:ea typeface="Arial"/>
                <a:cs typeface="Arial"/>
              </a:defRPr>
            </a:pPr>
            <a:r>
              <a:rPr sz="1800" b="0">
                <a:solidFill>
                  <a:srgbClr val="526773"/>
                </a:solidFill>
                <a:latin typeface="Arial"/>
                <a:ea typeface="Arial"/>
                <a:cs typeface="Arial"/>
              </a:rPr>
              <a:t>Ẩn danh, xin đồng ý, dùng dữ liệu giả, giữ khóa ở server.</a:t>
            </a:r>
          </a:p>
        </p:txBody>
      </p:sp>
      <p:sp>
        <p:nvSpPr>
          <p:cNvPr id="20" name="diagram-144">
            <a:extLst xmlns:a="http://schemas.openxmlformats.org/drawingml/2006/main">
              <a:ext uri="{FF2B5EF4-FFF2-40B4-BE49-F238E27FC236}">
                <a16:creationId xmlns:a16="http://schemas.microsoft.com/office/drawing/2014/main" id="{DB498AA8-73E4-4900-A441-3DFE4F7E0FBC}"/>
              </a:ext>
            </a:extLst>
          </p:cNvPr>
          <p:cNvSpPr>
            <a:spLocks xmlns:a="http://schemas.openxmlformats.org/drawingml/2006/main" noGrp="1"/>
          </p:cNvSpPr>
          <p:nvPr/>
        </p:nvSpPr>
        <p:spPr>
          <a:xfrm xmlns:a="http://schemas.openxmlformats.org/drawingml/2006/main">
            <a:off x="1381125" y="5153025"/>
            <a:ext cx="10096500" cy="19050"/>
          </a:xfrm>
          <a:prstGeom xmlns:a="http://schemas.openxmlformats.org/drawingml/2006/main" prst="rect">
            <a:avLst/>
          </a:prstGeom>
          <a:solidFill xmlns:a="http://schemas.openxmlformats.org/drawingml/2006/main">
            <a:srgbClr val="E2E8E8"/>
          </a:solidFill>
          <a:ln xmlns:a="http://schemas.openxmlformats.org/drawingml/2006/main" w="0">
            <a:noFill/>
            <a:prstDash val="solid"/>
          </a:ln>
        </p:spPr>
      </p:sp>
      <p:pic>
        <p:nvPicPr>
          <p:cNvPr id="21" name="">
            <a:extLst xmlns:a="http://schemas.openxmlformats.org/drawingml/2006/main">
              <a:ext uri="{FF2B5EF4-FFF2-40B4-BE49-F238E27FC236}">
                <a16:creationId xmlns:a16="http://schemas.microsoft.com/office/drawing/2014/main" id="{FED346B9-89FD-42DC-95B3-7B6836C5939C}"/>
              </a:ext>
            </a:extLst>
          </p:cNvPr>
          <p:cNvPicPr>
            <a:picLocks xmlns:a="http://schemas.openxmlformats.org/drawingml/2006/main" noChangeAspect="1"/>
          </p:cNvPicPr>
          <p:nvPr/>
        </p:nvPicPr>
        <p:blipFill>
          <a:blip xmlns:r="http://schemas.openxmlformats.org/officeDocument/2006/relationships" xmlns:a="http://schemas.openxmlformats.org/drawingml/2006/main" r:embed="Ra1e932118fac4a74">
            <a:extLst>
              <a:ext uri="{96DAC541-7B7A-43D3-8B79-37D633B846F1}">
                <asvg:svgBlip xmlns:asvg="http://schemas.microsoft.com/office/drawing/2016/SVG/main" r:embed="R1ff56e8fcf0e4cc7"/>
              </a:ext>
            </a:extLst>
          </a:blip>
          <a:stretch xmlns:a="http://schemas.openxmlformats.org/drawingml/2006/main"/>
        </p:blipFill>
        <p:spPr>
          <a:xfrm xmlns:a="http://schemas.openxmlformats.org/drawingml/2006/main">
            <a:off x="666750" y="5314950"/>
            <a:ext cx="381000" cy="381000"/>
          </a:xfrm>
          <a:prstGeom xmlns:a="http://schemas.openxmlformats.org/drawingml/2006/main" prst="rect">
            <a:avLst/>
          </a:prstGeom>
        </p:spPr>
      </p:pic>
      <p:sp>
        <p:nvSpPr>
          <p:cNvPr id="22" name="diagram-145">
            <a:extLst xmlns:a="http://schemas.openxmlformats.org/drawingml/2006/main">
              <a:ext uri="{FF2B5EF4-FFF2-40B4-BE49-F238E27FC236}">
                <a16:creationId xmlns:a16="http://schemas.microsoft.com/office/drawing/2014/main" id="{8BE2E713-A33A-4B82-AB72-1EBCAACD018E}"/>
              </a:ext>
            </a:extLst>
          </p:cNvPr>
          <p:cNvSpPr>
            <a:spLocks xmlns:a="http://schemas.openxmlformats.org/drawingml/2006/main" noGrp="1"/>
          </p:cNvSpPr>
          <p:nvPr/>
        </p:nvSpPr>
        <p:spPr>
          <a:xfrm xmlns:a="http://schemas.openxmlformats.org/drawingml/2006/main">
            <a:off x="1381125" y="5238750"/>
            <a:ext cx="4286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75" b="1">
                <a:solidFill>
                  <a:srgbClr val="102A43"/>
                </a:solidFill>
                <a:latin typeface="Arial"/>
                <a:ea typeface="Arial"/>
                <a:cs typeface="Arial"/>
              </a:defRPr>
            </a:defPPr>
            <a:lvl1pPr algn="l">
              <a:buNone/>
              <a:defRPr sz="1875" b="1">
                <a:solidFill>
                  <a:srgbClr val="102A43"/>
                </a:solidFill>
                <a:latin typeface="Arial"/>
                <a:ea typeface="Arial"/>
                <a:cs typeface="Arial"/>
              </a:defRPr>
            </a:lvl1pPr>
            <a:lvl2pPr algn="l">
              <a:buNone/>
              <a:defRPr sz="1875" b="1">
                <a:solidFill>
                  <a:srgbClr val="102A43"/>
                </a:solidFill>
                <a:latin typeface="Arial"/>
                <a:ea typeface="Arial"/>
                <a:cs typeface="Arial"/>
              </a:defRPr>
            </a:lvl2pPr>
            <a:lvl3pPr algn="l">
              <a:buNone/>
              <a:defRPr sz="1875" b="1">
                <a:solidFill>
                  <a:srgbClr val="102A43"/>
                </a:solidFill>
                <a:latin typeface="Arial"/>
                <a:ea typeface="Arial"/>
                <a:cs typeface="Arial"/>
              </a:defRPr>
            </a:lvl3pPr>
            <a:lvl4pPr algn="l">
              <a:buNone/>
              <a:defRPr sz="1875" b="1">
                <a:solidFill>
                  <a:srgbClr val="102A43"/>
                </a:solidFill>
                <a:latin typeface="Arial"/>
                <a:ea typeface="Arial"/>
                <a:cs typeface="Arial"/>
              </a:defRPr>
            </a:lvl4pPr>
            <a:lvl5pPr algn="l">
              <a:buNone/>
              <a:defRPr sz="1875" b="1">
                <a:solidFill>
                  <a:srgbClr val="102A43"/>
                </a:solidFill>
                <a:latin typeface="Arial"/>
                <a:ea typeface="Arial"/>
                <a:cs typeface="Arial"/>
              </a:defRPr>
            </a:lvl5pPr>
            <a:lvl6pPr algn="l">
              <a:buNone/>
              <a:defRPr sz="1875" b="1">
                <a:solidFill>
                  <a:srgbClr val="102A43"/>
                </a:solidFill>
                <a:latin typeface="Arial"/>
                <a:ea typeface="Arial"/>
                <a:cs typeface="Arial"/>
              </a:defRPr>
            </a:lvl6pPr>
            <a:lvl7pPr algn="l">
              <a:buNone/>
              <a:defRPr sz="1875" b="1">
                <a:solidFill>
                  <a:srgbClr val="102A43"/>
                </a:solidFill>
                <a:latin typeface="Arial"/>
                <a:ea typeface="Arial"/>
                <a:cs typeface="Arial"/>
              </a:defRPr>
            </a:lvl7pPr>
            <a:lvl8pPr algn="l">
              <a:buNone/>
              <a:defRPr sz="1875" b="1">
                <a:solidFill>
                  <a:srgbClr val="102A43"/>
                </a:solidFill>
                <a:latin typeface="Arial"/>
                <a:ea typeface="Arial"/>
                <a:cs typeface="Arial"/>
              </a:defRPr>
            </a:lvl8pPr>
            <a:lvl9pPr algn="l">
              <a:buNone/>
              <a:defRPr sz="1875" b="1">
                <a:solidFill>
                  <a:srgbClr val="102A43"/>
                </a:solidFill>
                <a:latin typeface="Arial"/>
                <a:ea typeface="Arial"/>
                <a:cs typeface="Arial"/>
              </a:defRPr>
            </a:lvl9pPr>
          </a:lstStyle>
          <a:p xmlns:a="http://schemas.openxmlformats.org/drawingml/2006/main">
            <a:pPr algn="l">
              <a:buNone/>
              <a:defRPr sz="1875" b="1">
                <a:solidFill>
                  <a:srgbClr val="102A43"/>
                </a:solidFill>
                <a:latin typeface="Arial"/>
                <a:ea typeface="Arial"/>
                <a:cs typeface="Arial"/>
              </a:defRPr>
            </a:pPr>
            <a:r>
              <a:rPr sz="1875" b="1">
                <a:solidFill>
                  <a:srgbClr val="102A43"/>
                </a:solidFill>
                <a:latin typeface="Arial"/>
                <a:ea typeface="Arial"/>
                <a:cs typeface="Arial"/>
              </a:rPr>
              <a:t>Khó dùng app hoặc mất kết nối</a:t>
            </a:r>
          </a:p>
        </p:txBody>
      </p:sp>
      <p:sp>
        <p:nvSpPr>
          <p:cNvPr id="23" name="diagram-146">
            <a:extLst xmlns:a="http://schemas.openxmlformats.org/drawingml/2006/main">
              <a:ext uri="{FF2B5EF4-FFF2-40B4-BE49-F238E27FC236}">
                <a16:creationId xmlns:a16="http://schemas.microsoft.com/office/drawing/2014/main" id="{4CC55FE7-E0ED-4F80-BEAF-41FCFCF8A2D2}"/>
              </a:ext>
            </a:extLst>
          </p:cNvPr>
          <p:cNvSpPr>
            <a:spLocks xmlns:a="http://schemas.openxmlformats.org/drawingml/2006/main" noGrp="1"/>
          </p:cNvSpPr>
          <p:nvPr/>
        </p:nvSpPr>
        <p:spPr>
          <a:xfrm xmlns:a="http://schemas.openxmlformats.org/drawingml/2006/main">
            <a:off x="6334125" y="5238750"/>
            <a:ext cx="5143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0">
                <a:solidFill>
                  <a:srgbClr val="526773"/>
                </a:solidFill>
                <a:latin typeface="Arial"/>
                <a:ea typeface="Arial"/>
                <a:cs typeface="Arial"/>
              </a:defRPr>
            </a:defPPr>
            <a:lvl1pPr algn="l">
              <a:buNone/>
              <a:defRPr sz="1800" b="0">
                <a:solidFill>
                  <a:srgbClr val="526773"/>
                </a:solidFill>
                <a:latin typeface="Arial"/>
                <a:ea typeface="Arial"/>
                <a:cs typeface="Arial"/>
              </a:defRPr>
            </a:lvl1pPr>
            <a:lvl2pPr algn="l">
              <a:buNone/>
              <a:defRPr sz="1800" b="0">
                <a:solidFill>
                  <a:srgbClr val="526773"/>
                </a:solidFill>
                <a:latin typeface="Arial"/>
                <a:ea typeface="Arial"/>
                <a:cs typeface="Arial"/>
              </a:defRPr>
            </a:lvl2pPr>
            <a:lvl3pPr algn="l">
              <a:buNone/>
              <a:defRPr sz="1800" b="0">
                <a:solidFill>
                  <a:srgbClr val="526773"/>
                </a:solidFill>
                <a:latin typeface="Arial"/>
                <a:ea typeface="Arial"/>
                <a:cs typeface="Arial"/>
              </a:defRPr>
            </a:lvl3pPr>
            <a:lvl4pPr algn="l">
              <a:buNone/>
              <a:defRPr sz="1800" b="0">
                <a:solidFill>
                  <a:srgbClr val="526773"/>
                </a:solidFill>
                <a:latin typeface="Arial"/>
                <a:ea typeface="Arial"/>
                <a:cs typeface="Arial"/>
              </a:defRPr>
            </a:lvl4pPr>
            <a:lvl5pPr algn="l">
              <a:buNone/>
              <a:defRPr sz="1800" b="0">
                <a:solidFill>
                  <a:srgbClr val="526773"/>
                </a:solidFill>
                <a:latin typeface="Arial"/>
                <a:ea typeface="Arial"/>
                <a:cs typeface="Arial"/>
              </a:defRPr>
            </a:lvl5pPr>
            <a:lvl6pPr algn="l">
              <a:buNone/>
              <a:defRPr sz="1800" b="0">
                <a:solidFill>
                  <a:srgbClr val="526773"/>
                </a:solidFill>
                <a:latin typeface="Arial"/>
                <a:ea typeface="Arial"/>
                <a:cs typeface="Arial"/>
              </a:defRPr>
            </a:lvl6pPr>
            <a:lvl7pPr algn="l">
              <a:buNone/>
              <a:defRPr sz="1800" b="0">
                <a:solidFill>
                  <a:srgbClr val="526773"/>
                </a:solidFill>
                <a:latin typeface="Arial"/>
                <a:ea typeface="Arial"/>
                <a:cs typeface="Arial"/>
              </a:defRPr>
            </a:lvl7pPr>
            <a:lvl8pPr algn="l">
              <a:buNone/>
              <a:defRPr sz="1800" b="0">
                <a:solidFill>
                  <a:srgbClr val="526773"/>
                </a:solidFill>
                <a:latin typeface="Arial"/>
                <a:ea typeface="Arial"/>
                <a:cs typeface="Arial"/>
              </a:defRPr>
            </a:lvl8pPr>
            <a:lvl9pPr algn="l">
              <a:buNone/>
              <a:defRPr sz="1800" b="0">
                <a:solidFill>
                  <a:srgbClr val="526773"/>
                </a:solidFill>
                <a:latin typeface="Arial"/>
                <a:ea typeface="Arial"/>
                <a:cs typeface="Arial"/>
              </a:defRPr>
            </a:lvl9pPr>
          </a:lstStyle>
          <a:p xmlns:a="http://schemas.openxmlformats.org/drawingml/2006/main">
            <a:pPr algn="l">
              <a:buNone/>
              <a:defRPr sz="1800" b="0">
                <a:solidFill>
                  <a:srgbClr val="526773"/>
                </a:solidFill>
                <a:latin typeface="Arial"/>
                <a:ea typeface="Arial"/>
                <a:cs typeface="Arial"/>
              </a:defRPr>
            </a:pPr>
            <a:r>
              <a:rPr sz="1800" b="0">
                <a:solidFill>
                  <a:srgbClr val="526773"/>
                </a:solidFill>
                <a:latin typeface="Arial"/>
                <a:ea typeface="Arial"/>
                <a:cs typeface="Arial"/>
              </a:rPr>
              <a:t>Chữ dễ đọc, hướng dẫn giấy và hỗ trợ con người.</a:t>
            </a:r>
          </a:p>
        </p:txBody>
      </p:sp>
      <p:sp>
        <p:nvSpPr>
          <p:cNvPr id="24" name="diagram-147">
            <a:extLst xmlns:a="http://schemas.openxmlformats.org/drawingml/2006/main">
              <a:ext uri="{FF2B5EF4-FFF2-40B4-BE49-F238E27FC236}">
                <a16:creationId xmlns:a16="http://schemas.microsoft.com/office/drawing/2014/main" id="{A34118AB-6A9E-4FE5-8311-35AC5D83F041}"/>
              </a:ext>
            </a:extLst>
          </p:cNvPr>
          <p:cNvSpPr>
            <a:spLocks xmlns:a="http://schemas.openxmlformats.org/drawingml/2006/main" noGrp="1"/>
          </p:cNvSpPr>
          <p:nvPr/>
        </p:nvSpPr>
        <p:spPr>
          <a:xfrm xmlns:a="http://schemas.openxmlformats.org/drawingml/2006/main">
            <a:off x="571500" y="6324600"/>
            <a:ext cx="990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125" b="0">
                <a:solidFill>
                  <a:srgbClr val="526773"/>
                </a:solidFill>
                <a:latin typeface="Arial"/>
                <a:ea typeface="Arial"/>
                <a:cs typeface="Arial"/>
              </a:defRPr>
            </a:defPPr>
            <a:lvl1pPr algn="l">
              <a:buNone/>
              <a:defRPr sz="1125" b="0">
                <a:solidFill>
                  <a:srgbClr val="526773"/>
                </a:solidFill>
                <a:latin typeface="Arial"/>
                <a:ea typeface="Arial"/>
                <a:cs typeface="Arial"/>
              </a:defRPr>
            </a:lvl1pPr>
            <a:lvl2pPr algn="l">
              <a:buNone/>
              <a:defRPr sz="1125" b="0">
                <a:solidFill>
                  <a:srgbClr val="526773"/>
                </a:solidFill>
                <a:latin typeface="Arial"/>
                <a:ea typeface="Arial"/>
                <a:cs typeface="Arial"/>
              </a:defRPr>
            </a:lvl2pPr>
            <a:lvl3pPr algn="l">
              <a:buNone/>
              <a:defRPr sz="1125" b="0">
                <a:solidFill>
                  <a:srgbClr val="526773"/>
                </a:solidFill>
                <a:latin typeface="Arial"/>
                <a:ea typeface="Arial"/>
                <a:cs typeface="Arial"/>
              </a:defRPr>
            </a:lvl3pPr>
            <a:lvl4pPr algn="l">
              <a:buNone/>
              <a:defRPr sz="1125" b="0">
                <a:solidFill>
                  <a:srgbClr val="526773"/>
                </a:solidFill>
                <a:latin typeface="Arial"/>
                <a:ea typeface="Arial"/>
                <a:cs typeface="Arial"/>
              </a:defRPr>
            </a:lvl4pPr>
            <a:lvl5pPr algn="l">
              <a:buNone/>
              <a:defRPr sz="1125" b="0">
                <a:solidFill>
                  <a:srgbClr val="526773"/>
                </a:solidFill>
                <a:latin typeface="Arial"/>
                <a:ea typeface="Arial"/>
                <a:cs typeface="Arial"/>
              </a:defRPr>
            </a:lvl5pPr>
            <a:lvl6pPr algn="l">
              <a:buNone/>
              <a:defRPr sz="1125" b="0">
                <a:solidFill>
                  <a:srgbClr val="526773"/>
                </a:solidFill>
                <a:latin typeface="Arial"/>
                <a:ea typeface="Arial"/>
                <a:cs typeface="Arial"/>
              </a:defRPr>
            </a:lvl6pPr>
            <a:lvl7pPr algn="l">
              <a:buNone/>
              <a:defRPr sz="1125" b="0">
                <a:solidFill>
                  <a:srgbClr val="526773"/>
                </a:solidFill>
                <a:latin typeface="Arial"/>
                <a:ea typeface="Arial"/>
                <a:cs typeface="Arial"/>
              </a:defRPr>
            </a:lvl7pPr>
            <a:lvl8pPr algn="l">
              <a:buNone/>
              <a:defRPr sz="1125" b="0">
                <a:solidFill>
                  <a:srgbClr val="526773"/>
                </a:solidFill>
                <a:latin typeface="Arial"/>
                <a:ea typeface="Arial"/>
                <a:cs typeface="Arial"/>
              </a:defRPr>
            </a:lvl8pPr>
            <a:lvl9pPr algn="l">
              <a:buNone/>
              <a:defRPr sz="1125" b="0">
                <a:solidFill>
                  <a:srgbClr val="526773"/>
                </a:solidFill>
                <a:latin typeface="Arial"/>
                <a:ea typeface="Arial"/>
                <a:cs typeface="Arial"/>
              </a:defRPr>
            </a:lvl9pPr>
          </a:lstStyle>
          <a:p xmlns:a="http://schemas.openxmlformats.org/drawingml/2006/main">
            <a:pPr algn="l">
              <a:buNone/>
              <a:defRPr sz="1125" b="0">
                <a:solidFill>
                  <a:srgbClr val="526773"/>
                </a:solidFill>
                <a:latin typeface="Arial"/>
                <a:ea typeface="Arial"/>
                <a:cs typeface="Arial"/>
              </a:defRPr>
            </a:pPr>
            <a:r>
              <a:rPr sz="1125" b="0">
                <a:solidFill>
                  <a:srgbClr val="526773"/>
                </a:solidFill>
                <a:latin typeface="Arial"/>
                <a:ea typeface="Arial"/>
                <a:cs typeface="Arial"/>
              </a:rPr>
              <a:t>Biện pháp đề xuất. Luồng khẩn cấp còn cần hoàn thiện và kiểm chứng với cơ sở.</a:t>
            </a:r>
          </a:p>
        </p:txBody>
      </p:sp>
      <p:sp>
        <p:nvSpPr>
          <p:cNvPr id="25" name="diagram-148">
            <a:extLst xmlns:a="http://schemas.openxmlformats.org/drawingml/2006/main">
              <a:ext uri="{FF2B5EF4-FFF2-40B4-BE49-F238E27FC236}">
                <a16:creationId xmlns:a16="http://schemas.microsoft.com/office/drawing/2014/main" id="{0FD9D730-FBDF-4E2A-B25E-9764471B9A57}"/>
              </a:ext>
            </a:extLst>
          </p:cNvPr>
          <p:cNvSpPr>
            <a:spLocks xmlns:a="http://schemas.openxmlformats.org/drawingml/2006/main" noGrp="1"/>
          </p:cNvSpPr>
          <p:nvPr/>
        </p:nvSpPr>
        <p:spPr>
          <a:xfrm xmlns:a="http://schemas.openxmlformats.org/drawingml/2006/main">
            <a:off x="11334750" y="6324600"/>
            <a:ext cx="381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1275" b="1">
                <a:solidFill>
                  <a:srgbClr val="246BCE"/>
                </a:solidFill>
                <a:latin typeface="Arial"/>
                <a:ea typeface="Arial"/>
                <a:cs typeface="Arial"/>
              </a:defRPr>
            </a:defPPr>
            <a:lvl1pPr algn="r">
              <a:buNone/>
              <a:defRPr sz="1275" b="1">
                <a:solidFill>
                  <a:srgbClr val="246BCE"/>
                </a:solidFill>
                <a:latin typeface="Arial"/>
                <a:ea typeface="Arial"/>
                <a:cs typeface="Arial"/>
              </a:defRPr>
            </a:lvl1pPr>
            <a:lvl2pPr algn="r">
              <a:buNone/>
              <a:defRPr sz="1275" b="1">
                <a:solidFill>
                  <a:srgbClr val="246BCE"/>
                </a:solidFill>
                <a:latin typeface="Arial"/>
                <a:ea typeface="Arial"/>
                <a:cs typeface="Arial"/>
              </a:defRPr>
            </a:lvl2pPr>
            <a:lvl3pPr algn="r">
              <a:buNone/>
              <a:defRPr sz="1275" b="1">
                <a:solidFill>
                  <a:srgbClr val="246BCE"/>
                </a:solidFill>
                <a:latin typeface="Arial"/>
                <a:ea typeface="Arial"/>
                <a:cs typeface="Arial"/>
              </a:defRPr>
            </a:lvl3pPr>
            <a:lvl4pPr algn="r">
              <a:buNone/>
              <a:defRPr sz="1275" b="1">
                <a:solidFill>
                  <a:srgbClr val="246BCE"/>
                </a:solidFill>
                <a:latin typeface="Arial"/>
                <a:ea typeface="Arial"/>
                <a:cs typeface="Arial"/>
              </a:defRPr>
            </a:lvl4pPr>
            <a:lvl5pPr algn="r">
              <a:buNone/>
              <a:defRPr sz="1275" b="1">
                <a:solidFill>
                  <a:srgbClr val="246BCE"/>
                </a:solidFill>
                <a:latin typeface="Arial"/>
                <a:ea typeface="Arial"/>
                <a:cs typeface="Arial"/>
              </a:defRPr>
            </a:lvl5pPr>
            <a:lvl6pPr algn="r">
              <a:buNone/>
              <a:defRPr sz="1275" b="1">
                <a:solidFill>
                  <a:srgbClr val="246BCE"/>
                </a:solidFill>
                <a:latin typeface="Arial"/>
                <a:ea typeface="Arial"/>
                <a:cs typeface="Arial"/>
              </a:defRPr>
            </a:lvl6pPr>
            <a:lvl7pPr algn="r">
              <a:buNone/>
              <a:defRPr sz="1275" b="1">
                <a:solidFill>
                  <a:srgbClr val="246BCE"/>
                </a:solidFill>
                <a:latin typeface="Arial"/>
                <a:ea typeface="Arial"/>
                <a:cs typeface="Arial"/>
              </a:defRPr>
            </a:lvl7pPr>
            <a:lvl8pPr algn="r">
              <a:buNone/>
              <a:defRPr sz="1275" b="1">
                <a:solidFill>
                  <a:srgbClr val="246BCE"/>
                </a:solidFill>
                <a:latin typeface="Arial"/>
                <a:ea typeface="Arial"/>
                <a:cs typeface="Arial"/>
              </a:defRPr>
            </a:lvl8pPr>
            <a:lvl9pPr algn="r">
              <a:buNone/>
              <a:defRPr sz="1275" b="1">
                <a:solidFill>
                  <a:srgbClr val="246BCE"/>
                </a:solidFill>
                <a:latin typeface="Arial"/>
                <a:ea typeface="Arial"/>
                <a:cs typeface="Arial"/>
              </a:defRPr>
            </a:lvl9pPr>
          </a:lstStyle>
          <a:p xmlns:a="http://schemas.openxmlformats.org/drawingml/2006/main">
            <a:pPr algn="r">
              <a:buNone/>
              <a:defRPr sz="1275" b="1">
                <a:solidFill>
                  <a:srgbClr val="246BCE"/>
                </a:solidFill>
                <a:latin typeface="Arial"/>
                <a:ea typeface="Arial"/>
                <a:cs typeface="Arial"/>
              </a:defRPr>
            </a:pPr>
            <a:r>
              <a:rPr sz="1275" b="1">
                <a:solidFill>
                  <a:srgbClr val="246BCE"/>
                </a:solidFill>
                <a:latin typeface="Arial"/>
                <a:ea typeface="Arial"/>
                <a:cs typeface="Arial"/>
              </a:rPr>
              <a:t>09</a:t>
            </a:r>
          </a:p>
        </p:txBody>
      </p:sp>
    </p:spTree>
    <p:extLst>
      <p:ext uri="{BB962C8B-B14F-4D97-AF65-F5344CB8AC3E}">
        <p14:creationId xmlns:p14="http://schemas.microsoft.com/office/powerpoint/2010/main" val="896908393"/>
      </p:ext>
    </p:extLst>
  </p:cSld>
</p:sld>
</file>

<file path=ppt/slides/slide10.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35" name="diagram-149">
            <a:extLst xmlns:a="http://schemas.openxmlformats.org/drawingml/2006/main">
              <a:ext uri="{FF2B5EF4-FFF2-40B4-BE49-F238E27FC236}">
                <a16:creationId xmlns:a16="http://schemas.microsoft.com/office/drawing/2014/main" id="{780734B7-72A5-44B3-8190-51FAF47496AA}"/>
              </a:ext>
            </a:extLst>
          </p:cNvPr>
          <p:cNvSpPr>
            <a:spLocks xmlns:a="http://schemas.openxmlformats.org/drawingml/2006/main" noGrp="1"/>
          </p:cNvSpPr>
          <p:nvPr/>
        </p:nvSpPr>
        <p:spPr>
          <a:xfrm xmlns:a="http://schemas.openxmlformats.org/drawingml/2006/main">
            <a:off x="571500" y="4000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150" b="1">
                <a:solidFill>
                  <a:srgbClr val="102A43"/>
                </a:solidFill>
                <a:latin typeface="Arial"/>
                <a:ea typeface="Arial"/>
                <a:cs typeface="Arial"/>
              </a:defRPr>
            </a:defPPr>
            <a:lvl1pPr algn="l">
              <a:buNone/>
              <a:defRPr sz="3150" b="1">
                <a:solidFill>
                  <a:srgbClr val="102A43"/>
                </a:solidFill>
                <a:latin typeface="Arial"/>
                <a:ea typeface="Arial"/>
                <a:cs typeface="Arial"/>
              </a:defRPr>
            </a:lvl1pPr>
            <a:lvl2pPr algn="l">
              <a:buNone/>
              <a:defRPr sz="3150" b="1">
                <a:solidFill>
                  <a:srgbClr val="102A43"/>
                </a:solidFill>
                <a:latin typeface="Arial"/>
                <a:ea typeface="Arial"/>
                <a:cs typeface="Arial"/>
              </a:defRPr>
            </a:lvl2pPr>
            <a:lvl3pPr algn="l">
              <a:buNone/>
              <a:defRPr sz="3150" b="1">
                <a:solidFill>
                  <a:srgbClr val="102A43"/>
                </a:solidFill>
                <a:latin typeface="Arial"/>
                <a:ea typeface="Arial"/>
                <a:cs typeface="Arial"/>
              </a:defRPr>
            </a:lvl3pPr>
            <a:lvl4pPr algn="l">
              <a:buNone/>
              <a:defRPr sz="3150" b="1">
                <a:solidFill>
                  <a:srgbClr val="102A43"/>
                </a:solidFill>
                <a:latin typeface="Arial"/>
                <a:ea typeface="Arial"/>
                <a:cs typeface="Arial"/>
              </a:defRPr>
            </a:lvl4pPr>
            <a:lvl5pPr algn="l">
              <a:buNone/>
              <a:defRPr sz="3150" b="1">
                <a:solidFill>
                  <a:srgbClr val="102A43"/>
                </a:solidFill>
                <a:latin typeface="Arial"/>
                <a:ea typeface="Arial"/>
                <a:cs typeface="Arial"/>
              </a:defRPr>
            </a:lvl5pPr>
            <a:lvl6pPr algn="l">
              <a:buNone/>
              <a:defRPr sz="3150" b="1">
                <a:solidFill>
                  <a:srgbClr val="102A43"/>
                </a:solidFill>
                <a:latin typeface="Arial"/>
                <a:ea typeface="Arial"/>
                <a:cs typeface="Arial"/>
              </a:defRPr>
            </a:lvl6pPr>
            <a:lvl7pPr algn="l">
              <a:buNone/>
              <a:defRPr sz="3150" b="1">
                <a:solidFill>
                  <a:srgbClr val="102A43"/>
                </a:solidFill>
                <a:latin typeface="Arial"/>
                <a:ea typeface="Arial"/>
                <a:cs typeface="Arial"/>
              </a:defRPr>
            </a:lvl7pPr>
            <a:lvl8pPr algn="l">
              <a:buNone/>
              <a:defRPr sz="3150" b="1">
                <a:solidFill>
                  <a:srgbClr val="102A43"/>
                </a:solidFill>
                <a:latin typeface="Arial"/>
                <a:ea typeface="Arial"/>
                <a:cs typeface="Arial"/>
              </a:defRPr>
            </a:lvl8pPr>
            <a:lvl9pPr algn="l">
              <a:buNone/>
              <a:defRPr sz="3150" b="1">
                <a:solidFill>
                  <a:srgbClr val="102A43"/>
                </a:solidFill>
                <a:latin typeface="Arial"/>
                <a:ea typeface="Arial"/>
                <a:cs typeface="Arial"/>
              </a:defRPr>
            </a:lvl9pPr>
          </a:lstStyle>
          <a:p xmlns:a="http://schemas.openxmlformats.org/drawingml/2006/main">
            <a:pPr algn="l">
              <a:buNone/>
              <a:defRPr sz="3150" b="1">
                <a:solidFill>
                  <a:srgbClr val="102A43"/>
                </a:solidFill>
                <a:latin typeface="Arial"/>
                <a:ea typeface="Arial"/>
                <a:cs typeface="Arial"/>
              </a:defRPr>
            </a:pPr>
            <a:r>
              <a:rPr sz="3150" b="1">
                <a:solidFill>
                  <a:srgbClr val="102A43"/>
                </a:solidFill>
                <a:latin typeface="Arial"/>
                <a:ea typeface="Arial"/>
                <a:cs typeface="Arial"/>
              </a:rPr>
              <a:t>Kế hoạch coach nhóm K4</a:t>
            </a:r>
          </a:p>
        </p:txBody>
      </p:sp>
      <p:sp>
        <p:nvSpPr>
          <p:cNvPr id="2" name="diagram-150">
            <a:extLst xmlns:a="http://schemas.openxmlformats.org/drawingml/2006/main">
              <a:ext uri="{FF2B5EF4-FFF2-40B4-BE49-F238E27FC236}">
                <a16:creationId xmlns:a16="http://schemas.microsoft.com/office/drawing/2014/main" id="{27807D63-1F5E-43DE-8CBE-2E91126E8A61}"/>
              </a:ext>
            </a:extLst>
          </p:cNvPr>
          <p:cNvSpPr>
            <a:spLocks xmlns:a="http://schemas.openxmlformats.org/drawingml/2006/main" noGrp="1"/>
          </p:cNvSpPr>
          <p:nvPr/>
        </p:nvSpPr>
        <p:spPr>
          <a:xfrm xmlns:a="http://schemas.openxmlformats.org/drawingml/2006/main">
            <a:off x="571500" y="1143000"/>
            <a:ext cx="11049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725" b="0">
                <a:solidFill>
                  <a:srgbClr val="526773"/>
                </a:solidFill>
                <a:latin typeface="Arial"/>
                <a:ea typeface="Arial"/>
                <a:cs typeface="Arial"/>
              </a:defRPr>
            </a:defPPr>
            <a:lvl1pPr algn="l">
              <a:buNone/>
              <a:defRPr sz="1725" b="0">
                <a:solidFill>
                  <a:srgbClr val="526773"/>
                </a:solidFill>
                <a:latin typeface="Arial"/>
                <a:ea typeface="Arial"/>
                <a:cs typeface="Arial"/>
              </a:defRPr>
            </a:lvl1pPr>
            <a:lvl2pPr algn="l">
              <a:buNone/>
              <a:defRPr sz="1725" b="0">
                <a:solidFill>
                  <a:srgbClr val="526773"/>
                </a:solidFill>
                <a:latin typeface="Arial"/>
                <a:ea typeface="Arial"/>
                <a:cs typeface="Arial"/>
              </a:defRPr>
            </a:lvl2pPr>
            <a:lvl3pPr algn="l">
              <a:buNone/>
              <a:defRPr sz="1725" b="0">
                <a:solidFill>
                  <a:srgbClr val="526773"/>
                </a:solidFill>
                <a:latin typeface="Arial"/>
                <a:ea typeface="Arial"/>
                <a:cs typeface="Arial"/>
              </a:defRPr>
            </a:lvl3pPr>
            <a:lvl4pPr algn="l">
              <a:buNone/>
              <a:defRPr sz="1725" b="0">
                <a:solidFill>
                  <a:srgbClr val="526773"/>
                </a:solidFill>
                <a:latin typeface="Arial"/>
                <a:ea typeface="Arial"/>
                <a:cs typeface="Arial"/>
              </a:defRPr>
            </a:lvl4pPr>
            <a:lvl5pPr algn="l">
              <a:buNone/>
              <a:defRPr sz="1725" b="0">
                <a:solidFill>
                  <a:srgbClr val="526773"/>
                </a:solidFill>
                <a:latin typeface="Arial"/>
                <a:ea typeface="Arial"/>
                <a:cs typeface="Arial"/>
              </a:defRPr>
            </a:lvl5pPr>
            <a:lvl6pPr algn="l">
              <a:buNone/>
              <a:defRPr sz="1725" b="0">
                <a:solidFill>
                  <a:srgbClr val="526773"/>
                </a:solidFill>
                <a:latin typeface="Arial"/>
                <a:ea typeface="Arial"/>
                <a:cs typeface="Arial"/>
              </a:defRPr>
            </a:lvl6pPr>
            <a:lvl7pPr algn="l">
              <a:buNone/>
              <a:defRPr sz="1725" b="0">
                <a:solidFill>
                  <a:srgbClr val="526773"/>
                </a:solidFill>
                <a:latin typeface="Arial"/>
                <a:ea typeface="Arial"/>
                <a:cs typeface="Arial"/>
              </a:defRPr>
            </a:lvl7pPr>
            <a:lvl8pPr algn="l">
              <a:buNone/>
              <a:defRPr sz="1725" b="0">
                <a:solidFill>
                  <a:srgbClr val="526773"/>
                </a:solidFill>
                <a:latin typeface="Arial"/>
                <a:ea typeface="Arial"/>
                <a:cs typeface="Arial"/>
              </a:defRPr>
            </a:lvl8pPr>
            <a:lvl9pPr algn="l">
              <a:buNone/>
              <a:defRPr sz="1725" b="0">
                <a:solidFill>
                  <a:srgbClr val="526773"/>
                </a:solidFill>
                <a:latin typeface="Arial"/>
                <a:ea typeface="Arial"/>
                <a:cs typeface="Arial"/>
              </a:defRPr>
            </a:lvl9pPr>
          </a:lstStyle>
          <a:p xmlns:a="http://schemas.openxmlformats.org/drawingml/2006/main">
            <a:pPr algn="l">
              <a:buNone/>
              <a:defRPr sz="1725" b="0">
                <a:solidFill>
                  <a:srgbClr val="526773"/>
                </a:solidFill>
                <a:latin typeface="Arial"/>
                <a:ea typeface="Arial"/>
                <a:cs typeface="Arial"/>
              </a:defRPr>
            </a:pPr>
            <a:r>
              <a:rPr sz="1725" b="0">
                <a:solidFill>
                  <a:srgbClr val="526773"/>
                </a:solidFill>
                <a:latin typeface="Arial"/>
                <a:ea typeface="Arial"/>
                <a:cs typeface="Arial"/>
              </a:rPr>
              <a:t>Theo dõi bằng sản phẩm, gỡ kẹt bằng bằng chứng</a:t>
            </a:r>
          </a:p>
        </p:txBody>
      </p:sp>
      <p:pic>
        <p:nvPicPr>
          <p:cNvPr id="3" name="">
            <a:extLst xmlns:a="http://schemas.openxmlformats.org/drawingml/2006/main">
              <a:ext uri="{FF2B5EF4-FFF2-40B4-BE49-F238E27FC236}">
                <a16:creationId xmlns:a16="http://schemas.microsoft.com/office/drawing/2014/main" id="{ACDB7CDB-1CE3-43F8-9A56-EDD524C11853}"/>
              </a:ext>
            </a:extLst>
          </p:cNvPr>
          <p:cNvPicPr>
            <a:picLocks xmlns:a="http://schemas.openxmlformats.org/drawingml/2006/main" noChangeAspect="1"/>
          </p:cNvPicPr>
          <p:nvPr/>
        </p:nvPicPr>
        <p:blipFill>
          <a:blip xmlns:r="http://schemas.openxmlformats.org/officeDocument/2006/relationships" xmlns:a="http://schemas.openxmlformats.org/drawingml/2006/main" r:embed="Re3c4bba70e214d11">
            <a:extLst>
              <a:ext uri="{96DAC541-7B7A-43D3-8B79-37D633B846F1}">
                <asvg:svgBlip xmlns:asvg="http://schemas.microsoft.com/office/drawing/2016/SVG/main" r:embed="Rab6ff5b276ae470c"/>
              </a:ext>
            </a:extLst>
          </a:blip>
          <a:stretch xmlns:a="http://schemas.openxmlformats.org/drawingml/2006/main"/>
        </p:blipFill>
        <p:spPr>
          <a:xfrm xmlns:a="http://schemas.openxmlformats.org/drawingml/2006/main">
            <a:off x="10763250" y="476250"/>
            <a:ext cx="533400" cy="533400"/>
          </a:xfrm>
          <a:prstGeom xmlns:a="http://schemas.openxmlformats.org/drawingml/2006/main" prst="rect">
            <a:avLst/>
          </a:prstGeom>
        </p:spPr>
      </p:pic>
      <p:sp>
        <p:nvSpPr>
          <p:cNvPr id="4" name="diagram-151">
            <a:extLst xmlns:a="http://schemas.openxmlformats.org/drawingml/2006/main">
              <a:ext uri="{FF2B5EF4-FFF2-40B4-BE49-F238E27FC236}">
                <a16:creationId xmlns:a16="http://schemas.microsoft.com/office/drawing/2014/main" id="{D76C8501-FB26-4A96-BBC6-EECF9038646A}"/>
              </a:ext>
            </a:extLst>
          </p:cNvPr>
          <p:cNvSpPr>
            <a:spLocks xmlns:a="http://schemas.openxmlformats.org/drawingml/2006/main" noGrp="1"/>
          </p:cNvSpPr>
          <p:nvPr/>
        </p:nvSpPr>
        <p:spPr>
          <a:xfrm xmlns:a="http://schemas.openxmlformats.org/drawingml/2006/main">
            <a:off x="1190625" y="2762250"/>
            <a:ext cx="9763125" cy="47625"/>
          </a:xfrm>
          <a:prstGeom xmlns:a="http://schemas.openxmlformats.org/drawingml/2006/main" prst="rect">
            <a:avLst/>
          </a:prstGeom>
          <a:solidFill xmlns:a="http://schemas.openxmlformats.org/drawingml/2006/main">
            <a:srgbClr val="246BCE"/>
          </a:solidFill>
          <a:ln xmlns:a="http://schemas.openxmlformats.org/drawingml/2006/main" w="0">
            <a:noFill/>
            <a:prstDash val="solid"/>
          </a:ln>
        </p:spPr>
      </p:sp>
      <p:sp>
        <p:nvSpPr>
          <p:cNvPr id="5" name="diagram-152">
            <a:extLst xmlns:a="http://schemas.openxmlformats.org/drawingml/2006/main">
              <a:ext uri="{FF2B5EF4-FFF2-40B4-BE49-F238E27FC236}">
                <a16:creationId xmlns:a16="http://schemas.microsoft.com/office/drawing/2014/main" id="{5F90C26D-6B29-4A6F-A5C9-D1F1473C11CA}"/>
              </a:ext>
            </a:extLst>
          </p:cNvPr>
          <p:cNvSpPr>
            <a:spLocks xmlns:a="http://schemas.openxmlformats.org/drawingml/2006/main" noGrp="1"/>
          </p:cNvSpPr>
          <p:nvPr/>
        </p:nvSpPr>
        <p:spPr>
          <a:xfrm xmlns:a="http://schemas.openxmlformats.org/drawingml/2006/main">
            <a:off x="809625" y="2400300"/>
            <a:ext cx="762000" cy="762000"/>
          </a:xfrm>
          <a:prstGeom xmlns:a="http://schemas.openxmlformats.org/drawingml/2006/main" prst="ellipse">
            <a:avLst/>
          </a:prstGeom>
          <a:solidFill xmlns:a="http://schemas.openxmlformats.org/drawingml/2006/main">
            <a:srgbClr val="E5EFFC"/>
          </a:solidFill>
          <a:ln xmlns:a="http://schemas.openxmlformats.org/drawingml/2006/main" w="0">
            <a:noFill/>
            <a:prstDash val="solid"/>
          </a:ln>
        </p:spPr>
      </p:sp>
      <p:sp>
        <p:nvSpPr>
          <p:cNvPr id="6" name="diagram-153">
            <a:extLst xmlns:a="http://schemas.openxmlformats.org/drawingml/2006/main">
              <a:ext uri="{FF2B5EF4-FFF2-40B4-BE49-F238E27FC236}">
                <a16:creationId xmlns:a16="http://schemas.microsoft.com/office/drawing/2014/main" id="{2278D065-F49D-4780-B42B-6CB00CD74915}"/>
              </a:ext>
            </a:extLst>
          </p:cNvPr>
          <p:cNvSpPr>
            <a:spLocks xmlns:a="http://schemas.openxmlformats.org/drawingml/2006/main" noGrp="1"/>
          </p:cNvSpPr>
          <p:nvPr/>
        </p:nvSpPr>
        <p:spPr>
          <a:xfrm xmlns:a="http://schemas.openxmlformats.org/drawingml/2006/main">
            <a:off x="809625" y="2400300"/>
            <a:ext cx="762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2175" b="1">
                <a:solidFill>
                  <a:srgbClr val="246BCE"/>
                </a:solidFill>
                <a:latin typeface="Arial"/>
                <a:ea typeface="Arial"/>
                <a:cs typeface="Arial"/>
              </a:defRPr>
            </a:defPPr>
            <a:lvl1pPr algn="ctr">
              <a:buNone/>
              <a:defRPr sz="2175" b="1">
                <a:solidFill>
                  <a:srgbClr val="246BCE"/>
                </a:solidFill>
                <a:latin typeface="Arial"/>
                <a:ea typeface="Arial"/>
                <a:cs typeface="Arial"/>
              </a:defRPr>
            </a:lvl1pPr>
            <a:lvl2pPr algn="ctr">
              <a:buNone/>
              <a:defRPr sz="2175" b="1">
                <a:solidFill>
                  <a:srgbClr val="246BCE"/>
                </a:solidFill>
                <a:latin typeface="Arial"/>
                <a:ea typeface="Arial"/>
                <a:cs typeface="Arial"/>
              </a:defRPr>
            </a:lvl2pPr>
            <a:lvl3pPr algn="ctr">
              <a:buNone/>
              <a:defRPr sz="2175" b="1">
                <a:solidFill>
                  <a:srgbClr val="246BCE"/>
                </a:solidFill>
                <a:latin typeface="Arial"/>
                <a:ea typeface="Arial"/>
                <a:cs typeface="Arial"/>
              </a:defRPr>
            </a:lvl3pPr>
            <a:lvl4pPr algn="ctr">
              <a:buNone/>
              <a:defRPr sz="2175" b="1">
                <a:solidFill>
                  <a:srgbClr val="246BCE"/>
                </a:solidFill>
                <a:latin typeface="Arial"/>
                <a:ea typeface="Arial"/>
                <a:cs typeface="Arial"/>
              </a:defRPr>
            </a:lvl4pPr>
            <a:lvl5pPr algn="ctr">
              <a:buNone/>
              <a:defRPr sz="2175" b="1">
                <a:solidFill>
                  <a:srgbClr val="246BCE"/>
                </a:solidFill>
                <a:latin typeface="Arial"/>
                <a:ea typeface="Arial"/>
                <a:cs typeface="Arial"/>
              </a:defRPr>
            </a:lvl5pPr>
            <a:lvl6pPr algn="ctr">
              <a:buNone/>
              <a:defRPr sz="2175" b="1">
                <a:solidFill>
                  <a:srgbClr val="246BCE"/>
                </a:solidFill>
                <a:latin typeface="Arial"/>
                <a:ea typeface="Arial"/>
                <a:cs typeface="Arial"/>
              </a:defRPr>
            </a:lvl6pPr>
            <a:lvl7pPr algn="ctr">
              <a:buNone/>
              <a:defRPr sz="2175" b="1">
                <a:solidFill>
                  <a:srgbClr val="246BCE"/>
                </a:solidFill>
                <a:latin typeface="Arial"/>
                <a:ea typeface="Arial"/>
                <a:cs typeface="Arial"/>
              </a:defRPr>
            </a:lvl7pPr>
            <a:lvl8pPr algn="ctr">
              <a:buNone/>
              <a:defRPr sz="2175" b="1">
                <a:solidFill>
                  <a:srgbClr val="246BCE"/>
                </a:solidFill>
                <a:latin typeface="Arial"/>
                <a:ea typeface="Arial"/>
                <a:cs typeface="Arial"/>
              </a:defRPr>
            </a:lvl8pPr>
            <a:lvl9pPr algn="ctr">
              <a:buNone/>
              <a:defRPr sz="2175" b="1">
                <a:solidFill>
                  <a:srgbClr val="246BCE"/>
                </a:solidFill>
                <a:latin typeface="Arial"/>
                <a:ea typeface="Arial"/>
                <a:cs typeface="Arial"/>
              </a:defRPr>
            </a:lvl9pPr>
          </a:lstStyle>
          <a:p xmlns:a="http://schemas.openxmlformats.org/drawingml/2006/main">
            <a:pPr algn="ctr">
              <a:buNone/>
              <a:defRPr sz="2175" b="1">
                <a:solidFill>
                  <a:srgbClr val="246BCE"/>
                </a:solidFill>
                <a:latin typeface="Arial"/>
                <a:ea typeface="Arial"/>
                <a:cs typeface="Arial"/>
              </a:defRPr>
            </a:pPr>
            <a:r>
              <a:rPr sz="2175" b="1">
                <a:solidFill>
                  <a:srgbClr val="246BCE"/>
                </a:solidFill>
                <a:latin typeface="Arial"/>
                <a:ea typeface="Arial"/>
                <a:cs typeface="Arial"/>
              </a:rPr>
              <a:t>1</a:t>
            </a:r>
          </a:p>
        </p:txBody>
      </p:sp>
      <p:sp>
        <p:nvSpPr>
          <p:cNvPr id="7" name="diagram-154">
            <a:extLst xmlns:a="http://schemas.openxmlformats.org/drawingml/2006/main">
              <a:ext uri="{FF2B5EF4-FFF2-40B4-BE49-F238E27FC236}">
                <a16:creationId xmlns:a16="http://schemas.microsoft.com/office/drawing/2014/main" id="{79C0D2B3-EE3C-49A5-8045-50832E5DC2D1}"/>
              </a:ext>
            </a:extLst>
          </p:cNvPr>
          <p:cNvSpPr>
            <a:spLocks xmlns:a="http://schemas.openxmlformats.org/drawingml/2006/main" noGrp="1"/>
          </p:cNvSpPr>
          <p:nvPr/>
        </p:nvSpPr>
        <p:spPr>
          <a:xfrm xmlns:a="http://schemas.openxmlformats.org/drawingml/2006/main">
            <a:off x="381000" y="1809750"/>
            <a:ext cx="1619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246BCE"/>
                </a:solidFill>
                <a:latin typeface="Arial"/>
                <a:ea typeface="Arial"/>
                <a:cs typeface="Arial"/>
              </a:defRPr>
            </a:defPPr>
            <a:lvl1pPr algn="ctr">
              <a:buNone/>
              <a:defRPr sz="1800" b="1">
                <a:solidFill>
                  <a:srgbClr val="246BCE"/>
                </a:solidFill>
                <a:latin typeface="Arial"/>
                <a:ea typeface="Arial"/>
                <a:cs typeface="Arial"/>
              </a:defRPr>
            </a:lvl1pPr>
            <a:lvl2pPr algn="ctr">
              <a:buNone/>
              <a:defRPr sz="1800" b="1">
                <a:solidFill>
                  <a:srgbClr val="246BCE"/>
                </a:solidFill>
                <a:latin typeface="Arial"/>
                <a:ea typeface="Arial"/>
                <a:cs typeface="Arial"/>
              </a:defRPr>
            </a:lvl2pPr>
            <a:lvl3pPr algn="ctr">
              <a:buNone/>
              <a:defRPr sz="1800" b="1">
                <a:solidFill>
                  <a:srgbClr val="246BCE"/>
                </a:solidFill>
                <a:latin typeface="Arial"/>
                <a:ea typeface="Arial"/>
                <a:cs typeface="Arial"/>
              </a:defRPr>
            </a:lvl3pPr>
            <a:lvl4pPr algn="ctr">
              <a:buNone/>
              <a:defRPr sz="1800" b="1">
                <a:solidFill>
                  <a:srgbClr val="246BCE"/>
                </a:solidFill>
                <a:latin typeface="Arial"/>
                <a:ea typeface="Arial"/>
                <a:cs typeface="Arial"/>
              </a:defRPr>
            </a:lvl4pPr>
            <a:lvl5pPr algn="ctr">
              <a:buNone/>
              <a:defRPr sz="1800" b="1">
                <a:solidFill>
                  <a:srgbClr val="246BCE"/>
                </a:solidFill>
                <a:latin typeface="Arial"/>
                <a:ea typeface="Arial"/>
                <a:cs typeface="Arial"/>
              </a:defRPr>
            </a:lvl5pPr>
            <a:lvl6pPr algn="ctr">
              <a:buNone/>
              <a:defRPr sz="1800" b="1">
                <a:solidFill>
                  <a:srgbClr val="246BCE"/>
                </a:solidFill>
                <a:latin typeface="Arial"/>
                <a:ea typeface="Arial"/>
                <a:cs typeface="Arial"/>
              </a:defRPr>
            </a:lvl6pPr>
            <a:lvl7pPr algn="ctr">
              <a:buNone/>
              <a:defRPr sz="1800" b="1">
                <a:solidFill>
                  <a:srgbClr val="246BCE"/>
                </a:solidFill>
                <a:latin typeface="Arial"/>
                <a:ea typeface="Arial"/>
                <a:cs typeface="Arial"/>
              </a:defRPr>
            </a:lvl7pPr>
            <a:lvl8pPr algn="ctr">
              <a:buNone/>
              <a:defRPr sz="1800" b="1">
                <a:solidFill>
                  <a:srgbClr val="246BCE"/>
                </a:solidFill>
                <a:latin typeface="Arial"/>
                <a:ea typeface="Arial"/>
                <a:cs typeface="Arial"/>
              </a:defRPr>
            </a:lvl8pPr>
            <a:lvl9pPr algn="ctr">
              <a:buNone/>
              <a:defRPr sz="1800" b="1">
                <a:solidFill>
                  <a:srgbClr val="246BCE"/>
                </a:solidFill>
                <a:latin typeface="Arial"/>
                <a:ea typeface="Arial"/>
                <a:cs typeface="Arial"/>
              </a:defRPr>
            </a:lvl9pPr>
          </a:lstStyle>
          <a:p xmlns:a="http://schemas.openxmlformats.org/drawingml/2006/main">
            <a:pPr algn="ctr">
              <a:buNone/>
              <a:defRPr sz="1800" b="1">
                <a:solidFill>
                  <a:srgbClr val="246BCE"/>
                </a:solidFill>
                <a:latin typeface="Arial"/>
                <a:ea typeface="Arial"/>
                <a:cs typeface="Arial"/>
              </a:defRPr>
            </a:pPr>
            <a:r>
              <a:rPr sz="1800" b="1">
                <a:solidFill>
                  <a:srgbClr val="246BCE"/>
                </a:solidFill>
                <a:latin typeface="Arial"/>
                <a:ea typeface="Arial"/>
                <a:cs typeface="Arial"/>
              </a:rPr>
              <a:t>Ngày 1</a:t>
            </a:r>
          </a:p>
        </p:txBody>
      </p:sp>
      <p:sp>
        <p:nvSpPr>
          <p:cNvPr id="8" name="diagram-155">
            <a:extLst xmlns:a="http://schemas.openxmlformats.org/drawingml/2006/main">
              <a:ext uri="{FF2B5EF4-FFF2-40B4-BE49-F238E27FC236}">
                <a16:creationId xmlns:a16="http://schemas.microsoft.com/office/drawing/2014/main" id="{4C1CB04C-A274-40AA-A28A-07B73A76A4B2}"/>
              </a:ext>
            </a:extLst>
          </p:cNvPr>
          <p:cNvSpPr>
            <a:spLocks xmlns:a="http://schemas.openxmlformats.org/drawingml/2006/main" noGrp="1"/>
          </p:cNvSpPr>
          <p:nvPr/>
        </p:nvSpPr>
        <p:spPr>
          <a:xfrm xmlns:a="http://schemas.openxmlformats.org/drawingml/2006/main">
            <a:off x="314325" y="3476625"/>
            <a:ext cx="17621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102A43"/>
                </a:solidFill>
                <a:latin typeface="Arial"/>
                <a:ea typeface="Arial"/>
                <a:cs typeface="Arial"/>
              </a:defRPr>
            </a:defPPr>
            <a:lvl1pPr algn="ctr">
              <a:buNone/>
              <a:defRPr sz="1800" b="1">
                <a:solidFill>
                  <a:srgbClr val="102A43"/>
                </a:solidFill>
                <a:latin typeface="Arial"/>
                <a:ea typeface="Arial"/>
                <a:cs typeface="Arial"/>
              </a:defRPr>
            </a:lvl1pPr>
            <a:lvl2pPr algn="ctr">
              <a:buNone/>
              <a:defRPr sz="1800" b="1">
                <a:solidFill>
                  <a:srgbClr val="102A43"/>
                </a:solidFill>
                <a:latin typeface="Arial"/>
                <a:ea typeface="Arial"/>
                <a:cs typeface="Arial"/>
              </a:defRPr>
            </a:lvl2pPr>
            <a:lvl3pPr algn="ctr">
              <a:buNone/>
              <a:defRPr sz="1800" b="1">
                <a:solidFill>
                  <a:srgbClr val="102A43"/>
                </a:solidFill>
                <a:latin typeface="Arial"/>
                <a:ea typeface="Arial"/>
                <a:cs typeface="Arial"/>
              </a:defRPr>
            </a:lvl3pPr>
            <a:lvl4pPr algn="ctr">
              <a:buNone/>
              <a:defRPr sz="1800" b="1">
                <a:solidFill>
                  <a:srgbClr val="102A43"/>
                </a:solidFill>
                <a:latin typeface="Arial"/>
                <a:ea typeface="Arial"/>
                <a:cs typeface="Arial"/>
              </a:defRPr>
            </a:lvl4pPr>
            <a:lvl5pPr algn="ctr">
              <a:buNone/>
              <a:defRPr sz="1800" b="1">
                <a:solidFill>
                  <a:srgbClr val="102A43"/>
                </a:solidFill>
                <a:latin typeface="Arial"/>
                <a:ea typeface="Arial"/>
                <a:cs typeface="Arial"/>
              </a:defRPr>
            </a:lvl5pPr>
            <a:lvl6pPr algn="ctr">
              <a:buNone/>
              <a:defRPr sz="1800" b="1">
                <a:solidFill>
                  <a:srgbClr val="102A43"/>
                </a:solidFill>
                <a:latin typeface="Arial"/>
                <a:ea typeface="Arial"/>
                <a:cs typeface="Arial"/>
              </a:defRPr>
            </a:lvl6pPr>
            <a:lvl7pPr algn="ctr">
              <a:buNone/>
              <a:defRPr sz="1800" b="1">
                <a:solidFill>
                  <a:srgbClr val="102A43"/>
                </a:solidFill>
                <a:latin typeface="Arial"/>
                <a:ea typeface="Arial"/>
                <a:cs typeface="Arial"/>
              </a:defRPr>
            </a:lvl7pPr>
            <a:lvl8pPr algn="ctr">
              <a:buNone/>
              <a:defRPr sz="1800" b="1">
                <a:solidFill>
                  <a:srgbClr val="102A43"/>
                </a:solidFill>
                <a:latin typeface="Arial"/>
                <a:ea typeface="Arial"/>
                <a:cs typeface="Arial"/>
              </a:defRPr>
            </a:lvl8pPr>
            <a:lvl9pPr algn="ctr">
              <a:buNone/>
              <a:defRPr sz="1800" b="1">
                <a:solidFill>
                  <a:srgbClr val="102A43"/>
                </a:solidFill>
                <a:latin typeface="Arial"/>
                <a:ea typeface="Arial"/>
                <a:cs typeface="Arial"/>
              </a:defRPr>
            </a:lvl9pPr>
          </a:lstStyle>
          <a:p xmlns:a="http://schemas.openxmlformats.org/drawingml/2006/main">
            <a:pPr algn="ctr">
              <a:buNone/>
              <a:defRPr sz="1800" b="1">
                <a:solidFill>
                  <a:srgbClr val="102A43"/>
                </a:solidFill>
                <a:latin typeface="Arial"/>
                <a:ea typeface="Arial"/>
                <a:cs typeface="Arial"/>
              </a:defRPr>
            </a:pPr>
            <a:r>
              <a:rPr sz="1800" b="1">
                <a:solidFill>
                  <a:srgbClr val="102A43"/>
                </a:solidFill>
                <a:latin typeface="Arial"/>
                <a:ea typeface="Arial"/>
                <a:cs typeface="Arial"/>
              </a:rPr>
              <a:t>Chọn phạm vi</a:t>
            </a:r>
          </a:p>
        </p:txBody>
      </p:sp>
      <p:sp>
        <p:nvSpPr>
          <p:cNvPr id="9" name="diagram-156">
            <a:extLst xmlns:a="http://schemas.openxmlformats.org/drawingml/2006/main">
              <a:ext uri="{FF2B5EF4-FFF2-40B4-BE49-F238E27FC236}">
                <a16:creationId xmlns:a16="http://schemas.microsoft.com/office/drawing/2014/main" id="{78F7E5A1-60FE-483C-B479-64605C72CC93}"/>
              </a:ext>
            </a:extLst>
          </p:cNvPr>
          <p:cNvSpPr>
            <a:spLocks xmlns:a="http://schemas.openxmlformats.org/drawingml/2006/main" noGrp="1"/>
          </p:cNvSpPr>
          <p:nvPr/>
        </p:nvSpPr>
        <p:spPr>
          <a:xfrm xmlns:a="http://schemas.openxmlformats.org/drawingml/2006/main">
            <a:off x="2762250" y="2400300"/>
            <a:ext cx="762000" cy="762000"/>
          </a:xfrm>
          <a:prstGeom xmlns:a="http://schemas.openxmlformats.org/drawingml/2006/main" prst="ellipse">
            <a:avLst/>
          </a:prstGeom>
          <a:solidFill xmlns:a="http://schemas.openxmlformats.org/drawingml/2006/main">
            <a:srgbClr val="E5EFFC"/>
          </a:solidFill>
          <a:ln xmlns:a="http://schemas.openxmlformats.org/drawingml/2006/main" w="0">
            <a:noFill/>
            <a:prstDash val="solid"/>
          </a:ln>
        </p:spPr>
      </p:sp>
      <p:sp>
        <p:nvSpPr>
          <p:cNvPr id="10" name="diagram-157">
            <a:extLst xmlns:a="http://schemas.openxmlformats.org/drawingml/2006/main">
              <a:ext uri="{FF2B5EF4-FFF2-40B4-BE49-F238E27FC236}">
                <a16:creationId xmlns:a16="http://schemas.microsoft.com/office/drawing/2014/main" id="{12FF60CB-1201-4546-AE5B-41DCB80CA00D}"/>
              </a:ext>
            </a:extLst>
          </p:cNvPr>
          <p:cNvSpPr>
            <a:spLocks xmlns:a="http://schemas.openxmlformats.org/drawingml/2006/main" noGrp="1"/>
          </p:cNvSpPr>
          <p:nvPr/>
        </p:nvSpPr>
        <p:spPr>
          <a:xfrm xmlns:a="http://schemas.openxmlformats.org/drawingml/2006/main">
            <a:off x="2762250" y="2400300"/>
            <a:ext cx="762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2175" b="1">
                <a:solidFill>
                  <a:srgbClr val="246BCE"/>
                </a:solidFill>
                <a:latin typeface="Arial"/>
                <a:ea typeface="Arial"/>
                <a:cs typeface="Arial"/>
              </a:defRPr>
            </a:defPPr>
            <a:lvl1pPr algn="ctr">
              <a:buNone/>
              <a:defRPr sz="2175" b="1">
                <a:solidFill>
                  <a:srgbClr val="246BCE"/>
                </a:solidFill>
                <a:latin typeface="Arial"/>
                <a:ea typeface="Arial"/>
                <a:cs typeface="Arial"/>
              </a:defRPr>
            </a:lvl1pPr>
            <a:lvl2pPr algn="ctr">
              <a:buNone/>
              <a:defRPr sz="2175" b="1">
                <a:solidFill>
                  <a:srgbClr val="246BCE"/>
                </a:solidFill>
                <a:latin typeface="Arial"/>
                <a:ea typeface="Arial"/>
                <a:cs typeface="Arial"/>
              </a:defRPr>
            </a:lvl2pPr>
            <a:lvl3pPr algn="ctr">
              <a:buNone/>
              <a:defRPr sz="2175" b="1">
                <a:solidFill>
                  <a:srgbClr val="246BCE"/>
                </a:solidFill>
                <a:latin typeface="Arial"/>
                <a:ea typeface="Arial"/>
                <a:cs typeface="Arial"/>
              </a:defRPr>
            </a:lvl3pPr>
            <a:lvl4pPr algn="ctr">
              <a:buNone/>
              <a:defRPr sz="2175" b="1">
                <a:solidFill>
                  <a:srgbClr val="246BCE"/>
                </a:solidFill>
                <a:latin typeface="Arial"/>
                <a:ea typeface="Arial"/>
                <a:cs typeface="Arial"/>
              </a:defRPr>
            </a:lvl4pPr>
            <a:lvl5pPr algn="ctr">
              <a:buNone/>
              <a:defRPr sz="2175" b="1">
                <a:solidFill>
                  <a:srgbClr val="246BCE"/>
                </a:solidFill>
                <a:latin typeface="Arial"/>
                <a:ea typeface="Arial"/>
                <a:cs typeface="Arial"/>
              </a:defRPr>
            </a:lvl5pPr>
            <a:lvl6pPr algn="ctr">
              <a:buNone/>
              <a:defRPr sz="2175" b="1">
                <a:solidFill>
                  <a:srgbClr val="246BCE"/>
                </a:solidFill>
                <a:latin typeface="Arial"/>
                <a:ea typeface="Arial"/>
                <a:cs typeface="Arial"/>
              </a:defRPr>
            </a:lvl6pPr>
            <a:lvl7pPr algn="ctr">
              <a:buNone/>
              <a:defRPr sz="2175" b="1">
                <a:solidFill>
                  <a:srgbClr val="246BCE"/>
                </a:solidFill>
                <a:latin typeface="Arial"/>
                <a:ea typeface="Arial"/>
                <a:cs typeface="Arial"/>
              </a:defRPr>
            </a:lvl7pPr>
            <a:lvl8pPr algn="ctr">
              <a:buNone/>
              <a:defRPr sz="2175" b="1">
                <a:solidFill>
                  <a:srgbClr val="246BCE"/>
                </a:solidFill>
                <a:latin typeface="Arial"/>
                <a:ea typeface="Arial"/>
                <a:cs typeface="Arial"/>
              </a:defRPr>
            </a:lvl8pPr>
            <a:lvl9pPr algn="ctr">
              <a:buNone/>
              <a:defRPr sz="2175" b="1">
                <a:solidFill>
                  <a:srgbClr val="246BCE"/>
                </a:solidFill>
                <a:latin typeface="Arial"/>
                <a:ea typeface="Arial"/>
                <a:cs typeface="Arial"/>
              </a:defRPr>
            </a:lvl9pPr>
          </a:lstStyle>
          <a:p xmlns:a="http://schemas.openxmlformats.org/drawingml/2006/main">
            <a:pPr algn="ctr">
              <a:buNone/>
              <a:defRPr sz="2175" b="1">
                <a:solidFill>
                  <a:srgbClr val="246BCE"/>
                </a:solidFill>
                <a:latin typeface="Arial"/>
                <a:ea typeface="Arial"/>
                <a:cs typeface="Arial"/>
              </a:defRPr>
            </a:pPr>
            <a:r>
              <a:rPr sz="2175" b="1">
                <a:solidFill>
                  <a:srgbClr val="246BCE"/>
                </a:solidFill>
                <a:latin typeface="Arial"/>
                <a:ea typeface="Arial"/>
                <a:cs typeface="Arial"/>
              </a:rPr>
              <a:t>2</a:t>
            </a:r>
          </a:p>
        </p:txBody>
      </p:sp>
      <p:sp>
        <p:nvSpPr>
          <p:cNvPr id="11" name="diagram-158">
            <a:extLst xmlns:a="http://schemas.openxmlformats.org/drawingml/2006/main">
              <a:ext uri="{FF2B5EF4-FFF2-40B4-BE49-F238E27FC236}">
                <a16:creationId xmlns:a16="http://schemas.microsoft.com/office/drawing/2014/main" id="{D1F0836B-470D-4D15-8740-00F78CF0F119}"/>
              </a:ext>
            </a:extLst>
          </p:cNvPr>
          <p:cNvSpPr>
            <a:spLocks xmlns:a="http://schemas.openxmlformats.org/drawingml/2006/main" noGrp="1"/>
          </p:cNvSpPr>
          <p:nvPr/>
        </p:nvSpPr>
        <p:spPr>
          <a:xfrm xmlns:a="http://schemas.openxmlformats.org/drawingml/2006/main">
            <a:off x="2333625" y="1809750"/>
            <a:ext cx="1619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246BCE"/>
                </a:solidFill>
                <a:latin typeface="Arial"/>
                <a:ea typeface="Arial"/>
                <a:cs typeface="Arial"/>
              </a:defRPr>
            </a:defPPr>
            <a:lvl1pPr algn="ctr">
              <a:buNone/>
              <a:defRPr sz="1800" b="1">
                <a:solidFill>
                  <a:srgbClr val="246BCE"/>
                </a:solidFill>
                <a:latin typeface="Arial"/>
                <a:ea typeface="Arial"/>
                <a:cs typeface="Arial"/>
              </a:defRPr>
            </a:lvl1pPr>
            <a:lvl2pPr algn="ctr">
              <a:buNone/>
              <a:defRPr sz="1800" b="1">
                <a:solidFill>
                  <a:srgbClr val="246BCE"/>
                </a:solidFill>
                <a:latin typeface="Arial"/>
                <a:ea typeface="Arial"/>
                <a:cs typeface="Arial"/>
              </a:defRPr>
            </a:lvl2pPr>
            <a:lvl3pPr algn="ctr">
              <a:buNone/>
              <a:defRPr sz="1800" b="1">
                <a:solidFill>
                  <a:srgbClr val="246BCE"/>
                </a:solidFill>
                <a:latin typeface="Arial"/>
                <a:ea typeface="Arial"/>
                <a:cs typeface="Arial"/>
              </a:defRPr>
            </a:lvl3pPr>
            <a:lvl4pPr algn="ctr">
              <a:buNone/>
              <a:defRPr sz="1800" b="1">
                <a:solidFill>
                  <a:srgbClr val="246BCE"/>
                </a:solidFill>
                <a:latin typeface="Arial"/>
                <a:ea typeface="Arial"/>
                <a:cs typeface="Arial"/>
              </a:defRPr>
            </a:lvl4pPr>
            <a:lvl5pPr algn="ctr">
              <a:buNone/>
              <a:defRPr sz="1800" b="1">
                <a:solidFill>
                  <a:srgbClr val="246BCE"/>
                </a:solidFill>
                <a:latin typeface="Arial"/>
                <a:ea typeface="Arial"/>
                <a:cs typeface="Arial"/>
              </a:defRPr>
            </a:lvl5pPr>
            <a:lvl6pPr algn="ctr">
              <a:buNone/>
              <a:defRPr sz="1800" b="1">
                <a:solidFill>
                  <a:srgbClr val="246BCE"/>
                </a:solidFill>
                <a:latin typeface="Arial"/>
                <a:ea typeface="Arial"/>
                <a:cs typeface="Arial"/>
              </a:defRPr>
            </a:lvl6pPr>
            <a:lvl7pPr algn="ctr">
              <a:buNone/>
              <a:defRPr sz="1800" b="1">
                <a:solidFill>
                  <a:srgbClr val="246BCE"/>
                </a:solidFill>
                <a:latin typeface="Arial"/>
                <a:ea typeface="Arial"/>
                <a:cs typeface="Arial"/>
              </a:defRPr>
            </a:lvl7pPr>
            <a:lvl8pPr algn="ctr">
              <a:buNone/>
              <a:defRPr sz="1800" b="1">
                <a:solidFill>
                  <a:srgbClr val="246BCE"/>
                </a:solidFill>
                <a:latin typeface="Arial"/>
                <a:ea typeface="Arial"/>
                <a:cs typeface="Arial"/>
              </a:defRPr>
            </a:lvl8pPr>
            <a:lvl9pPr algn="ctr">
              <a:buNone/>
              <a:defRPr sz="1800" b="1">
                <a:solidFill>
                  <a:srgbClr val="246BCE"/>
                </a:solidFill>
                <a:latin typeface="Arial"/>
                <a:ea typeface="Arial"/>
                <a:cs typeface="Arial"/>
              </a:defRPr>
            </a:lvl9pPr>
          </a:lstStyle>
          <a:p xmlns:a="http://schemas.openxmlformats.org/drawingml/2006/main">
            <a:pPr algn="ctr">
              <a:buNone/>
              <a:defRPr sz="1800" b="1">
                <a:solidFill>
                  <a:srgbClr val="246BCE"/>
                </a:solidFill>
                <a:latin typeface="Arial"/>
                <a:ea typeface="Arial"/>
                <a:cs typeface="Arial"/>
              </a:defRPr>
            </a:pPr>
            <a:r>
              <a:rPr sz="1800" b="1">
                <a:solidFill>
                  <a:srgbClr val="246BCE"/>
                </a:solidFill>
                <a:latin typeface="Arial"/>
                <a:ea typeface="Arial"/>
                <a:cs typeface="Arial"/>
              </a:rPr>
              <a:t>Ngày 2</a:t>
            </a:r>
          </a:p>
        </p:txBody>
      </p:sp>
      <p:sp>
        <p:nvSpPr>
          <p:cNvPr id="12" name="diagram-159">
            <a:extLst xmlns:a="http://schemas.openxmlformats.org/drawingml/2006/main">
              <a:ext uri="{FF2B5EF4-FFF2-40B4-BE49-F238E27FC236}">
                <a16:creationId xmlns:a16="http://schemas.microsoft.com/office/drawing/2014/main" id="{C1C67E15-D3D2-48F6-B0AD-59E07CBCD91E}"/>
              </a:ext>
            </a:extLst>
          </p:cNvPr>
          <p:cNvSpPr>
            <a:spLocks xmlns:a="http://schemas.openxmlformats.org/drawingml/2006/main" noGrp="1"/>
          </p:cNvSpPr>
          <p:nvPr/>
        </p:nvSpPr>
        <p:spPr>
          <a:xfrm xmlns:a="http://schemas.openxmlformats.org/drawingml/2006/main">
            <a:off x="2266950" y="3476625"/>
            <a:ext cx="17621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102A43"/>
                </a:solidFill>
                <a:latin typeface="Arial"/>
                <a:ea typeface="Arial"/>
                <a:cs typeface="Arial"/>
              </a:defRPr>
            </a:defPPr>
            <a:lvl1pPr algn="ctr">
              <a:buNone/>
              <a:defRPr sz="1800" b="1">
                <a:solidFill>
                  <a:srgbClr val="102A43"/>
                </a:solidFill>
                <a:latin typeface="Arial"/>
                <a:ea typeface="Arial"/>
                <a:cs typeface="Arial"/>
              </a:defRPr>
            </a:lvl1pPr>
            <a:lvl2pPr algn="ctr">
              <a:buNone/>
              <a:defRPr sz="1800" b="1">
                <a:solidFill>
                  <a:srgbClr val="102A43"/>
                </a:solidFill>
                <a:latin typeface="Arial"/>
                <a:ea typeface="Arial"/>
                <a:cs typeface="Arial"/>
              </a:defRPr>
            </a:lvl2pPr>
            <a:lvl3pPr algn="ctr">
              <a:buNone/>
              <a:defRPr sz="1800" b="1">
                <a:solidFill>
                  <a:srgbClr val="102A43"/>
                </a:solidFill>
                <a:latin typeface="Arial"/>
                <a:ea typeface="Arial"/>
                <a:cs typeface="Arial"/>
              </a:defRPr>
            </a:lvl3pPr>
            <a:lvl4pPr algn="ctr">
              <a:buNone/>
              <a:defRPr sz="1800" b="1">
                <a:solidFill>
                  <a:srgbClr val="102A43"/>
                </a:solidFill>
                <a:latin typeface="Arial"/>
                <a:ea typeface="Arial"/>
                <a:cs typeface="Arial"/>
              </a:defRPr>
            </a:lvl4pPr>
            <a:lvl5pPr algn="ctr">
              <a:buNone/>
              <a:defRPr sz="1800" b="1">
                <a:solidFill>
                  <a:srgbClr val="102A43"/>
                </a:solidFill>
                <a:latin typeface="Arial"/>
                <a:ea typeface="Arial"/>
                <a:cs typeface="Arial"/>
              </a:defRPr>
            </a:lvl5pPr>
            <a:lvl6pPr algn="ctr">
              <a:buNone/>
              <a:defRPr sz="1800" b="1">
                <a:solidFill>
                  <a:srgbClr val="102A43"/>
                </a:solidFill>
                <a:latin typeface="Arial"/>
                <a:ea typeface="Arial"/>
                <a:cs typeface="Arial"/>
              </a:defRPr>
            </a:lvl6pPr>
            <a:lvl7pPr algn="ctr">
              <a:buNone/>
              <a:defRPr sz="1800" b="1">
                <a:solidFill>
                  <a:srgbClr val="102A43"/>
                </a:solidFill>
                <a:latin typeface="Arial"/>
                <a:ea typeface="Arial"/>
                <a:cs typeface="Arial"/>
              </a:defRPr>
            </a:lvl7pPr>
            <a:lvl8pPr algn="ctr">
              <a:buNone/>
              <a:defRPr sz="1800" b="1">
                <a:solidFill>
                  <a:srgbClr val="102A43"/>
                </a:solidFill>
                <a:latin typeface="Arial"/>
                <a:ea typeface="Arial"/>
                <a:cs typeface="Arial"/>
              </a:defRPr>
            </a:lvl8pPr>
            <a:lvl9pPr algn="ctr">
              <a:buNone/>
              <a:defRPr sz="1800" b="1">
                <a:solidFill>
                  <a:srgbClr val="102A43"/>
                </a:solidFill>
                <a:latin typeface="Arial"/>
                <a:ea typeface="Arial"/>
                <a:cs typeface="Arial"/>
              </a:defRPr>
            </a:lvl9pPr>
          </a:lstStyle>
          <a:p xmlns:a="http://schemas.openxmlformats.org/drawingml/2006/main">
            <a:pPr algn="ctr">
              <a:buNone/>
              <a:defRPr sz="1800" b="1">
                <a:solidFill>
                  <a:srgbClr val="102A43"/>
                </a:solidFill>
                <a:latin typeface="Arial"/>
                <a:ea typeface="Arial"/>
                <a:cs typeface="Arial"/>
              </a:defRPr>
            </a:pPr>
            <a:r>
              <a:rPr sz="1800" b="1">
                <a:solidFill>
                  <a:srgbClr val="102A43"/>
                </a:solidFill>
                <a:latin typeface="Arial"/>
                <a:ea typeface="Arial"/>
                <a:cs typeface="Arial"/>
              </a:rPr>
              <a:t>Nghiên cứu</a:t>
            </a:r>
          </a:p>
        </p:txBody>
      </p:sp>
      <p:sp>
        <p:nvSpPr>
          <p:cNvPr id="13" name="diagram-160">
            <a:extLst xmlns:a="http://schemas.openxmlformats.org/drawingml/2006/main">
              <a:ext uri="{FF2B5EF4-FFF2-40B4-BE49-F238E27FC236}">
                <a16:creationId xmlns:a16="http://schemas.microsoft.com/office/drawing/2014/main" id="{57D3E7F6-CCDD-45F1-B3A6-13C951B87B9E}"/>
              </a:ext>
            </a:extLst>
          </p:cNvPr>
          <p:cNvSpPr>
            <a:spLocks xmlns:a="http://schemas.openxmlformats.org/drawingml/2006/main" noGrp="1"/>
          </p:cNvSpPr>
          <p:nvPr/>
        </p:nvSpPr>
        <p:spPr>
          <a:xfrm xmlns:a="http://schemas.openxmlformats.org/drawingml/2006/main">
            <a:off x="4714875" y="2400300"/>
            <a:ext cx="762000" cy="762000"/>
          </a:xfrm>
          <a:prstGeom xmlns:a="http://schemas.openxmlformats.org/drawingml/2006/main" prst="ellipse">
            <a:avLst/>
          </a:prstGeom>
          <a:solidFill xmlns:a="http://schemas.openxmlformats.org/drawingml/2006/main">
            <a:srgbClr val="E5EFFC"/>
          </a:solidFill>
          <a:ln xmlns:a="http://schemas.openxmlformats.org/drawingml/2006/main" w="0">
            <a:noFill/>
            <a:prstDash val="solid"/>
          </a:ln>
        </p:spPr>
      </p:sp>
      <p:sp>
        <p:nvSpPr>
          <p:cNvPr id="14" name="diagram-161">
            <a:extLst xmlns:a="http://schemas.openxmlformats.org/drawingml/2006/main">
              <a:ext uri="{FF2B5EF4-FFF2-40B4-BE49-F238E27FC236}">
                <a16:creationId xmlns:a16="http://schemas.microsoft.com/office/drawing/2014/main" id="{0B0B13D6-2640-47A2-9382-C548FA6967C6}"/>
              </a:ext>
            </a:extLst>
          </p:cNvPr>
          <p:cNvSpPr>
            <a:spLocks xmlns:a="http://schemas.openxmlformats.org/drawingml/2006/main" noGrp="1"/>
          </p:cNvSpPr>
          <p:nvPr/>
        </p:nvSpPr>
        <p:spPr>
          <a:xfrm xmlns:a="http://schemas.openxmlformats.org/drawingml/2006/main">
            <a:off x="4714875" y="2400300"/>
            <a:ext cx="762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2175" b="1">
                <a:solidFill>
                  <a:srgbClr val="246BCE"/>
                </a:solidFill>
                <a:latin typeface="Arial"/>
                <a:ea typeface="Arial"/>
                <a:cs typeface="Arial"/>
              </a:defRPr>
            </a:defPPr>
            <a:lvl1pPr algn="ctr">
              <a:buNone/>
              <a:defRPr sz="2175" b="1">
                <a:solidFill>
                  <a:srgbClr val="246BCE"/>
                </a:solidFill>
                <a:latin typeface="Arial"/>
                <a:ea typeface="Arial"/>
                <a:cs typeface="Arial"/>
              </a:defRPr>
            </a:lvl1pPr>
            <a:lvl2pPr algn="ctr">
              <a:buNone/>
              <a:defRPr sz="2175" b="1">
                <a:solidFill>
                  <a:srgbClr val="246BCE"/>
                </a:solidFill>
                <a:latin typeface="Arial"/>
                <a:ea typeface="Arial"/>
                <a:cs typeface="Arial"/>
              </a:defRPr>
            </a:lvl2pPr>
            <a:lvl3pPr algn="ctr">
              <a:buNone/>
              <a:defRPr sz="2175" b="1">
                <a:solidFill>
                  <a:srgbClr val="246BCE"/>
                </a:solidFill>
                <a:latin typeface="Arial"/>
                <a:ea typeface="Arial"/>
                <a:cs typeface="Arial"/>
              </a:defRPr>
            </a:lvl3pPr>
            <a:lvl4pPr algn="ctr">
              <a:buNone/>
              <a:defRPr sz="2175" b="1">
                <a:solidFill>
                  <a:srgbClr val="246BCE"/>
                </a:solidFill>
                <a:latin typeface="Arial"/>
                <a:ea typeface="Arial"/>
                <a:cs typeface="Arial"/>
              </a:defRPr>
            </a:lvl4pPr>
            <a:lvl5pPr algn="ctr">
              <a:buNone/>
              <a:defRPr sz="2175" b="1">
                <a:solidFill>
                  <a:srgbClr val="246BCE"/>
                </a:solidFill>
                <a:latin typeface="Arial"/>
                <a:ea typeface="Arial"/>
                <a:cs typeface="Arial"/>
              </a:defRPr>
            </a:lvl5pPr>
            <a:lvl6pPr algn="ctr">
              <a:buNone/>
              <a:defRPr sz="2175" b="1">
                <a:solidFill>
                  <a:srgbClr val="246BCE"/>
                </a:solidFill>
                <a:latin typeface="Arial"/>
                <a:ea typeface="Arial"/>
                <a:cs typeface="Arial"/>
              </a:defRPr>
            </a:lvl6pPr>
            <a:lvl7pPr algn="ctr">
              <a:buNone/>
              <a:defRPr sz="2175" b="1">
                <a:solidFill>
                  <a:srgbClr val="246BCE"/>
                </a:solidFill>
                <a:latin typeface="Arial"/>
                <a:ea typeface="Arial"/>
                <a:cs typeface="Arial"/>
              </a:defRPr>
            </a:lvl7pPr>
            <a:lvl8pPr algn="ctr">
              <a:buNone/>
              <a:defRPr sz="2175" b="1">
                <a:solidFill>
                  <a:srgbClr val="246BCE"/>
                </a:solidFill>
                <a:latin typeface="Arial"/>
                <a:ea typeface="Arial"/>
                <a:cs typeface="Arial"/>
              </a:defRPr>
            </a:lvl8pPr>
            <a:lvl9pPr algn="ctr">
              <a:buNone/>
              <a:defRPr sz="2175" b="1">
                <a:solidFill>
                  <a:srgbClr val="246BCE"/>
                </a:solidFill>
                <a:latin typeface="Arial"/>
                <a:ea typeface="Arial"/>
                <a:cs typeface="Arial"/>
              </a:defRPr>
            </a:lvl9pPr>
          </a:lstStyle>
          <a:p xmlns:a="http://schemas.openxmlformats.org/drawingml/2006/main">
            <a:pPr algn="ctr">
              <a:buNone/>
              <a:defRPr sz="2175" b="1">
                <a:solidFill>
                  <a:srgbClr val="246BCE"/>
                </a:solidFill>
                <a:latin typeface="Arial"/>
                <a:ea typeface="Arial"/>
                <a:cs typeface="Arial"/>
              </a:defRPr>
            </a:pPr>
            <a:r>
              <a:rPr sz="2175" b="1">
                <a:solidFill>
                  <a:srgbClr val="246BCE"/>
                </a:solidFill>
                <a:latin typeface="Arial"/>
                <a:ea typeface="Arial"/>
                <a:cs typeface="Arial"/>
              </a:rPr>
              <a:t>3</a:t>
            </a:r>
          </a:p>
        </p:txBody>
      </p:sp>
      <p:sp>
        <p:nvSpPr>
          <p:cNvPr id="15" name="diagram-162">
            <a:extLst xmlns:a="http://schemas.openxmlformats.org/drawingml/2006/main">
              <a:ext uri="{FF2B5EF4-FFF2-40B4-BE49-F238E27FC236}">
                <a16:creationId xmlns:a16="http://schemas.microsoft.com/office/drawing/2014/main" id="{80310459-700B-48B5-BAA0-214E8DDC983E}"/>
              </a:ext>
            </a:extLst>
          </p:cNvPr>
          <p:cNvSpPr>
            <a:spLocks xmlns:a="http://schemas.openxmlformats.org/drawingml/2006/main" noGrp="1"/>
          </p:cNvSpPr>
          <p:nvPr/>
        </p:nvSpPr>
        <p:spPr>
          <a:xfrm xmlns:a="http://schemas.openxmlformats.org/drawingml/2006/main">
            <a:off x="4286250" y="1809750"/>
            <a:ext cx="1619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246BCE"/>
                </a:solidFill>
                <a:latin typeface="Arial"/>
                <a:ea typeface="Arial"/>
                <a:cs typeface="Arial"/>
              </a:defRPr>
            </a:defPPr>
            <a:lvl1pPr algn="ctr">
              <a:buNone/>
              <a:defRPr sz="1800" b="1">
                <a:solidFill>
                  <a:srgbClr val="246BCE"/>
                </a:solidFill>
                <a:latin typeface="Arial"/>
                <a:ea typeface="Arial"/>
                <a:cs typeface="Arial"/>
              </a:defRPr>
            </a:lvl1pPr>
            <a:lvl2pPr algn="ctr">
              <a:buNone/>
              <a:defRPr sz="1800" b="1">
                <a:solidFill>
                  <a:srgbClr val="246BCE"/>
                </a:solidFill>
                <a:latin typeface="Arial"/>
                <a:ea typeface="Arial"/>
                <a:cs typeface="Arial"/>
              </a:defRPr>
            </a:lvl2pPr>
            <a:lvl3pPr algn="ctr">
              <a:buNone/>
              <a:defRPr sz="1800" b="1">
                <a:solidFill>
                  <a:srgbClr val="246BCE"/>
                </a:solidFill>
                <a:latin typeface="Arial"/>
                <a:ea typeface="Arial"/>
                <a:cs typeface="Arial"/>
              </a:defRPr>
            </a:lvl3pPr>
            <a:lvl4pPr algn="ctr">
              <a:buNone/>
              <a:defRPr sz="1800" b="1">
                <a:solidFill>
                  <a:srgbClr val="246BCE"/>
                </a:solidFill>
                <a:latin typeface="Arial"/>
                <a:ea typeface="Arial"/>
                <a:cs typeface="Arial"/>
              </a:defRPr>
            </a:lvl4pPr>
            <a:lvl5pPr algn="ctr">
              <a:buNone/>
              <a:defRPr sz="1800" b="1">
                <a:solidFill>
                  <a:srgbClr val="246BCE"/>
                </a:solidFill>
                <a:latin typeface="Arial"/>
                <a:ea typeface="Arial"/>
                <a:cs typeface="Arial"/>
              </a:defRPr>
            </a:lvl5pPr>
            <a:lvl6pPr algn="ctr">
              <a:buNone/>
              <a:defRPr sz="1800" b="1">
                <a:solidFill>
                  <a:srgbClr val="246BCE"/>
                </a:solidFill>
                <a:latin typeface="Arial"/>
                <a:ea typeface="Arial"/>
                <a:cs typeface="Arial"/>
              </a:defRPr>
            </a:lvl6pPr>
            <a:lvl7pPr algn="ctr">
              <a:buNone/>
              <a:defRPr sz="1800" b="1">
                <a:solidFill>
                  <a:srgbClr val="246BCE"/>
                </a:solidFill>
                <a:latin typeface="Arial"/>
                <a:ea typeface="Arial"/>
                <a:cs typeface="Arial"/>
              </a:defRPr>
            </a:lvl7pPr>
            <a:lvl8pPr algn="ctr">
              <a:buNone/>
              <a:defRPr sz="1800" b="1">
                <a:solidFill>
                  <a:srgbClr val="246BCE"/>
                </a:solidFill>
                <a:latin typeface="Arial"/>
                <a:ea typeface="Arial"/>
                <a:cs typeface="Arial"/>
              </a:defRPr>
            </a:lvl8pPr>
            <a:lvl9pPr algn="ctr">
              <a:buNone/>
              <a:defRPr sz="1800" b="1">
                <a:solidFill>
                  <a:srgbClr val="246BCE"/>
                </a:solidFill>
                <a:latin typeface="Arial"/>
                <a:ea typeface="Arial"/>
                <a:cs typeface="Arial"/>
              </a:defRPr>
            </a:lvl9pPr>
          </a:lstStyle>
          <a:p xmlns:a="http://schemas.openxmlformats.org/drawingml/2006/main">
            <a:pPr algn="ctr">
              <a:buNone/>
              <a:defRPr sz="1800" b="1">
                <a:solidFill>
                  <a:srgbClr val="246BCE"/>
                </a:solidFill>
                <a:latin typeface="Arial"/>
                <a:ea typeface="Arial"/>
                <a:cs typeface="Arial"/>
              </a:defRPr>
            </a:pPr>
            <a:r>
              <a:rPr sz="1800" b="1">
                <a:solidFill>
                  <a:srgbClr val="246BCE"/>
                </a:solidFill>
                <a:latin typeface="Arial"/>
                <a:ea typeface="Arial"/>
                <a:cs typeface="Arial"/>
              </a:rPr>
              <a:t>Ngày 4</a:t>
            </a:r>
          </a:p>
        </p:txBody>
      </p:sp>
      <p:sp>
        <p:nvSpPr>
          <p:cNvPr id="16" name="diagram-163">
            <a:extLst xmlns:a="http://schemas.openxmlformats.org/drawingml/2006/main">
              <a:ext uri="{FF2B5EF4-FFF2-40B4-BE49-F238E27FC236}">
                <a16:creationId xmlns:a16="http://schemas.microsoft.com/office/drawing/2014/main" id="{048CDB6D-900D-4ABB-A9AA-F0EC7CC96E5B}"/>
              </a:ext>
            </a:extLst>
          </p:cNvPr>
          <p:cNvSpPr>
            <a:spLocks xmlns:a="http://schemas.openxmlformats.org/drawingml/2006/main" noGrp="1"/>
          </p:cNvSpPr>
          <p:nvPr/>
        </p:nvSpPr>
        <p:spPr>
          <a:xfrm xmlns:a="http://schemas.openxmlformats.org/drawingml/2006/main">
            <a:off x="4219575" y="3476625"/>
            <a:ext cx="17621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102A43"/>
                </a:solidFill>
                <a:latin typeface="Arial"/>
                <a:ea typeface="Arial"/>
                <a:cs typeface="Arial"/>
              </a:defRPr>
            </a:defPPr>
            <a:lvl1pPr algn="ctr">
              <a:buNone/>
              <a:defRPr sz="1800" b="1">
                <a:solidFill>
                  <a:srgbClr val="102A43"/>
                </a:solidFill>
                <a:latin typeface="Arial"/>
                <a:ea typeface="Arial"/>
                <a:cs typeface="Arial"/>
              </a:defRPr>
            </a:lvl1pPr>
            <a:lvl2pPr algn="ctr">
              <a:buNone/>
              <a:defRPr sz="1800" b="1">
                <a:solidFill>
                  <a:srgbClr val="102A43"/>
                </a:solidFill>
                <a:latin typeface="Arial"/>
                <a:ea typeface="Arial"/>
                <a:cs typeface="Arial"/>
              </a:defRPr>
            </a:lvl2pPr>
            <a:lvl3pPr algn="ctr">
              <a:buNone/>
              <a:defRPr sz="1800" b="1">
                <a:solidFill>
                  <a:srgbClr val="102A43"/>
                </a:solidFill>
                <a:latin typeface="Arial"/>
                <a:ea typeface="Arial"/>
                <a:cs typeface="Arial"/>
              </a:defRPr>
            </a:lvl3pPr>
            <a:lvl4pPr algn="ctr">
              <a:buNone/>
              <a:defRPr sz="1800" b="1">
                <a:solidFill>
                  <a:srgbClr val="102A43"/>
                </a:solidFill>
                <a:latin typeface="Arial"/>
                <a:ea typeface="Arial"/>
                <a:cs typeface="Arial"/>
              </a:defRPr>
            </a:lvl4pPr>
            <a:lvl5pPr algn="ctr">
              <a:buNone/>
              <a:defRPr sz="1800" b="1">
                <a:solidFill>
                  <a:srgbClr val="102A43"/>
                </a:solidFill>
                <a:latin typeface="Arial"/>
                <a:ea typeface="Arial"/>
                <a:cs typeface="Arial"/>
              </a:defRPr>
            </a:lvl5pPr>
            <a:lvl6pPr algn="ctr">
              <a:buNone/>
              <a:defRPr sz="1800" b="1">
                <a:solidFill>
                  <a:srgbClr val="102A43"/>
                </a:solidFill>
                <a:latin typeface="Arial"/>
                <a:ea typeface="Arial"/>
                <a:cs typeface="Arial"/>
              </a:defRPr>
            </a:lvl6pPr>
            <a:lvl7pPr algn="ctr">
              <a:buNone/>
              <a:defRPr sz="1800" b="1">
                <a:solidFill>
                  <a:srgbClr val="102A43"/>
                </a:solidFill>
                <a:latin typeface="Arial"/>
                <a:ea typeface="Arial"/>
                <a:cs typeface="Arial"/>
              </a:defRPr>
            </a:lvl7pPr>
            <a:lvl8pPr algn="ctr">
              <a:buNone/>
              <a:defRPr sz="1800" b="1">
                <a:solidFill>
                  <a:srgbClr val="102A43"/>
                </a:solidFill>
                <a:latin typeface="Arial"/>
                <a:ea typeface="Arial"/>
                <a:cs typeface="Arial"/>
              </a:defRPr>
            </a:lvl8pPr>
            <a:lvl9pPr algn="ctr">
              <a:buNone/>
              <a:defRPr sz="1800" b="1">
                <a:solidFill>
                  <a:srgbClr val="102A43"/>
                </a:solidFill>
                <a:latin typeface="Arial"/>
                <a:ea typeface="Arial"/>
                <a:cs typeface="Arial"/>
              </a:defRPr>
            </a:lvl9pPr>
          </a:lstStyle>
          <a:p xmlns:a="http://schemas.openxmlformats.org/drawingml/2006/main">
            <a:pPr algn="ctr">
              <a:buNone/>
              <a:defRPr sz="1800" b="1">
                <a:solidFill>
                  <a:srgbClr val="102A43"/>
                </a:solidFill>
                <a:latin typeface="Arial"/>
                <a:ea typeface="Arial"/>
                <a:cs typeface="Arial"/>
              </a:defRPr>
            </a:pPr>
            <a:r>
              <a:rPr sz="1800" b="1">
                <a:solidFill>
                  <a:srgbClr val="102A43"/>
                </a:solidFill>
                <a:latin typeface="Arial"/>
                <a:ea typeface="Arial"/>
                <a:cs typeface="Arial"/>
              </a:rPr>
              <a:t>Need và</a:t>
            </a:r>
          </a:p>
          <a:p xmlns:a="http://schemas.openxmlformats.org/drawingml/2006/main">
            <a:pPr algn="ctr">
              <a:buNone/>
              <a:defRPr sz="1800" b="1">
                <a:solidFill>
                  <a:srgbClr val="102A43"/>
                </a:solidFill>
                <a:latin typeface="Arial"/>
                <a:ea typeface="Arial"/>
                <a:cs typeface="Arial"/>
              </a:defRPr>
            </a:pPr>
            <a:r>
              <a:rPr sz="1800" b="1">
                <a:solidFill>
                  <a:srgbClr val="102A43"/>
                </a:solidFill>
                <a:latin typeface="Arial"/>
                <a:ea typeface="Arial"/>
                <a:cs typeface="Arial"/>
              </a:rPr>
              <a:t>tham khảo</a:t>
            </a:r>
          </a:p>
        </p:txBody>
      </p:sp>
      <p:sp>
        <p:nvSpPr>
          <p:cNvPr id="17" name="diagram-164">
            <a:extLst xmlns:a="http://schemas.openxmlformats.org/drawingml/2006/main">
              <a:ext uri="{FF2B5EF4-FFF2-40B4-BE49-F238E27FC236}">
                <a16:creationId xmlns:a16="http://schemas.microsoft.com/office/drawing/2014/main" id="{C9749B0F-3B3B-4A8D-83F0-F0BE9F446236}"/>
              </a:ext>
            </a:extLst>
          </p:cNvPr>
          <p:cNvSpPr>
            <a:spLocks xmlns:a="http://schemas.openxmlformats.org/drawingml/2006/main" noGrp="1"/>
          </p:cNvSpPr>
          <p:nvPr/>
        </p:nvSpPr>
        <p:spPr>
          <a:xfrm xmlns:a="http://schemas.openxmlformats.org/drawingml/2006/main">
            <a:off x="6667500" y="2400300"/>
            <a:ext cx="762000" cy="762000"/>
          </a:xfrm>
          <a:prstGeom xmlns:a="http://schemas.openxmlformats.org/drawingml/2006/main" prst="ellipse">
            <a:avLst/>
          </a:prstGeom>
          <a:solidFill xmlns:a="http://schemas.openxmlformats.org/drawingml/2006/main">
            <a:srgbClr val="E5EFFC"/>
          </a:solidFill>
          <a:ln xmlns:a="http://schemas.openxmlformats.org/drawingml/2006/main" w="0">
            <a:noFill/>
            <a:prstDash val="solid"/>
          </a:ln>
        </p:spPr>
      </p:sp>
      <p:sp>
        <p:nvSpPr>
          <p:cNvPr id="18" name="diagram-165">
            <a:extLst xmlns:a="http://schemas.openxmlformats.org/drawingml/2006/main">
              <a:ext uri="{FF2B5EF4-FFF2-40B4-BE49-F238E27FC236}">
                <a16:creationId xmlns:a16="http://schemas.microsoft.com/office/drawing/2014/main" id="{D0C5AD05-1CAC-4754-A080-F630EC0C0516}"/>
              </a:ext>
            </a:extLst>
          </p:cNvPr>
          <p:cNvSpPr>
            <a:spLocks xmlns:a="http://schemas.openxmlformats.org/drawingml/2006/main" noGrp="1"/>
          </p:cNvSpPr>
          <p:nvPr/>
        </p:nvSpPr>
        <p:spPr>
          <a:xfrm xmlns:a="http://schemas.openxmlformats.org/drawingml/2006/main">
            <a:off x="6667500" y="2400300"/>
            <a:ext cx="762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2175" b="1">
                <a:solidFill>
                  <a:srgbClr val="246BCE"/>
                </a:solidFill>
                <a:latin typeface="Arial"/>
                <a:ea typeface="Arial"/>
                <a:cs typeface="Arial"/>
              </a:defRPr>
            </a:defPPr>
            <a:lvl1pPr algn="ctr">
              <a:buNone/>
              <a:defRPr sz="2175" b="1">
                <a:solidFill>
                  <a:srgbClr val="246BCE"/>
                </a:solidFill>
                <a:latin typeface="Arial"/>
                <a:ea typeface="Arial"/>
                <a:cs typeface="Arial"/>
              </a:defRPr>
            </a:lvl1pPr>
            <a:lvl2pPr algn="ctr">
              <a:buNone/>
              <a:defRPr sz="2175" b="1">
                <a:solidFill>
                  <a:srgbClr val="246BCE"/>
                </a:solidFill>
                <a:latin typeface="Arial"/>
                <a:ea typeface="Arial"/>
                <a:cs typeface="Arial"/>
              </a:defRPr>
            </a:lvl2pPr>
            <a:lvl3pPr algn="ctr">
              <a:buNone/>
              <a:defRPr sz="2175" b="1">
                <a:solidFill>
                  <a:srgbClr val="246BCE"/>
                </a:solidFill>
                <a:latin typeface="Arial"/>
                <a:ea typeface="Arial"/>
                <a:cs typeface="Arial"/>
              </a:defRPr>
            </a:lvl3pPr>
            <a:lvl4pPr algn="ctr">
              <a:buNone/>
              <a:defRPr sz="2175" b="1">
                <a:solidFill>
                  <a:srgbClr val="246BCE"/>
                </a:solidFill>
                <a:latin typeface="Arial"/>
                <a:ea typeface="Arial"/>
                <a:cs typeface="Arial"/>
              </a:defRPr>
            </a:lvl4pPr>
            <a:lvl5pPr algn="ctr">
              <a:buNone/>
              <a:defRPr sz="2175" b="1">
                <a:solidFill>
                  <a:srgbClr val="246BCE"/>
                </a:solidFill>
                <a:latin typeface="Arial"/>
                <a:ea typeface="Arial"/>
                <a:cs typeface="Arial"/>
              </a:defRPr>
            </a:lvl5pPr>
            <a:lvl6pPr algn="ctr">
              <a:buNone/>
              <a:defRPr sz="2175" b="1">
                <a:solidFill>
                  <a:srgbClr val="246BCE"/>
                </a:solidFill>
                <a:latin typeface="Arial"/>
                <a:ea typeface="Arial"/>
                <a:cs typeface="Arial"/>
              </a:defRPr>
            </a:lvl6pPr>
            <a:lvl7pPr algn="ctr">
              <a:buNone/>
              <a:defRPr sz="2175" b="1">
                <a:solidFill>
                  <a:srgbClr val="246BCE"/>
                </a:solidFill>
                <a:latin typeface="Arial"/>
                <a:ea typeface="Arial"/>
                <a:cs typeface="Arial"/>
              </a:defRPr>
            </a:lvl7pPr>
            <a:lvl8pPr algn="ctr">
              <a:buNone/>
              <a:defRPr sz="2175" b="1">
                <a:solidFill>
                  <a:srgbClr val="246BCE"/>
                </a:solidFill>
                <a:latin typeface="Arial"/>
                <a:ea typeface="Arial"/>
                <a:cs typeface="Arial"/>
              </a:defRPr>
            </a:lvl8pPr>
            <a:lvl9pPr algn="ctr">
              <a:buNone/>
              <a:defRPr sz="2175" b="1">
                <a:solidFill>
                  <a:srgbClr val="246BCE"/>
                </a:solidFill>
                <a:latin typeface="Arial"/>
                <a:ea typeface="Arial"/>
                <a:cs typeface="Arial"/>
              </a:defRPr>
            </a:lvl9pPr>
          </a:lstStyle>
          <a:p xmlns:a="http://schemas.openxmlformats.org/drawingml/2006/main">
            <a:pPr algn="ctr">
              <a:buNone/>
              <a:defRPr sz="2175" b="1">
                <a:solidFill>
                  <a:srgbClr val="246BCE"/>
                </a:solidFill>
                <a:latin typeface="Arial"/>
                <a:ea typeface="Arial"/>
                <a:cs typeface="Arial"/>
              </a:defRPr>
            </a:pPr>
            <a:r>
              <a:rPr sz="2175" b="1">
                <a:solidFill>
                  <a:srgbClr val="246BCE"/>
                </a:solidFill>
                <a:latin typeface="Arial"/>
                <a:ea typeface="Arial"/>
                <a:cs typeface="Arial"/>
              </a:rPr>
              <a:t>4</a:t>
            </a:r>
          </a:p>
        </p:txBody>
      </p:sp>
      <p:sp>
        <p:nvSpPr>
          <p:cNvPr id="19" name="diagram-166">
            <a:extLst xmlns:a="http://schemas.openxmlformats.org/drawingml/2006/main">
              <a:ext uri="{FF2B5EF4-FFF2-40B4-BE49-F238E27FC236}">
                <a16:creationId xmlns:a16="http://schemas.microsoft.com/office/drawing/2014/main" id="{BCAEC455-EFC0-4456-AC3F-BFE6AFA86625}"/>
              </a:ext>
            </a:extLst>
          </p:cNvPr>
          <p:cNvSpPr>
            <a:spLocks xmlns:a="http://schemas.openxmlformats.org/drawingml/2006/main" noGrp="1"/>
          </p:cNvSpPr>
          <p:nvPr/>
        </p:nvSpPr>
        <p:spPr>
          <a:xfrm xmlns:a="http://schemas.openxmlformats.org/drawingml/2006/main">
            <a:off x="6238875" y="1809750"/>
            <a:ext cx="1619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246BCE"/>
                </a:solidFill>
                <a:latin typeface="Arial"/>
                <a:ea typeface="Arial"/>
                <a:cs typeface="Arial"/>
              </a:defRPr>
            </a:defPPr>
            <a:lvl1pPr algn="ctr">
              <a:buNone/>
              <a:defRPr sz="1800" b="1">
                <a:solidFill>
                  <a:srgbClr val="246BCE"/>
                </a:solidFill>
                <a:latin typeface="Arial"/>
                <a:ea typeface="Arial"/>
                <a:cs typeface="Arial"/>
              </a:defRPr>
            </a:lvl1pPr>
            <a:lvl2pPr algn="ctr">
              <a:buNone/>
              <a:defRPr sz="1800" b="1">
                <a:solidFill>
                  <a:srgbClr val="246BCE"/>
                </a:solidFill>
                <a:latin typeface="Arial"/>
                <a:ea typeface="Arial"/>
                <a:cs typeface="Arial"/>
              </a:defRPr>
            </a:lvl2pPr>
            <a:lvl3pPr algn="ctr">
              <a:buNone/>
              <a:defRPr sz="1800" b="1">
                <a:solidFill>
                  <a:srgbClr val="246BCE"/>
                </a:solidFill>
                <a:latin typeface="Arial"/>
                <a:ea typeface="Arial"/>
                <a:cs typeface="Arial"/>
              </a:defRPr>
            </a:lvl3pPr>
            <a:lvl4pPr algn="ctr">
              <a:buNone/>
              <a:defRPr sz="1800" b="1">
                <a:solidFill>
                  <a:srgbClr val="246BCE"/>
                </a:solidFill>
                <a:latin typeface="Arial"/>
                <a:ea typeface="Arial"/>
                <a:cs typeface="Arial"/>
              </a:defRPr>
            </a:lvl4pPr>
            <a:lvl5pPr algn="ctr">
              <a:buNone/>
              <a:defRPr sz="1800" b="1">
                <a:solidFill>
                  <a:srgbClr val="246BCE"/>
                </a:solidFill>
                <a:latin typeface="Arial"/>
                <a:ea typeface="Arial"/>
                <a:cs typeface="Arial"/>
              </a:defRPr>
            </a:lvl5pPr>
            <a:lvl6pPr algn="ctr">
              <a:buNone/>
              <a:defRPr sz="1800" b="1">
                <a:solidFill>
                  <a:srgbClr val="246BCE"/>
                </a:solidFill>
                <a:latin typeface="Arial"/>
                <a:ea typeface="Arial"/>
                <a:cs typeface="Arial"/>
              </a:defRPr>
            </a:lvl6pPr>
            <a:lvl7pPr algn="ctr">
              <a:buNone/>
              <a:defRPr sz="1800" b="1">
                <a:solidFill>
                  <a:srgbClr val="246BCE"/>
                </a:solidFill>
                <a:latin typeface="Arial"/>
                <a:ea typeface="Arial"/>
                <a:cs typeface="Arial"/>
              </a:defRPr>
            </a:lvl7pPr>
            <a:lvl8pPr algn="ctr">
              <a:buNone/>
              <a:defRPr sz="1800" b="1">
                <a:solidFill>
                  <a:srgbClr val="246BCE"/>
                </a:solidFill>
                <a:latin typeface="Arial"/>
                <a:ea typeface="Arial"/>
                <a:cs typeface="Arial"/>
              </a:defRPr>
            </a:lvl8pPr>
            <a:lvl9pPr algn="ctr">
              <a:buNone/>
              <a:defRPr sz="1800" b="1">
                <a:solidFill>
                  <a:srgbClr val="246BCE"/>
                </a:solidFill>
                <a:latin typeface="Arial"/>
                <a:ea typeface="Arial"/>
                <a:cs typeface="Arial"/>
              </a:defRPr>
            </a:lvl9pPr>
          </a:lstStyle>
          <a:p xmlns:a="http://schemas.openxmlformats.org/drawingml/2006/main">
            <a:pPr algn="ctr">
              <a:buNone/>
              <a:defRPr sz="1800" b="1">
                <a:solidFill>
                  <a:srgbClr val="246BCE"/>
                </a:solidFill>
                <a:latin typeface="Arial"/>
                <a:ea typeface="Arial"/>
                <a:cs typeface="Arial"/>
              </a:defRPr>
            </a:pPr>
            <a:r>
              <a:rPr sz="1800" b="1">
                <a:solidFill>
                  <a:srgbClr val="246BCE"/>
                </a:solidFill>
                <a:latin typeface="Arial"/>
                <a:ea typeface="Arial"/>
                <a:cs typeface="Arial"/>
              </a:rPr>
              <a:t>Ngày 5</a:t>
            </a:r>
          </a:p>
        </p:txBody>
      </p:sp>
      <p:sp>
        <p:nvSpPr>
          <p:cNvPr id="20" name="diagram-167">
            <a:extLst xmlns:a="http://schemas.openxmlformats.org/drawingml/2006/main">
              <a:ext uri="{FF2B5EF4-FFF2-40B4-BE49-F238E27FC236}">
                <a16:creationId xmlns:a16="http://schemas.microsoft.com/office/drawing/2014/main" id="{90C47289-8450-4A12-BB4C-E3DE52D8BF1B}"/>
              </a:ext>
            </a:extLst>
          </p:cNvPr>
          <p:cNvSpPr>
            <a:spLocks xmlns:a="http://schemas.openxmlformats.org/drawingml/2006/main" noGrp="1"/>
          </p:cNvSpPr>
          <p:nvPr/>
        </p:nvSpPr>
        <p:spPr>
          <a:xfrm xmlns:a="http://schemas.openxmlformats.org/drawingml/2006/main">
            <a:off x="6172200" y="3476625"/>
            <a:ext cx="17621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102A43"/>
                </a:solidFill>
                <a:latin typeface="Arial"/>
                <a:ea typeface="Arial"/>
                <a:cs typeface="Arial"/>
              </a:defRPr>
            </a:defPPr>
            <a:lvl1pPr algn="ctr">
              <a:buNone/>
              <a:defRPr sz="1800" b="1">
                <a:solidFill>
                  <a:srgbClr val="102A43"/>
                </a:solidFill>
                <a:latin typeface="Arial"/>
                <a:ea typeface="Arial"/>
                <a:cs typeface="Arial"/>
              </a:defRPr>
            </a:lvl1pPr>
            <a:lvl2pPr algn="ctr">
              <a:buNone/>
              <a:defRPr sz="1800" b="1">
                <a:solidFill>
                  <a:srgbClr val="102A43"/>
                </a:solidFill>
                <a:latin typeface="Arial"/>
                <a:ea typeface="Arial"/>
                <a:cs typeface="Arial"/>
              </a:defRPr>
            </a:lvl2pPr>
            <a:lvl3pPr algn="ctr">
              <a:buNone/>
              <a:defRPr sz="1800" b="1">
                <a:solidFill>
                  <a:srgbClr val="102A43"/>
                </a:solidFill>
                <a:latin typeface="Arial"/>
                <a:ea typeface="Arial"/>
                <a:cs typeface="Arial"/>
              </a:defRPr>
            </a:lvl3pPr>
            <a:lvl4pPr algn="ctr">
              <a:buNone/>
              <a:defRPr sz="1800" b="1">
                <a:solidFill>
                  <a:srgbClr val="102A43"/>
                </a:solidFill>
                <a:latin typeface="Arial"/>
                <a:ea typeface="Arial"/>
                <a:cs typeface="Arial"/>
              </a:defRPr>
            </a:lvl4pPr>
            <a:lvl5pPr algn="ctr">
              <a:buNone/>
              <a:defRPr sz="1800" b="1">
                <a:solidFill>
                  <a:srgbClr val="102A43"/>
                </a:solidFill>
                <a:latin typeface="Arial"/>
                <a:ea typeface="Arial"/>
                <a:cs typeface="Arial"/>
              </a:defRPr>
            </a:lvl5pPr>
            <a:lvl6pPr algn="ctr">
              <a:buNone/>
              <a:defRPr sz="1800" b="1">
                <a:solidFill>
                  <a:srgbClr val="102A43"/>
                </a:solidFill>
                <a:latin typeface="Arial"/>
                <a:ea typeface="Arial"/>
                <a:cs typeface="Arial"/>
              </a:defRPr>
            </a:lvl6pPr>
            <a:lvl7pPr algn="ctr">
              <a:buNone/>
              <a:defRPr sz="1800" b="1">
                <a:solidFill>
                  <a:srgbClr val="102A43"/>
                </a:solidFill>
                <a:latin typeface="Arial"/>
                <a:ea typeface="Arial"/>
                <a:cs typeface="Arial"/>
              </a:defRPr>
            </a:lvl7pPr>
            <a:lvl8pPr algn="ctr">
              <a:buNone/>
              <a:defRPr sz="1800" b="1">
                <a:solidFill>
                  <a:srgbClr val="102A43"/>
                </a:solidFill>
                <a:latin typeface="Arial"/>
                <a:ea typeface="Arial"/>
                <a:cs typeface="Arial"/>
              </a:defRPr>
            </a:lvl8pPr>
            <a:lvl9pPr algn="ctr">
              <a:buNone/>
              <a:defRPr sz="1800" b="1">
                <a:solidFill>
                  <a:srgbClr val="102A43"/>
                </a:solidFill>
                <a:latin typeface="Arial"/>
                <a:ea typeface="Arial"/>
                <a:cs typeface="Arial"/>
              </a:defRPr>
            </a:lvl9pPr>
          </a:lstStyle>
          <a:p xmlns:a="http://schemas.openxmlformats.org/drawingml/2006/main">
            <a:pPr algn="ctr">
              <a:buNone/>
              <a:defRPr sz="1800" b="1">
                <a:solidFill>
                  <a:srgbClr val="102A43"/>
                </a:solidFill>
                <a:latin typeface="Arial"/>
                <a:ea typeface="Arial"/>
                <a:cs typeface="Arial"/>
              </a:defRPr>
            </a:pPr>
            <a:r>
              <a:rPr sz="1800" b="1">
                <a:solidFill>
                  <a:srgbClr val="102A43"/>
                </a:solidFill>
                <a:latin typeface="Arial"/>
                <a:ea typeface="Arial"/>
                <a:cs typeface="Arial"/>
              </a:rPr>
              <a:t>Prototype</a:t>
            </a:r>
          </a:p>
        </p:txBody>
      </p:sp>
      <p:sp>
        <p:nvSpPr>
          <p:cNvPr id="21" name="diagram-168">
            <a:extLst xmlns:a="http://schemas.openxmlformats.org/drawingml/2006/main">
              <a:ext uri="{FF2B5EF4-FFF2-40B4-BE49-F238E27FC236}">
                <a16:creationId xmlns:a16="http://schemas.microsoft.com/office/drawing/2014/main" id="{10245D22-BDB0-4594-8D9C-048945B750EF}"/>
              </a:ext>
            </a:extLst>
          </p:cNvPr>
          <p:cNvSpPr>
            <a:spLocks xmlns:a="http://schemas.openxmlformats.org/drawingml/2006/main" noGrp="1"/>
          </p:cNvSpPr>
          <p:nvPr/>
        </p:nvSpPr>
        <p:spPr>
          <a:xfrm xmlns:a="http://schemas.openxmlformats.org/drawingml/2006/main">
            <a:off x="8620125" y="2400300"/>
            <a:ext cx="762000" cy="762000"/>
          </a:xfrm>
          <a:prstGeom xmlns:a="http://schemas.openxmlformats.org/drawingml/2006/main" prst="ellipse">
            <a:avLst/>
          </a:prstGeom>
          <a:solidFill xmlns:a="http://schemas.openxmlformats.org/drawingml/2006/main">
            <a:srgbClr val="E5EFFC"/>
          </a:solidFill>
          <a:ln xmlns:a="http://schemas.openxmlformats.org/drawingml/2006/main" w="0">
            <a:noFill/>
            <a:prstDash val="solid"/>
          </a:ln>
        </p:spPr>
      </p:sp>
      <p:sp>
        <p:nvSpPr>
          <p:cNvPr id="22" name="diagram-169">
            <a:extLst xmlns:a="http://schemas.openxmlformats.org/drawingml/2006/main">
              <a:ext uri="{FF2B5EF4-FFF2-40B4-BE49-F238E27FC236}">
                <a16:creationId xmlns:a16="http://schemas.microsoft.com/office/drawing/2014/main" id="{E750B242-21AA-4497-8C9E-799B99A45E0C}"/>
              </a:ext>
            </a:extLst>
          </p:cNvPr>
          <p:cNvSpPr>
            <a:spLocks xmlns:a="http://schemas.openxmlformats.org/drawingml/2006/main" noGrp="1"/>
          </p:cNvSpPr>
          <p:nvPr/>
        </p:nvSpPr>
        <p:spPr>
          <a:xfrm xmlns:a="http://schemas.openxmlformats.org/drawingml/2006/main">
            <a:off x="8620125" y="2400300"/>
            <a:ext cx="762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2175" b="1">
                <a:solidFill>
                  <a:srgbClr val="246BCE"/>
                </a:solidFill>
                <a:latin typeface="Arial"/>
                <a:ea typeface="Arial"/>
                <a:cs typeface="Arial"/>
              </a:defRPr>
            </a:defPPr>
            <a:lvl1pPr algn="ctr">
              <a:buNone/>
              <a:defRPr sz="2175" b="1">
                <a:solidFill>
                  <a:srgbClr val="246BCE"/>
                </a:solidFill>
                <a:latin typeface="Arial"/>
                <a:ea typeface="Arial"/>
                <a:cs typeface="Arial"/>
              </a:defRPr>
            </a:lvl1pPr>
            <a:lvl2pPr algn="ctr">
              <a:buNone/>
              <a:defRPr sz="2175" b="1">
                <a:solidFill>
                  <a:srgbClr val="246BCE"/>
                </a:solidFill>
                <a:latin typeface="Arial"/>
                <a:ea typeface="Arial"/>
                <a:cs typeface="Arial"/>
              </a:defRPr>
            </a:lvl2pPr>
            <a:lvl3pPr algn="ctr">
              <a:buNone/>
              <a:defRPr sz="2175" b="1">
                <a:solidFill>
                  <a:srgbClr val="246BCE"/>
                </a:solidFill>
                <a:latin typeface="Arial"/>
                <a:ea typeface="Arial"/>
                <a:cs typeface="Arial"/>
              </a:defRPr>
            </a:lvl3pPr>
            <a:lvl4pPr algn="ctr">
              <a:buNone/>
              <a:defRPr sz="2175" b="1">
                <a:solidFill>
                  <a:srgbClr val="246BCE"/>
                </a:solidFill>
                <a:latin typeface="Arial"/>
                <a:ea typeface="Arial"/>
                <a:cs typeface="Arial"/>
              </a:defRPr>
            </a:lvl4pPr>
            <a:lvl5pPr algn="ctr">
              <a:buNone/>
              <a:defRPr sz="2175" b="1">
                <a:solidFill>
                  <a:srgbClr val="246BCE"/>
                </a:solidFill>
                <a:latin typeface="Arial"/>
                <a:ea typeface="Arial"/>
                <a:cs typeface="Arial"/>
              </a:defRPr>
            </a:lvl5pPr>
            <a:lvl6pPr algn="ctr">
              <a:buNone/>
              <a:defRPr sz="2175" b="1">
                <a:solidFill>
                  <a:srgbClr val="246BCE"/>
                </a:solidFill>
                <a:latin typeface="Arial"/>
                <a:ea typeface="Arial"/>
                <a:cs typeface="Arial"/>
              </a:defRPr>
            </a:lvl6pPr>
            <a:lvl7pPr algn="ctr">
              <a:buNone/>
              <a:defRPr sz="2175" b="1">
                <a:solidFill>
                  <a:srgbClr val="246BCE"/>
                </a:solidFill>
                <a:latin typeface="Arial"/>
                <a:ea typeface="Arial"/>
                <a:cs typeface="Arial"/>
              </a:defRPr>
            </a:lvl7pPr>
            <a:lvl8pPr algn="ctr">
              <a:buNone/>
              <a:defRPr sz="2175" b="1">
                <a:solidFill>
                  <a:srgbClr val="246BCE"/>
                </a:solidFill>
                <a:latin typeface="Arial"/>
                <a:ea typeface="Arial"/>
                <a:cs typeface="Arial"/>
              </a:defRPr>
            </a:lvl8pPr>
            <a:lvl9pPr algn="ctr">
              <a:buNone/>
              <a:defRPr sz="2175" b="1">
                <a:solidFill>
                  <a:srgbClr val="246BCE"/>
                </a:solidFill>
                <a:latin typeface="Arial"/>
                <a:ea typeface="Arial"/>
                <a:cs typeface="Arial"/>
              </a:defRPr>
            </a:lvl9pPr>
          </a:lstStyle>
          <a:p xmlns:a="http://schemas.openxmlformats.org/drawingml/2006/main">
            <a:pPr algn="ctr">
              <a:buNone/>
              <a:defRPr sz="2175" b="1">
                <a:solidFill>
                  <a:srgbClr val="246BCE"/>
                </a:solidFill>
                <a:latin typeface="Arial"/>
                <a:ea typeface="Arial"/>
                <a:cs typeface="Arial"/>
              </a:defRPr>
            </a:pPr>
            <a:r>
              <a:rPr sz="2175" b="1">
                <a:solidFill>
                  <a:srgbClr val="246BCE"/>
                </a:solidFill>
                <a:latin typeface="Arial"/>
                <a:ea typeface="Arial"/>
                <a:cs typeface="Arial"/>
              </a:rPr>
              <a:t>5</a:t>
            </a:r>
          </a:p>
        </p:txBody>
      </p:sp>
      <p:sp>
        <p:nvSpPr>
          <p:cNvPr id="23" name="diagram-170">
            <a:extLst xmlns:a="http://schemas.openxmlformats.org/drawingml/2006/main">
              <a:ext uri="{FF2B5EF4-FFF2-40B4-BE49-F238E27FC236}">
                <a16:creationId xmlns:a16="http://schemas.microsoft.com/office/drawing/2014/main" id="{43532047-7F38-4573-AE02-978B32D09956}"/>
              </a:ext>
            </a:extLst>
          </p:cNvPr>
          <p:cNvSpPr>
            <a:spLocks xmlns:a="http://schemas.openxmlformats.org/drawingml/2006/main" noGrp="1"/>
          </p:cNvSpPr>
          <p:nvPr/>
        </p:nvSpPr>
        <p:spPr>
          <a:xfrm xmlns:a="http://schemas.openxmlformats.org/drawingml/2006/main">
            <a:off x="8191500" y="1809750"/>
            <a:ext cx="1619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246BCE"/>
                </a:solidFill>
                <a:latin typeface="Arial"/>
                <a:ea typeface="Arial"/>
                <a:cs typeface="Arial"/>
              </a:defRPr>
            </a:defPPr>
            <a:lvl1pPr algn="ctr">
              <a:buNone/>
              <a:defRPr sz="1800" b="1">
                <a:solidFill>
                  <a:srgbClr val="246BCE"/>
                </a:solidFill>
                <a:latin typeface="Arial"/>
                <a:ea typeface="Arial"/>
                <a:cs typeface="Arial"/>
              </a:defRPr>
            </a:lvl1pPr>
            <a:lvl2pPr algn="ctr">
              <a:buNone/>
              <a:defRPr sz="1800" b="1">
                <a:solidFill>
                  <a:srgbClr val="246BCE"/>
                </a:solidFill>
                <a:latin typeface="Arial"/>
                <a:ea typeface="Arial"/>
                <a:cs typeface="Arial"/>
              </a:defRPr>
            </a:lvl2pPr>
            <a:lvl3pPr algn="ctr">
              <a:buNone/>
              <a:defRPr sz="1800" b="1">
                <a:solidFill>
                  <a:srgbClr val="246BCE"/>
                </a:solidFill>
                <a:latin typeface="Arial"/>
                <a:ea typeface="Arial"/>
                <a:cs typeface="Arial"/>
              </a:defRPr>
            </a:lvl3pPr>
            <a:lvl4pPr algn="ctr">
              <a:buNone/>
              <a:defRPr sz="1800" b="1">
                <a:solidFill>
                  <a:srgbClr val="246BCE"/>
                </a:solidFill>
                <a:latin typeface="Arial"/>
                <a:ea typeface="Arial"/>
                <a:cs typeface="Arial"/>
              </a:defRPr>
            </a:lvl4pPr>
            <a:lvl5pPr algn="ctr">
              <a:buNone/>
              <a:defRPr sz="1800" b="1">
                <a:solidFill>
                  <a:srgbClr val="246BCE"/>
                </a:solidFill>
                <a:latin typeface="Arial"/>
                <a:ea typeface="Arial"/>
                <a:cs typeface="Arial"/>
              </a:defRPr>
            </a:lvl5pPr>
            <a:lvl6pPr algn="ctr">
              <a:buNone/>
              <a:defRPr sz="1800" b="1">
                <a:solidFill>
                  <a:srgbClr val="246BCE"/>
                </a:solidFill>
                <a:latin typeface="Arial"/>
                <a:ea typeface="Arial"/>
                <a:cs typeface="Arial"/>
              </a:defRPr>
            </a:lvl6pPr>
            <a:lvl7pPr algn="ctr">
              <a:buNone/>
              <a:defRPr sz="1800" b="1">
                <a:solidFill>
                  <a:srgbClr val="246BCE"/>
                </a:solidFill>
                <a:latin typeface="Arial"/>
                <a:ea typeface="Arial"/>
                <a:cs typeface="Arial"/>
              </a:defRPr>
            </a:lvl7pPr>
            <a:lvl8pPr algn="ctr">
              <a:buNone/>
              <a:defRPr sz="1800" b="1">
                <a:solidFill>
                  <a:srgbClr val="246BCE"/>
                </a:solidFill>
                <a:latin typeface="Arial"/>
                <a:ea typeface="Arial"/>
                <a:cs typeface="Arial"/>
              </a:defRPr>
            </a:lvl8pPr>
            <a:lvl9pPr algn="ctr">
              <a:buNone/>
              <a:defRPr sz="1800" b="1">
                <a:solidFill>
                  <a:srgbClr val="246BCE"/>
                </a:solidFill>
                <a:latin typeface="Arial"/>
                <a:ea typeface="Arial"/>
                <a:cs typeface="Arial"/>
              </a:defRPr>
            </a:lvl9pPr>
          </a:lstStyle>
          <a:p xmlns:a="http://schemas.openxmlformats.org/drawingml/2006/main">
            <a:pPr algn="ctr">
              <a:buNone/>
              <a:defRPr sz="1800" b="1">
                <a:solidFill>
                  <a:srgbClr val="246BCE"/>
                </a:solidFill>
                <a:latin typeface="Arial"/>
                <a:ea typeface="Arial"/>
                <a:cs typeface="Arial"/>
              </a:defRPr>
            </a:pPr>
            <a:r>
              <a:rPr sz="1800" b="1">
                <a:solidFill>
                  <a:srgbClr val="246BCE"/>
                </a:solidFill>
                <a:latin typeface="Arial"/>
                <a:ea typeface="Arial"/>
                <a:cs typeface="Arial"/>
              </a:rPr>
              <a:t>Ngày 6</a:t>
            </a:r>
          </a:p>
        </p:txBody>
      </p:sp>
      <p:sp>
        <p:nvSpPr>
          <p:cNvPr id="24" name="diagram-171">
            <a:extLst xmlns:a="http://schemas.openxmlformats.org/drawingml/2006/main">
              <a:ext uri="{FF2B5EF4-FFF2-40B4-BE49-F238E27FC236}">
                <a16:creationId xmlns:a16="http://schemas.microsoft.com/office/drawing/2014/main" id="{98CAF656-9809-497C-8866-0A316E8029FF}"/>
              </a:ext>
            </a:extLst>
          </p:cNvPr>
          <p:cNvSpPr>
            <a:spLocks xmlns:a="http://schemas.openxmlformats.org/drawingml/2006/main" noGrp="1"/>
          </p:cNvSpPr>
          <p:nvPr/>
        </p:nvSpPr>
        <p:spPr>
          <a:xfrm xmlns:a="http://schemas.openxmlformats.org/drawingml/2006/main">
            <a:off x="8124825" y="3476625"/>
            <a:ext cx="17621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102A43"/>
                </a:solidFill>
                <a:latin typeface="Arial"/>
                <a:ea typeface="Arial"/>
                <a:cs typeface="Arial"/>
              </a:defRPr>
            </a:defPPr>
            <a:lvl1pPr algn="ctr">
              <a:buNone/>
              <a:defRPr sz="1800" b="1">
                <a:solidFill>
                  <a:srgbClr val="102A43"/>
                </a:solidFill>
                <a:latin typeface="Arial"/>
                <a:ea typeface="Arial"/>
                <a:cs typeface="Arial"/>
              </a:defRPr>
            </a:lvl1pPr>
            <a:lvl2pPr algn="ctr">
              <a:buNone/>
              <a:defRPr sz="1800" b="1">
                <a:solidFill>
                  <a:srgbClr val="102A43"/>
                </a:solidFill>
                <a:latin typeface="Arial"/>
                <a:ea typeface="Arial"/>
                <a:cs typeface="Arial"/>
              </a:defRPr>
            </a:lvl2pPr>
            <a:lvl3pPr algn="ctr">
              <a:buNone/>
              <a:defRPr sz="1800" b="1">
                <a:solidFill>
                  <a:srgbClr val="102A43"/>
                </a:solidFill>
                <a:latin typeface="Arial"/>
                <a:ea typeface="Arial"/>
                <a:cs typeface="Arial"/>
              </a:defRPr>
            </a:lvl3pPr>
            <a:lvl4pPr algn="ctr">
              <a:buNone/>
              <a:defRPr sz="1800" b="1">
                <a:solidFill>
                  <a:srgbClr val="102A43"/>
                </a:solidFill>
                <a:latin typeface="Arial"/>
                <a:ea typeface="Arial"/>
                <a:cs typeface="Arial"/>
              </a:defRPr>
            </a:lvl4pPr>
            <a:lvl5pPr algn="ctr">
              <a:buNone/>
              <a:defRPr sz="1800" b="1">
                <a:solidFill>
                  <a:srgbClr val="102A43"/>
                </a:solidFill>
                <a:latin typeface="Arial"/>
                <a:ea typeface="Arial"/>
                <a:cs typeface="Arial"/>
              </a:defRPr>
            </a:lvl5pPr>
            <a:lvl6pPr algn="ctr">
              <a:buNone/>
              <a:defRPr sz="1800" b="1">
                <a:solidFill>
                  <a:srgbClr val="102A43"/>
                </a:solidFill>
                <a:latin typeface="Arial"/>
                <a:ea typeface="Arial"/>
                <a:cs typeface="Arial"/>
              </a:defRPr>
            </a:lvl6pPr>
            <a:lvl7pPr algn="ctr">
              <a:buNone/>
              <a:defRPr sz="1800" b="1">
                <a:solidFill>
                  <a:srgbClr val="102A43"/>
                </a:solidFill>
                <a:latin typeface="Arial"/>
                <a:ea typeface="Arial"/>
                <a:cs typeface="Arial"/>
              </a:defRPr>
            </a:lvl7pPr>
            <a:lvl8pPr algn="ctr">
              <a:buNone/>
              <a:defRPr sz="1800" b="1">
                <a:solidFill>
                  <a:srgbClr val="102A43"/>
                </a:solidFill>
                <a:latin typeface="Arial"/>
                <a:ea typeface="Arial"/>
                <a:cs typeface="Arial"/>
              </a:defRPr>
            </a:lvl8pPr>
            <a:lvl9pPr algn="ctr">
              <a:buNone/>
              <a:defRPr sz="1800" b="1">
                <a:solidFill>
                  <a:srgbClr val="102A43"/>
                </a:solidFill>
                <a:latin typeface="Arial"/>
                <a:ea typeface="Arial"/>
                <a:cs typeface="Arial"/>
              </a:defRPr>
            </a:lvl9pPr>
          </a:lstStyle>
          <a:p xmlns:a="http://schemas.openxmlformats.org/drawingml/2006/main">
            <a:pPr algn="ctr">
              <a:buNone/>
              <a:defRPr sz="1800" b="1">
                <a:solidFill>
                  <a:srgbClr val="102A43"/>
                </a:solidFill>
                <a:latin typeface="Arial"/>
                <a:ea typeface="Arial"/>
                <a:cs typeface="Arial"/>
              </a:defRPr>
            </a:pPr>
            <a:r>
              <a:rPr sz="1800" b="1">
                <a:solidFill>
                  <a:srgbClr val="102A43"/>
                </a:solidFill>
                <a:latin typeface="Arial"/>
                <a:ea typeface="Arial"/>
                <a:cs typeface="Arial"/>
              </a:rPr>
              <a:t>Thử</a:t>
            </a:r>
          </a:p>
          <a:p xmlns:a="http://schemas.openxmlformats.org/drawingml/2006/main">
            <a:pPr algn="ctr">
              <a:buNone/>
              <a:defRPr sz="1800" b="1">
                <a:solidFill>
                  <a:srgbClr val="102A43"/>
                </a:solidFill>
                <a:latin typeface="Arial"/>
                <a:ea typeface="Arial"/>
                <a:cs typeface="Arial"/>
              </a:defRPr>
            </a:pPr>
            <a:r>
              <a:rPr sz="1800" b="1">
                <a:solidFill>
                  <a:srgbClr val="102A43"/>
                </a:solidFill>
                <a:latin typeface="Arial"/>
                <a:ea typeface="Arial"/>
                <a:cs typeface="Arial"/>
              </a:rPr>
              <a:t>người dùng</a:t>
            </a:r>
          </a:p>
        </p:txBody>
      </p:sp>
      <p:sp>
        <p:nvSpPr>
          <p:cNvPr id="25" name="diagram-172">
            <a:extLst xmlns:a="http://schemas.openxmlformats.org/drawingml/2006/main">
              <a:ext uri="{FF2B5EF4-FFF2-40B4-BE49-F238E27FC236}">
                <a16:creationId xmlns:a16="http://schemas.microsoft.com/office/drawing/2014/main" id="{50D4A30B-836D-4A6E-A986-54BD5B52273E}"/>
              </a:ext>
            </a:extLst>
          </p:cNvPr>
          <p:cNvSpPr>
            <a:spLocks xmlns:a="http://schemas.openxmlformats.org/drawingml/2006/main" noGrp="1"/>
          </p:cNvSpPr>
          <p:nvPr/>
        </p:nvSpPr>
        <p:spPr>
          <a:xfrm xmlns:a="http://schemas.openxmlformats.org/drawingml/2006/main">
            <a:off x="10572750" y="2400300"/>
            <a:ext cx="762000" cy="762000"/>
          </a:xfrm>
          <a:prstGeom xmlns:a="http://schemas.openxmlformats.org/drawingml/2006/main" prst="ellipse">
            <a:avLst/>
          </a:prstGeom>
          <a:solidFill xmlns:a="http://schemas.openxmlformats.org/drawingml/2006/main">
            <a:srgbClr val="E5EFFC"/>
          </a:solidFill>
          <a:ln xmlns:a="http://schemas.openxmlformats.org/drawingml/2006/main" w="0">
            <a:noFill/>
            <a:prstDash val="solid"/>
          </a:ln>
        </p:spPr>
      </p:sp>
      <p:sp>
        <p:nvSpPr>
          <p:cNvPr id="26" name="diagram-173">
            <a:extLst xmlns:a="http://schemas.openxmlformats.org/drawingml/2006/main">
              <a:ext uri="{FF2B5EF4-FFF2-40B4-BE49-F238E27FC236}">
                <a16:creationId xmlns:a16="http://schemas.microsoft.com/office/drawing/2014/main" id="{77A6312A-BF72-4506-A2E6-E80C619AD56A}"/>
              </a:ext>
            </a:extLst>
          </p:cNvPr>
          <p:cNvSpPr>
            <a:spLocks xmlns:a="http://schemas.openxmlformats.org/drawingml/2006/main" noGrp="1"/>
          </p:cNvSpPr>
          <p:nvPr/>
        </p:nvSpPr>
        <p:spPr>
          <a:xfrm xmlns:a="http://schemas.openxmlformats.org/drawingml/2006/main">
            <a:off x="10572750" y="2400300"/>
            <a:ext cx="762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2175" b="1">
                <a:solidFill>
                  <a:srgbClr val="246BCE"/>
                </a:solidFill>
                <a:latin typeface="Arial"/>
                <a:ea typeface="Arial"/>
                <a:cs typeface="Arial"/>
              </a:defRPr>
            </a:defPPr>
            <a:lvl1pPr algn="ctr">
              <a:buNone/>
              <a:defRPr sz="2175" b="1">
                <a:solidFill>
                  <a:srgbClr val="246BCE"/>
                </a:solidFill>
                <a:latin typeface="Arial"/>
                <a:ea typeface="Arial"/>
                <a:cs typeface="Arial"/>
              </a:defRPr>
            </a:lvl1pPr>
            <a:lvl2pPr algn="ctr">
              <a:buNone/>
              <a:defRPr sz="2175" b="1">
                <a:solidFill>
                  <a:srgbClr val="246BCE"/>
                </a:solidFill>
                <a:latin typeface="Arial"/>
                <a:ea typeface="Arial"/>
                <a:cs typeface="Arial"/>
              </a:defRPr>
            </a:lvl2pPr>
            <a:lvl3pPr algn="ctr">
              <a:buNone/>
              <a:defRPr sz="2175" b="1">
                <a:solidFill>
                  <a:srgbClr val="246BCE"/>
                </a:solidFill>
                <a:latin typeface="Arial"/>
                <a:ea typeface="Arial"/>
                <a:cs typeface="Arial"/>
              </a:defRPr>
            </a:lvl3pPr>
            <a:lvl4pPr algn="ctr">
              <a:buNone/>
              <a:defRPr sz="2175" b="1">
                <a:solidFill>
                  <a:srgbClr val="246BCE"/>
                </a:solidFill>
                <a:latin typeface="Arial"/>
                <a:ea typeface="Arial"/>
                <a:cs typeface="Arial"/>
              </a:defRPr>
            </a:lvl4pPr>
            <a:lvl5pPr algn="ctr">
              <a:buNone/>
              <a:defRPr sz="2175" b="1">
                <a:solidFill>
                  <a:srgbClr val="246BCE"/>
                </a:solidFill>
                <a:latin typeface="Arial"/>
                <a:ea typeface="Arial"/>
                <a:cs typeface="Arial"/>
              </a:defRPr>
            </a:lvl5pPr>
            <a:lvl6pPr algn="ctr">
              <a:buNone/>
              <a:defRPr sz="2175" b="1">
                <a:solidFill>
                  <a:srgbClr val="246BCE"/>
                </a:solidFill>
                <a:latin typeface="Arial"/>
                <a:ea typeface="Arial"/>
                <a:cs typeface="Arial"/>
              </a:defRPr>
            </a:lvl6pPr>
            <a:lvl7pPr algn="ctr">
              <a:buNone/>
              <a:defRPr sz="2175" b="1">
                <a:solidFill>
                  <a:srgbClr val="246BCE"/>
                </a:solidFill>
                <a:latin typeface="Arial"/>
                <a:ea typeface="Arial"/>
                <a:cs typeface="Arial"/>
              </a:defRPr>
            </a:lvl7pPr>
            <a:lvl8pPr algn="ctr">
              <a:buNone/>
              <a:defRPr sz="2175" b="1">
                <a:solidFill>
                  <a:srgbClr val="246BCE"/>
                </a:solidFill>
                <a:latin typeface="Arial"/>
                <a:ea typeface="Arial"/>
                <a:cs typeface="Arial"/>
              </a:defRPr>
            </a:lvl8pPr>
            <a:lvl9pPr algn="ctr">
              <a:buNone/>
              <a:defRPr sz="2175" b="1">
                <a:solidFill>
                  <a:srgbClr val="246BCE"/>
                </a:solidFill>
                <a:latin typeface="Arial"/>
                <a:ea typeface="Arial"/>
                <a:cs typeface="Arial"/>
              </a:defRPr>
            </a:lvl9pPr>
          </a:lstStyle>
          <a:p xmlns:a="http://schemas.openxmlformats.org/drawingml/2006/main">
            <a:pPr algn="ctr">
              <a:buNone/>
              <a:defRPr sz="2175" b="1">
                <a:solidFill>
                  <a:srgbClr val="246BCE"/>
                </a:solidFill>
                <a:latin typeface="Arial"/>
                <a:ea typeface="Arial"/>
                <a:cs typeface="Arial"/>
              </a:defRPr>
            </a:pPr>
            <a:r>
              <a:rPr sz="2175" b="1">
                <a:solidFill>
                  <a:srgbClr val="246BCE"/>
                </a:solidFill>
                <a:latin typeface="Arial"/>
                <a:ea typeface="Arial"/>
                <a:cs typeface="Arial"/>
              </a:rPr>
              <a:t>6</a:t>
            </a:r>
          </a:p>
        </p:txBody>
      </p:sp>
      <p:sp>
        <p:nvSpPr>
          <p:cNvPr id="27" name="diagram-174">
            <a:extLst xmlns:a="http://schemas.openxmlformats.org/drawingml/2006/main">
              <a:ext uri="{FF2B5EF4-FFF2-40B4-BE49-F238E27FC236}">
                <a16:creationId xmlns:a16="http://schemas.microsoft.com/office/drawing/2014/main" id="{E9CE791F-9B88-4D71-87B4-0ADD714C620F}"/>
              </a:ext>
            </a:extLst>
          </p:cNvPr>
          <p:cNvSpPr>
            <a:spLocks xmlns:a="http://schemas.openxmlformats.org/drawingml/2006/main" noGrp="1"/>
          </p:cNvSpPr>
          <p:nvPr/>
        </p:nvSpPr>
        <p:spPr>
          <a:xfrm xmlns:a="http://schemas.openxmlformats.org/drawingml/2006/main">
            <a:off x="10144125" y="1809750"/>
            <a:ext cx="1619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246BCE"/>
                </a:solidFill>
                <a:latin typeface="Arial"/>
                <a:ea typeface="Arial"/>
                <a:cs typeface="Arial"/>
              </a:defRPr>
            </a:defPPr>
            <a:lvl1pPr algn="ctr">
              <a:buNone/>
              <a:defRPr sz="1800" b="1">
                <a:solidFill>
                  <a:srgbClr val="246BCE"/>
                </a:solidFill>
                <a:latin typeface="Arial"/>
                <a:ea typeface="Arial"/>
                <a:cs typeface="Arial"/>
              </a:defRPr>
            </a:lvl1pPr>
            <a:lvl2pPr algn="ctr">
              <a:buNone/>
              <a:defRPr sz="1800" b="1">
                <a:solidFill>
                  <a:srgbClr val="246BCE"/>
                </a:solidFill>
                <a:latin typeface="Arial"/>
                <a:ea typeface="Arial"/>
                <a:cs typeface="Arial"/>
              </a:defRPr>
            </a:lvl2pPr>
            <a:lvl3pPr algn="ctr">
              <a:buNone/>
              <a:defRPr sz="1800" b="1">
                <a:solidFill>
                  <a:srgbClr val="246BCE"/>
                </a:solidFill>
                <a:latin typeface="Arial"/>
                <a:ea typeface="Arial"/>
                <a:cs typeface="Arial"/>
              </a:defRPr>
            </a:lvl3pPr>
            <a:lvl4pPr algn="ctr">
              <a:buNone/>
              <a:defRPr sz="1800" b="1">
                <a:solidFill>
                  <a:srgbClr val="246BCE"/>
                </a:solidFill>
                <a:latin typeface="Arial"/>
                <a:ea typeface="Arial"/>
                <a:cs typeface="Arial"/>
              </a:defRPr>
            </a:lvl4pPr>
            <a:lvl5pPr algn="ctr">
              <a:buNone/>
              <a:defRPr sz="1800" b="1">
                <a:solidFill>
                  <a:srgbClr val="246BCE"/>
                </a:solidFill>
                <a:latin typeface="Arial"/>
                <a:ea typeface="Arial"/>
                <a:cs typeface="Arial"/>
              </a:defRPr>
            </a:lvl5pPr>
            <a:lvl6pPr algn="ctr">
              <a:buNone/>
              <a:defRPr sz="1800" b="1">
                <a:solidFill>
                  <a:srgbClr val="246BCE"/>
                </a:solidFill>
                <a:latin typeface="Arial"/>
                <a:ea typeface="Arial"/>
                <a:cs typeface="Arial"/>
              </a:defRPr>
            </a:lvl6pPr>
            <a:lvl7pPr algn="ctr">
              <a:buNone/>
              <a:defRPr sz="1800" b="1">
                <a:solidFill>
                  <a:srgbClr val="246BCE"/>
                </a:solidFill>
                <a:latin typeface="Arial"/>
                <a:ea typeface="Arial"/>
                <a:cs typeface="Arial"/>
              </a:defRPr>
            </a:lvl7pPr>
            <a:lvl8pPr algn="ctr">
              <a:buNone/>
              <a:defRPr sz="1800" b="1">
                <a:solidFill>
                  <a:srgbClr val="246BCE"/>
                </a:solidFill>
                <a:latin typeface="Arial"/>
                <a:ea typeface="Arial"/>
                <a:cs typeface="Arial"/>
              </a:defRPr>
            </a:lvl8pPr>
            <a:lvl9pPr algn="ctr">
              <a:buNone/>
              <a:defRPr sz="1800" b="1">
                <a:solidFill>
                  <a:srgbClr val="246BCE"/>
                </a:solidFill>
                <a:latin typeface="Arial"/>
                <a:ea typeface="Arial"/>
                <a:cs typeface="Arial"/>
              </a:defRPr>
            </a:lvl9pPr>
          </a:lstStyle>
          <a:p xmlns:a="http://schemas.openxmlformats.org/drawingml/2006/main">
            <a:pPr algn="ctr">
              <a:buNone/>
              <a:defRPr sz="1800" b="1">
                <a:solidFill>
                  <a:srgbClr val="246BCE"/>
                </a:solidFill>
                <a:latin typeface="Arial"/>
                <a:ea typeface="Arial"/>
                <a:cs typeface="Arial"/>
              </a:defRPr>
            </a:pPr>
            <a:r>
              <a:rPr sz="1800" b="1">
                <a:solidFill>
                  <a:srgbClr val="246BCE"/>
                </a:solidFill>
                <a:latin typeface="Arial"/>
                <a:ea typeface="Arial"/>
                <a:cs typeface="Arial"/>
              </a:rPr>
              <a:t>Ngày 7</a:t>
            </a:r>
          </a:p>
        </p:txBody>
      </p:sp>
      <p:sp>
        <p:nvSpPr>
          <p:cNvPr id="28" name="diagram-175">
            <a:extLst xmlns:a="http://schemas.openxmlformats.org/drawingml/2006/main">
              <a:ext uri="{FF2B5EF4-FFF2-40B4-BE49-F238E27FC236}">
                <a16:creationId xmlns:a16="http://schemas.microsoft.com/office/drawing/2014/main" id="{AB85CA77-9E4E-47F0-B885-1D94DABAC45D}"/>
              </a:ext>
            </a:extLst>
          </p:cNvPr>
          <p:cNvSpPr>
            <a:spLocks xmlns:a="http://schemas.openxmlformats.org/drawingml/2006/main" noGrp="1"/>
          </p:cNvSpPr>
          <p:nvPr/>
        </p:nvSpPr>
        <p:spPr>
          <a:xfrm xmlns:a="http://schemas.openxmlformats.org/drawingml/2006/main">
            <a:off x="10077450" y="3476625"/>
            <a:ext cx="17621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102A43"/>
                </a:solidFill>
                <a:latin typeface="Arial"/>
                <a:ea typeface="Arial"/>
                <a:cs typeface="Arial"/>
              </a:defRPr>
            </a:defPPr>
            <a:lvl1pPr algn="ctr">
              <a:buNone/>
              <a:defRPr sz="1800" b="1">
                <a:solidFill>
                  <a:srgbClr val="102A43"/>
                </a:solidFill>
                <a:latin typeface="Arial"/>
                <a:ea typeface="Arial"/>
                <a:cs typeface="Arial"/>
              </a:defRPr>
            </a:lvl1pPr>
            <a:lvl2pPr algn="ctr">
              <a:buNone/>
              <a:defRPr sz="1800" b="1">
                <a:solidFill>
                  <a:srgbClr val="102A43"/>
                </a:solidFill>
                <a:latin typeface="Arial"/>
                <a:ea typeface="Arial"/>
                <a:cs typeface="Arial"/>
              </a:defRPr>
            </a:lvl2pPr>
            <a:lvl3pPr algn="ctr">
              <a:buNone/>
              <a:defRPr sz="1800" b="1">
                <a:solidFill>
                  <a:srgbClr val="102A43"/>
                </a:solidFill>
                <a:latin typeface="Arial"/>
                <a:ea typeface="Arial"/>
                <a:cs typeface="Arial"/>
              </a:defRPr>
            </a:lvl3pPr>
            <a:lvl4pPr algn="ctr">
              <a:buNone/>
              <a:defRPr sz="1800" b="1">
                <a:solidFill>
                  <a:srgbClr val="102A43"/>
                </a:solidFill>
                <a:latin typeface="Arial"/>
                <a:ea typeface="Arial"/>
                <a:cs typeface="Arial"/>
              </a:defRPr>
            </a:lvl4pPr>
            <a:lvl5pPr algn="ctr">
              <a:buNone/>
              <a:defRPr sz="1800" b="1">
                <a:solidFill>
                  <a:srgbClr val="102A43"/>
                </a:solidFill>
                <a:latin typeface="Arial"/>
                <a:ea typeface="Arial"/>
                <a:cs typeface="Arial"/>
              </a:defRPr>
            </a:lvl5pPr>
            <a:lvl6pPr algn="ctr">
              <a:buNone/>
              <a:defRPr sz="1800" b="1">
                <a:solidFill>
                  <a:srgbClr val="102A43"/>
                </a:solidFill>
                <a:latin typeface="Arial"/>
                <a:ea typeface="Arial"/>
                <a:cs typeface="Arial"/>
              </a:defRPr>
            </a:lvl6pPr>
            <a:lvl7pPr algn="ctr">
              <a:buNone/>
              <a:defRPr sz="1800" b="1">
                <a:solidFill>
                  <a:srgbClr val="102A43"/>
                </a:solidFill>
                <a:latin typeface="Arial"/>
                <a:ea typeface="Arial"/>
                <a:cs typeface="Arial"/>
              </a:defRPr>
            </a:lvl7pPr>
            <a:lvl8pPr algn="ctr">
              <a:buNone/>
              <a:defRPr sz="1800" b="1">
                <a:solidFill>
                  <a:srgbClr val="102A43"/>
                </a:solidFill>
                <a:latin typeface="Arial"/>
                <a:ea typeface="Arial"/>
                <a:cs typeface="Arial"/>
              </a:defRPr>
            </a:lvl8pPr>
            <a:lvl9pPr algn="ctr">
              <a:buNone/>
              <a:defRPr sz="1800" b="1">
                <a:solidFill>
                  <a:srgbClr val="102A43"/>
                </a:solidFill>
                <a:latin typeface="Arial"/>
                <a:ea typeface="Arial"/>
                <a:cs typeface="Arial"/>
              </a:defRPr>
            </a:lvl9pPr>
          </a:lstStyle>
          <a:p xmlns:a="http://schemas.openxmlformats.org/drawingml/2006/main">
            <a:pPr algn="ctr">
              <a:buNone/>
              <a:defRPr sz="1800" b="1">
                <a:solidFill>
                  <a:srgbClr val="102A43"/>
                </a:solidFill>
                <a:latin typeface="Arial"/>
                <a:ea typeface="Arial"/>
                <a:cs typeface="Arial"/>
              </a:defRPr>
            </a:pPr>
            <a:r>
              <a:rPr sz="1800" b="1">
                <a:solidFill>
                  <a:srgbClr val="102A43"/>
                </a:solidFill>
                <a:latin typeface="Arial"/>
                <a:ea typeface="Arial"/>
                <a:cs typeface="Arial"/>
              </a:rPr>
              <a:t>Repo</a:t>
            </a:r>
          </a:p>
          <a:p xmlns:a="http://schemas.openxmlformats.org/drawingml/2006/main">
            <a:pPr algn="ctr">
              <a:buNone/>
              <a:defRPr sz="1800" b="1">
                <a:solidFill>
                  <a:srgbClr val="102A43"/>
                </a:solidFill>
                <a:latin typeface="Arial"/>
                <a:ea typeface="Arial"/>
                <a:cs typeface="Arial"/>
              </a:defRPr>
            </a:pPr>
            <a:r>
              <a:rPr sz="1800" b="1">
                <a:solidFill>
                  <a:srgbClr val="102A43"/>
                </a:solidFill>
                <a:latin typeface="Arial"/>
                <a:ea typeface="Arial"/>
                <a:cs typeface="Arial"/>
              </a:rPr>
              <a:t>và trình bày</a:t>
            </a:r>
          </a:p>
        </p:txBody>
      </p:sp>
      <p:pic>
        <p:nvPicPr>
          <p:cNvPr id="29" name="">
            <a:extLst xmlns:a="http://schemas.openxmlformats.org/drawingml/2006/main">
              <a:ext uri="{FF2B5EF4-FFF2-40B4-BE49-F238E27FC236}">
                <a16:creationId xmlns:a16="http://schemas.microsoft.com/office/drawing/2014/main" id="{ABB62DDE-B5F1-4906-949D-79FD2B104050}"/>
              </a:ext>
            </a:extLst>
          </p:cNvPr>
          <p:cNvPicPr>
            <a:picLocks xmlns:a="http://schemas.openxmlformats.org/drawingml/2006/main" noChangeAspect="1"/>
          </p:cNvPicPr>
          <p:nvPr/>
        </p:nvPicPr>
        <p:blipFill>
          <a:blip xmlns:r="http://schemas.openxmlformats.org/officeDocument/2006/relationships" xmlns:a="http://schemas.openxmlformats.org/drawingml/2006/main" r:embed="R2ecb438185644e2c"/>
          <a:stretch xmlns:a="http://schemas.openxmlformats.org/drawingml/2006/main"/>
        </p:blipFill>
        <p:spPr>
          <a:xfrm xmlns:a="http://schemas.openxmlformats.org/drawingml/2006/main">
            <a:off x="1509713" y="4410075"/>
            <a:ext cx="2600325" cy="1733550"/>
          </a:xfrm>
          <a:prstGeom xmlns:a="http://schemas.openxmlformats.org/drawingml/2006/main" prst="rect">
            <a:avLst/>
          </a:prstGeom>
        </p:spPr>
      </p:pic>
      <p:sp>
        <p:nvSpPr>
          <p:cNvPr id="30" name="diagram-176">
            <a:extLst xmlns:a="http://schemas.openxmlformats.org/drawingml/2006/main">
              <a:ext uri="{FF2B5EF4-FFF2-40B4-BE49-F238E27FC236}">
                <a16:creationId xmlns:a16="http://schemas.microsoft.com/office/drawing/2014/main" id="{0B71302F-B11C-4914-A17F-B4B27E2CD6F9}"/>
              </a:ext>
            </a:extLst>
          </p:cNvPr>
          <p:cNvSpPr>
            <a:spLocks xmlns:a="http://schemas.openxmlformats.org/drawingml/2006/main" noGrp="1"/>
          </p:cNvSpPr>
          <p:nvPr/>
        </p:nvSpPr>
        <p:spPr>
          <a:xfrm xmlns:a="http://schemas.openxmlformats.org/drawingml/2006/main">
            <a:off x="5715000" y="4514850"/>
            <a:ext cx="5715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950" b="1">
                <a:solidFill>
                  <a:srgbClr val="246BCE"/>
                </a:solidFill>
                <a:latin typeface="Arial"/>
                <a:ea typeface="Arial"/>
                <a:cs typeface="Arial"/>
              </a:defRPr>
            </a:defPPr>
            <a:lvl1pPr algn="l">
              <a:buNone/>
              <a:defRPr sz="1950" b="1">
                <a:solidFill>
                  <a:srgbClr val="246BCE"/>
                </a:solidFill>
                <a:latin typeface="Arial"/>
                <a:ea typeface="Arial"/>
                <a:cs typeface="Arial"/>
              </a:defRPr>
            </a:lvl1pPr>
            <a:lvl2pPr algn="l">
              <a:buNone/>
              <a:defRPr sz="1950" b="1">
                <a:solidFill>
                  <a:srgbClr val="246BCE"/>
                </a:solidFill>
                <a:latin typeface="Arial"/>
                <a:ea typeface="Arial"/>
                <a:cs typeface="Arial"/>
              </a:defRPr>
            </a:lvl2pPr>
            <a:lvl3pPr algn="l">
              <a:buNone/>
              <a:defRPr sz="1950" b="1">
                <a:solidFill>
                  <a:srgbClr val="246BCE"/>
                </a:solidFill>
                <a:latin typeface="Arial"/>
                <a:ea typeface="Arial"/>
                <a:cs typeface="Arial"/>
              </a:defRPr>
            </a:lvl3pPr>
            <a:lvl4pPr algn="l">
              <a:buNone/>
              <a:defRPr sz="1950" b="1">
                <a:solidFill>
                  <a:srgbClr val="246BCE"/>
                </a:solidFill>
                <a:latin typeface="Arial"/>
                <a:ea typeface="Arial"/>
                <a:cs typeface="Arial"/>
              </a:defRPr>
            </a:lvl4pPr>
            <a:lvl5pPr algn="l">
              <a:buNone/>
              <a:defRPr sz="1950" b="1">
                <a:solidFill>
                  <a:srgbClr val="246BCE"/>
                </a:solidFill>
                <a:latin typeface="Arial"/>
                <a:ea typeface="Arial"/>
                <a:cs typeface="Arial"/>
              </a:defRPr>
            </a:lvl5pPr>
            <a:lvl6pPr algn="l">
              <a:buNone/>
              <a:defRPr sz="1950" b="1">
                <a:solidFill>
                  <a:srgbClr val="246BCE"/>
                </a:solidFill>
                <a:latin typeface="Arial"/>
                <a:ea typeface="Arial"/>
                <a:cs typeface="Arial"/>
              </a:defRPr>
            </a:lvl6pPr>
            <a:lvl7pPr algn="l">
              <a:buNone/>
              <a:defRPr sz="1950" b="1">
                <a:solidFill>
                  <a:srgbClr val="246BCE"/>
                </a:solidFill>
                <a:latin typeface="Arial"/>
                <a:ea typeface="Arial"/>
                <a:cs typeface="Arial"/>
              </a:defRPr>
            </a:lvl7pPr>
            <a:lvl8pPr algn="l">
              <a:buNone/>
              <a:defRPr sz="1950" b="1">
                <a:solidFill>
                  <a:srgbClr val="246BCE"/>
                </a:solidFill>
                <a:latin typeface="Arial"/>
                <a:ea typeface="Arial"/>
                <a:cs typeface="Arial"/>
              </a:defRPr>
            </a:lvl8pPr>
            <a:lvl9pPr algn="l">
              <a:buNone/>
              <a:defRPr sz="1950" b="1">
                <a:solidFill>
                  <a:srgbClr val="246BCE"/>
                </a:solidFill>
                <a:latin typeface="Arial"/>
                <a:ea typeface="Arial"/>
                <a:cs typeface="Arial"/>
              </a:defRPr>
            </a:lvl9pPr>
          </a:lstStyle>
          <a:p xmlns:a="http://schemas.openxmlformats.org/drawingml/2006/main">
            <a:pPr algn="l">
              <a:buNone/>
              <a:defRPr sz="1950" b="1">
                <a:solidFill>
                  <a:srgbClr val="246BCE"/>
                </a:solidFill>
                <a:latin typeface="Arial"/>
                <a:ea typeface="Arial"/>
                <a:cs typeface="Arial"/>
              </a:defRPr>
            </a:pPr>
            <a:r>
              <a:rPr sz="1950" b="1">
                <a:solidFill>
                  <a:srgbClr val="246BCE"/>
                </a:solidFill>
                <a:latin typeface="Arial"/>
                <a:ea typeface="Arial"/>
                <a:cs typeface="Arial"/>
              </a:rPr>
              <a:t>Check-in 10 phút mỗi ngày</a:t>
            </a:r>
          </a:p>
        </p:txBody>
      </p:sp>
      <p:sp>
        <p:nvSpPr>
          <p:cNvPr id="31" name="diagram-177">
            <a:extLst xmlns:a="http://schemas.openxmlformats.org/drawingml/2006/main">
              <a:ext uri="{FF2B5EF4-FFF2-40B4-BE49-F238E27FC236}">
                <a16:creationId xmlns:a16="http://schemas.microsoft.com/office/drawing/2014/main" id="{24ECDCAB-218D-4493-B6D5-422120B2BAEB}"/>
              </a:ext>
            </a:extLst>
          </p:cNvPr>
          <p:cNvSpPr>
            <a:spLocks xmlns:a="http://schemas.openxmlformats.org/drawingml/2006/main" noGrp="1"/>
          </p:cNvSpPr>
          <p:nvPr/>
        </p:nvSpPr>
        <p:spPr>
          <a:xfrm xmlns:a="http://schemas.openxmlformats.org/drawingml/2006/main">
            <a:off x="5715000" y="5067300"/>
            <a:ext cx="5715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950" b="1">
                <a:solidFill>
                  <a:srgbClr val="102A43"/>
                </a:solidFill>
                <a:latin typeface="Arial"/>
                <a:ea typeface="Arial"/>
                <a:cs typeface="Arial"/>
              </a:defRPr>
            </a:defPPr>
            <a:lvl1pPr algn="l">
              <a:buNone/>
              <a:defRPr sz="1950" b="1">
                <a:solidFill>
                  <a:srgbClr val="102A43"/>
                </a:solidFill>
                <a:latin typeface="Arial"/>
                <a:ea typeface="Arial"/>
                <a:cs typeface="Arial"/>
              </a:defRPr>
            </a:lvl1pPr>
            <a:lvl2pPr algn="l">
              <a:buNone/>
              <a:defRPr sz="1950" b="1">
                <a:solidFill>
                  <a:srgbClr val="102A43"/>
                </a:solidFill>
                <a:latin typeface="Arial"/>
                <a:ea typeface="Arial"/>
                <a:cs typeface="Arial"/>
              </a:defRPr>
            </a:lvl2pPr>
            <a:lvl3pPr algn="l">
              <a:buNone/>
              <a:defRPr sz="1950" b="1">
                <a:solidFill>
                  <a:srgbClr val="102A43"/>
                </a:solidFill>
                <a:latin typeface="Arial"/>
                <a:ea typeface="Arial"/>
                <a:cs typeface="Arial"/>
              </a:defRPr>
            </a:lvl3pPr>
            <a:lvl4pPr algn="l">
              <a:buNone/>
              <a:defRPr sz="1950" b="1">
                <a:solidFill>
                  <a:srgbClr val="102A43"/>
                </a:solidFill>
                <a:latin typeface="Arial"/>
                <a:ea typeface="Arial"/>
                <a:cs typeface="Arial"/>
              </a:defRPr>
            </a:lvl4pPr>
            <a:lvl5pPr algn="l">
              <a:buNone/>
              <a:defRPr sz="1950" b="1">
                <a:solidFill>
                  <a:srgbClr val="102A43"/>
                </a:solidFill>
                <a:latin typeface="Arial"/>
                <a:ea typeface="Arial"/>
                <a:cs typeface="Arial"/>
              </a:defRPr>
            </a:lvl5pPr>
            <a:lvl6pPr algn="l">
              <a:buNone/>
              <a:defRPr sz="1950" b="1">
                <a:solidFill>
                  <a:srgbClr val="102A43"/>
                </a:solidFill>
                <a:latin typeface="Arial"/>
                <a:ea typeface="Arial"/>
                <a:cs typeface="Arial"/>
              </a:defRPr>
            </a:lvl6pPr>
            <a:lvl7pPr algn="l">
              <a:buNone/>
              <a:defRPr sz="1950" b="1">
                <a:solidFill>
                  <a:srgbClr val="102A43"/>
                </a:solidFill>
                <a:latin typeface="Arial"/>
                <a:ea typeface="Arial"/>
                <a:cs typeface="Arial"/>
              </a:defRPr>
            </a:lvl7pPr>
            <a:lvl8pPr algn="l">
              <a:buNone/>
              <a:defRPr sz="1950" b="1">
                <a:solidFill>
                  <a:srgbClr val="102A43"/>
                </a:solidFill>
                <a:latin typeface="Arial"/>
                <a:ea typeface="Arial"/>
                <a:cs typeface="Arial"/>
              </a:defRPr>
            </a:lvl8pPr>
            <a:lvl9pPr algn="l">
              <a:buNone/>
              <a:defRPr sz="1950" b="1">
                <a:solidFill>
                  <a:srgbClr val="102A43"/>
                </a:solidFill>
                <a:latin typeface="Arial"/>
                <a:ea typeface="Arial"/>
                <a:cs typeface="Arial"/>
              </a:defRPr>
            </a:lvl9pPr>
          </a:lstStyle>
          <a:p xmlns:a="http://schemas.openxmlformats.org/drawingml/2006/main">
            <a:pPr algn="l">
              <a:buNone/>
              <a:defRPr sz="1950" b="1">
                <a:solidFill>
                  <a:srgbClr val="102A43"/>
                </a:solidFill>
                <a:latin typeface="Arial"/>
                <a:ea typeface="Arial"/>
                <a:cs typeface="Arial"/>
              </a:defRPr>
            </a:pPr>
            <a:r>
              <a:rPr sz="1950" b="1">
                <a:solidFill>
                  <a:srgbClr val="102A43"/>
                </a:solidFill>
                <a:latin typeface="Arial"/>
                <a:ea typeface="Arial"/>
                <a:cs typeface="Arial"/>
              </a:rPr>
              <a:t>Gỡ kẹt từ sản phẩm và bằng chứng</a:t>
            </a:r>
          </a:p>
        </p:txBody>
      </p:sp>
      <p:sp>
        <p:nvSpPr>
          <p:cNvPr id="32" name="diagram-178">
            <a:extLst xmlns:a="http://schemas.openxmlformats.org/drawingml/2006/main">
              <a:ext uri="{FF2B5EF4-FFF2-40B4-BE49-F238E27FC236}">
                <a16:creationId xmlns:a16="http://schemas.microsoft.com/office/drawing/2014/main" id="{380855E9-3AA2-4FF9-911E-DBB81121C269}"/>
              </a:ext>
            </a:extLst>
          </p:cNvPr>
          <p:cNvSpPr>
            <a:spLocks xmlns:a="http://schemas.openxmlformats.org/drawingml/2006/main" noGrp="1"/>
          </p:cNvSpPr>
          <p:nvPr/>
        </p:nvSpPr>
        <p:spPr>
          <a:xfrm xmlns:a="http://schemas.openxmlformats.org/drawingml/2006/main">
            <a:off x="5715000" y="5619750"/>
            <a:ext cx="5715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950" b="0">
                <a:solidFill>
                  <a:srgbClr val="526773"/>
                </a:solidFill>
                <a:latin typeface="Arial"/>
                <a:ea typeface="Arial"/>
                <a:cs typeface="Arial"/>
              </a:defRPr>
            </a:defPPr>
            <a:lvl1pPr algn="l">
              <a:buNone/>
              <a:defRPr sz="1950" b="0">
                <a:solidFill>
                  <a:srgbClr val="526773"/>
                </a:solidFill>
                <a:latin typeface="Arial"/>
                <a:ea typeface="Arial"/>
                <a:cs typeface="Arial"/>
              </a:defRPr>
            </a:lvl1pPr>
            <a:lvl2pPr algn="l">
              <a:buNone/>
              <a:defRPr sz="1950" b="0">
                <a:solidFill>
                  <a:srgbClr val="526773"/>
                </a:solidFill>
                <a:latin typeface="Arial"/>
                <a:ea typeface="Arial"/>
                <a:cs typeface="Arial"/>
              </a:defRPr>
            </a:lvl2pPr>
            <a:lvl3pPr algn="l">
              <a:buNone/>
              <a:defRPr sz="1950" b="0">
                <a:solidFill>
                  <a:srgbClr val="526773"/>
                </a:solidFill>
                <a:latin typeface="Arial"/>
                <a:ea typeface="Arial"/>
                <a:cs typeface="Arial"/>
              </a:defRPr>
            </a:lvl3pPr>
            <a:lvl4pPr algn="l">
              <a:buNone/>
              <a:defRPr sz="1950" b="0">
                <a:solidFill>
                  <a:srgbClr val="526773"/>
                </a:solidFill>
                <a:latin typeface="Arial"/>
                <a:ea typeface="Arial"/>
                <a:cs typeface="Arial"/>
              </a:defRPr>
            </a:lvl4pPr>
            <a:lvl5pPr algn="l">
              <a:buNone/>
              <a:defRPr sz="1950" b="0">
                <a:solidFill>
                  <a:srgbClr val="526773"/>
                </a:solidFill>
                <a:latin typeface="Arial"/>
                <a:ea typeface="Arial"/>
                <a:cs typeface="Arial"/>
              </a:defRPr>
            </a:lvl5pPr>
            <a:lvl6pPr algn="l">
              <a:buNone/>
              <a:defRPr sz="1950" b="0">
                <a:solidFill>
                  <a:srgbClr val="526773"/>
                </a:solidFill>
                <a:latin typeface="Arial"/>
                <a:ea typeface="Arial"/>
                <a:cs typeface="Arial"/>
              </a:defRPr>
            </a:lvl6pPr>
            <a:lvl7pPr algn="l">
              <a:buNone/>
              <a:defRPr sz="1950" b="0">
                <a:solidFill>
                  <a:srgbClr val="526773"/>
                </a:solidFill>
                <a:latin typeface="Arial"/>
                <a:ea typeface="Arial"/>
                <a:cs typeface="Arial"/>
              </a:defRPr>
            </a:lvl7pPr>
            <a:lvl8pPr algn="l">
              <a:buNone/>
              <a:defRPr sz="1950" b="0">
                <a:solidFill>
                  <a:srgbClr val="526773"/>
                </a:solidFill>
                <a:latin typeface="Arial"/>
                <a:ea typeface="Arial"/>
                <a:cs typeface="Arial"/>
              </a:defRPr>
            </a:lvl8pPr>
            <a:lvl9pPr algn="l">
              <a:buNone/>
              <a:defRPr sz="1950" b="0">
                <a:solidFill>
                  <a:srgbClr val="526773"/>
                </a:solidFill>
                <a:latin typeface="Arial"/>
                <a:ea typeface="Arial"/>
                <a:cs typeface="Arial"/>
              </a:defRPr>
            </a:lvl9pPr>
          </a:lstStyle>
          <a:p xmlns:a="http://schemas.openxmlformats.org/drawingml/2006/main">
            <a:pPr algn="l">
              <a:buNone/>
              <a:defRPr sz="1950" b="0">
                <a:solidFill>
                  <a:srgbClr val="526773"/>
                </a:solidFill>
                <a:latin typeface="Arial"/>
                <a:ea typeface="Arial"/>
                <a:cs typeface="Arial"/>
              </a:defRPr>
            </a:pPr>
            <a:r>
              <a:rPr sz="1950" b="0">
                <a:solidFill>
                  <a:srgbClr val="526773"/>
                </a:solidFill>
                <a:latin typeface="Arial"/>
                <a:ea typeface="Arial"/>
                <a:cs typeface="Arial"/>
              </a:rPr>
              <a:t>Đọc chéo trước khi hoàn thiện bài</a:t>
            </a:r>
          </a:p>
        </p:txBody>
      </p:sp>
      <p:sp>
        <p:nvSpPr>
          <p:cNvPr id="33" name="diagram-179">
            <a:extLst xmlns:a="http://schemas.openxmlformats.org/drawingml/2006/main">
              <a:ext uri="{FF2B5EF4-FFF2-40B4-BE49-F238E27FC236}">
                <a16:creationId xmlns:a16="http://schemas.microsoft.com/office/drawing/2014/main" id="{6238ED2C-9EC7-4E50-BBA4-A55852100112}"/>
              </a:ext>
            </a:extLst>
          </p:cNvPr>
          <p:cNvSpPr>
            <a:spLocks xmlns:a="http://schemas.openxmlformats.org/drawingml/2006/main" noGrp="1"/>
          </p:cNvSpPr>
          <p:nvPr/>
        </p:nvSpPr>
        <p:spPr>
          <a:xfrm xmlns:a="http://schemas.openxmlformats.org/drawingml/2006/main">
            <a:off x="571500" y="6324600"/>
            <a:ext cx="990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125" b="0">
                <a:solidFill>
                  <a:srgbClr val="526773"/>
                </a:solidFill>
                <a:latin typeface="Arial"/>
                <a:ea typeface="Arial"/>
                <a:cs typeface="Arial"/>
              </a:defRPr>
            </a:defPPr>
            <a:lvl1pPr algn="l">
              <a:buNone/>
              <a:defRPr sz="1125" b="0">
                <a:solidFill>
                  <a:srgbClr val="526773"/>
                </a:solidFill>
                <a:latin typeface="Arial"/>
                <a:ea typeface="Arial"/>
                <a:cs typeface="Arial"/>
              </a:defRPr>
            </a:lvl1pPr>
            <a:lvl2pPr algn="l">
              <a:buNone/>
              <a:defRPr sz="1125" b="0">
                <a:solidFill>
                  <a:srgbClr val="526773"/>
                </a:solidFill>
                <a:latin typeface="Arial"/>
                <a:ea typeface="Arial"/>
                <a:cs typeface="Arial"/>
              </a:defRPr>
            </a:lvl2pPr>
            <a:lvl3pPr algn="l">
              <a:buNone/>
              <a:defRPr sz="1125" b="0">
                <a:solidFill>
                  <a:srgbClr val="526773"/>
                </a:solidFill>
                <a:latin typeface="Arial"/>
                <a:ea typeface="Arial"/>
                <a:cs typeface="Arial"/>
              </a:defRPr>
            </a:lvl3pPr>
            <a:lvl4pPr algn="l">
              <a:buNone/>
              <a:defRPr sz="1125" b="0">
                <a:solidFill>
                  <a:srgbClr val="526773"/>
                </a:solidFill>
                <a:latin typeface="Arial"/>
                <a:ea typeface="Arial"/>
                <a:cs typeface="Arial"/>
              </a:defRPr>
            </a:lvl4pPr>
            <a:lvl5pPr algn="l">
              <a:buNone/>
              <a:defRPr sz="1125" b="0">
                <a:solidFill>
                  <a:srgbClr val="526773"/>
                </a:solidFill>
                <a:latin typeface="Arial"/>
                <a:ea typeface="Arial"/>
                <a:cs typeface="Arial"/>
              </a:defRPr>
            </a:lvl5pPr>
            <a:lvl6pPr algn="l">
              <a:buNone/>
              <a:defRPr sz="1125" b="0">
                <a:solidFill>
                  <a:srgbClr val="526773"/>
                </a:solidFill>
                <a:latin typeface="Arial"/>
                <a:ea typeface="Arial"/>
                <a:cs typeface="Arial"/>
              </a:defRPr>
            </a:lvl6pPr>
            <a:lvl7pPr algn="l">
              <a:buNone/>
              <a:defRPr sz="1125" b="0">
                <a:solidFill>
                  <a:srgbClr val="526773"/>
                </a:solidFill>
                <a:latin typeface="Arial"/>
                <a:ea typeface="Arial"/>
                <a:cs typeface="Arial"/>
              </a:defRPr>
            </a:lvl7pPr>
            <a:lvl8pPr algn="l">
              <a:buNone/>
              <a:defRPr sz="1125" b="0">
                <a:solidFill>
                  <a:srgbClr val="526773"/>
                </a:solidFill>
                <a:latin typeface="Arial"/>
                <a:ea typeface="Arial"/>
                <a:cs typeface="Arial"/>
              </a:defRPr>
            </a:lvl8pPr>
            <a:lvl9pPr algn="l">
              <a:buNone/>
              <a:defRPr sz="1125" b="0">
                <a:solidFill>
                  <a:srgbClr val="526773"/>
                </a:solidFill>
                <a:latin typeface="Arial"/>
                <a:ea typeface="Arial"/>
                <a:cs typeface="Arial"/>
              </a:defRPr>
            </a:lvl9pPr>
          </a:lstStyle>
          <a:p xmlns:a="http://schemas.openxmlformats.org/drawingml/2006/main">
            <a:pPr algn="l">
              <a:buNone/>
              <a:defRPr sz="1125" b="0">
                <a:solidFill>
                  <a:srgbClr val="526773"/>
                </a:solidFill>
                <a:latin typeface="Arial"/>
                <a:ea typeface="Arial"/>
                <a:cs typeface="Arial"/>
              </a:defRPr>
            </a:pPr>
            <a:r>
              <a:rPr sz="1125" b="0">
                <a:solidFill>
                  <a:srgbClr val="526773"/>
                </a:solidFill>
                <a:latin typeface="Arial"/>
                <a:ea typeface="Arial"/>
                <a:cs typeface="Arial"/>
              </a:rPr>
              <a:t>Kế hoạch dự kiến cho nhóm 5–10 bạn; check-in 10 phút mỗi ngày.</a:t>
            </a:r>
          </a:p>
        </p:txBody>
      </p:sp>
      <p:sp>
        <p:nvSpPr>
          <p:cNvPr id="34" name="diagram-180">
            <a:extLst xmlns:a="http://schemas.openxmlformats.org/drawingml/2006/main">
              <a:ext uri="{FF2B5EF4-FFF2-40B4-BE49-F238E27FC236}">
                <a16:creationId xmlns:a16="http://schemas.microsoft.com/office/drawing/2014/main" id="{C776098F-882F-4E9A-907E-4705EC160A24}"/>
              </a:ext>
            </a:extLst>
          </p:cNvPr>
          <p:cNvSpPr>
            <a:spLocks xmlns:a="http://schemas.openxmlformats.org/drawingml/2006/main" noGrp="1"/>
          </p:cNvSpPr>
          <p:nvPr/>
        </p:nvSpPr>
        <p:spPr>
          <a:xfrm xmlns:a="http://schemas.openxmlformats.org/drawingml/2006/main">
            <a:off x="11334750" y="6324600"/>
            <a:ext cx="381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1275" b="1">
                <a:solidFill>
                  <a:srgbClr val="246BCE"/>
                </a:solidFill>
                <a:latin typeface="Arial"/>
                <a:ea typeface="Arial"/>
                <a:cs typeface="Arial"/>
              </a:defRPr>
            </a:defPPr>
            <a:lvl1pPr algn="r">
              <a:buNone/>
              <a:defRPr sz="1275" b="1">
                <a:solidFill>
                  <a:srgbClr val="246BCE"/>
                </a:solidFill>
                <a:latin typeface="Arial"/>
                <a:ea typeface="Arial"/>
                <a:cs typeface="Arial"/>
              </a:defRPr>
            </a:lvl1pPr>
            <a:lvl2pPr algn="r">
              <a:buNone/>
              <a:defRPr sz="1275" b="1">
                <a:solidFill>
                  <a:srgbClr val="246BCE"/>
                </a:solidFill>
                <a:latin typeface="Arial"/>
                <a:ea typeface="Arial"/>
                <a:cs typeface="Arial"/>
              </a:defRPr>
            </a:lvl2pPr>
            <a:lvl3pPr algn="r">
              <a:buNone/>
              <a:defRPr sz="1275" b="1">
                <a:solidFill>
                  <a:srgbClr val="246BCE"/>
                </a:solidFill>
                <a:latin typeface="Arial"/>
                <a:ea typeface="Arial"/>
                <a:cs typeface="Arial"/>
              </a:defRPr>
            </a:lvl3pPr>
            <a:lvl4pPr algn="r">
              <a:buNone/>
              <a:defRPr sz="1275" b="1">
                <a:solidFill>
                  <a:srgbClr val="246BCE"/>
                </a:solidFill>
                <a:latin typeface="Arial"/>
                <a:ea typeface="Arial"/>
                <a:cs typeface="Arial"/>
              </a:defRPr>
            </a:lvl4pPr>
            <a:lvl5pPr algn="r">
              <a:buNone/>
              <a:defRPr sz="1275" b="1">
                <a:solidFill>
                  <a:srgbClr val="246BCE"/>
                </a:solidFill>
                <a:latin typeface="Arial"/>
                <a:ea typeface="Arial"/>
                <a:cs typeface="Arial"/>
              </a:defRPr>
            </a:lvl5pPr>
            <a:lvl6pPr algn="r">
              <a:buNone/>
              <a:defRPr sz="1275" b="1">
                <a:solidFill>
                  <a:srgbClr val="246BCE"/>
                </a:solidFill>
                <a:latin typeface="Arial"/>
                <a:ea typeface="Arial"/>
                <a:cs typeface="Arial"/>
              </a:defRPr>
            </a:lvl6pPr>
            <a:lvl7pPr algn="r">
              <a:buNone/>
              <a:defRPr sz="1275" b="1">
                <a:solidFill>
                  <a:srgbClr val="246BCE"/>
                </a:solidFill>
                <a:latin typeface="Arial"/>
                <a:ea typeface="Arial"/>
                <a:cs typeface="Arial"/>
              </a:defRPr>
            </a:lvl7pPr>
            <a:lvl8pPr algn="r">
              <a:buNone/>
              <a:defRPr sz="1275" b="1">
                <a:solidFill>
                  <a:srgbClr val="246BCE"/>
                </a:solidFill>
                <a:latin typeface="Arial"/>
                <a:ea typeface="Arial"/>
                <a:cs typeface="Arial"/>
              </a:defRPr>
            </a:lvl8pPr>
            <a:lvl9pPr algn="r">
              <a:buNone/>
              <a:defRPr sz="1275" b="1">
                <a:solidFill>
                  <a:srgbClr val="246BCE"/>
                </a:solidFill>
                <a:latin typeface="Arial"/>
                <a:ea typeface="Arial"/>
                <a:cs typeface="Arial"/>
              </a:defRPr>
            </a:lvl9pPr>
          </a:lstStyle>
          <a:p xmlns:a="http://schemas.openxmlformats.org/drawingml/2006/main">
            <a:pPr algn="r">
              <a:buNone/>
              <a:defRPr sz="1275" b="1">
                <a:solidFill>
                  <a:srgbClr val="246BCE"/>
                </a:solidFill>
                <a:latin typeface="Arial"/>
                <a:ea typeface="Arial"/>
                <a:cs typeface="Arial"/>
              </a:defRPr>
            </a:pPr>
            <a:r>
              <a:rPr sz="1275" b="1">
                <a:solidFill>
                  <a:srgbClr val="246BCE"/>
                </a:solidFill>
                <a:latin typeface="Arial"/>
                <a:ea typeface="Arial"/>
                <a:cs typeface="Arial"/>
              </a:rPr>
              <a:t>10</a:t>
            </a:r>
          </a:p>
        </p:txBody>
      </p:sp>
    </p:spTree>
    <p:extLst>
      <p:ext uri="{BB962C8B-B14F-4D97-AF65-F5344CB8AC3E}">
        <p14:creationId xmlns:p14="http://schemas.microsoft.com/office/powerpoint/2010/main" val="35681777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2026-10-19T19:00:58.9700000Z</dcterms:created>
  <dcterms:modified xsi:type="dcterms:W3CDTF">2026-10-19T19:00:58.9700000Z</dcterms:modified>
</coreProperties>
</file>