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c594ac51004ae6" /><Relationship Type="http://schemas.openxmlformats.org/officeDocument/2006/relationships/extended-properties" Target="/docProps/app.xml" Id="Rc9c47defb97b46e2" /><Relationship Type="http://schemas.openxmlformats.org/officeDocument/2006/relationships/officeDocument" Target="/ppt/presentation.xml" Id="Ra6e7cf481666417e" /></Relationships>
</file>

<file path=ppt/presentation.xml><?xml version="1.0" encoding="utf-8"?>
<p:presentation xmlns:p="http://schemas.openxmlformats.org/presentationml/2006/main">
  <p:sldMasterIdLst>
    <p:sldMasterId xmlns:r="http://schemas.openxmlformats.org/officeDocument/2006/relationships" id="2147483648" r:id="Rbd026a5f289b457a"/>
  </p:sldMasterIdLst>
  <p:notesMasterIdLst>
    <p:notesMasterId xmlns:r="http://schemas.openxmlformats.org/officeDocument/2006/relationships" r:id="R92a5bcf4ef7243d9"/>
  </p:notesMasterIdLst>
  <p:sldIdLst>
    <p:sldId xmlns:r="http://schemas.openxmlformats.org/officeDocument/2006/relationships" id="256" r:id="Rd19fc157e2ee4616"/>
    <p:sldId xmlns:r="http://schemas.openxmlformats.org/officeDocument/2006/relationships" id="257" r:id="Reada979c7bf44385"/>
    <p:sldId xmlns:r="http://schemas.openxmlformats.org/officeDocument/2006/relationships" id="258" r:id="Rd5de77f1d2c34a98"/>
    <p:sldId xmlns:r="http://schemas.openxmlformats.org/officeDocument/2006/relationships" id="259" r:id="R32722731cd204493"/>
    <p:sldId xmlns:r="http://schemas.openxmlformats.org/officeDocument/2006/relationships" id="260" r:id="Rb5ae9c0ffb1d4f8a"/>
    <p:sldId xmlns:r="http://schemas.openxmlformats.org/officeDocument/2006/relationships" id="261" r:id="Rdba245fd03954b64"/>
    <p:sldId xmlns:r="http://schemas.openxmlformats.org/officeDocument/2006/relationships" id="262" r:id="Rd8f8c1b7835e43ff"/>
    <p:sldId xmlns:r="http://schemas.openxmlformats.org/officeDocument/2006/relationships" id="263" r:id="R04e0f6b6768b4986"/>
    <p:sldId xmlns:r="http://schemas.openxmlformats.org/officeDocument/2006/relationships" id="264" r:id="R69dcd43bf42c4cde"/>
    <p:sldId xmlns:r="http://schemas.openxmlformats.org/officeDocument/2006/relationships" id="265" r:id="R5306d191db7546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81260b27ac4d95" /><Relationship Type="http://schemas.openxmlformats.org/officeDocument/2006/relationships/slideMaster" Target="/ppt/slideMasters/slideMaster1.xml" Id="Rbd026a5f289b457a" /><Relationship Type="http://schemas.openxmlformats.org/officeDocument/2006/relationships/notesMaster" Target="/ppt/notesMasters/notesMaster1.xml" Id="R92a5bcf4ef7243d9" /><Relationship Type="http://schemas.openxmlformats.org/officeDocument/2006/relationships/presProps" Target="/ppt/presProps.xml" Id="R1c5ed448e64e48b0" /><Relationship Type="http://schemas.openxmlformats.org/officeDocument/2006/relationships/tableStyles" Target="/ppt/tableStyles.xml" Id="Rb9d9b0a6a1324af4" /><Relationship Type="http://schemas.openxmlformats.org/officeDocument/2006/relationships/slide" Target="/ppt/slides/slide1.xml" Id="Rd19fc157e2ee4616" /><Relationship Type="http://schemas.openxmlformats.org/officeDocument/2006/relationships/slide" Target="/ppt/slides/slide2.xml" Id="Reada979c7bf44385" /><Relationship Type="http://schemas.openxmlformats.org/officeDocument/2006/relationships/slide" Target="/ppt/slides/slide3.xml" Id="Rd5de77f1d2c34a98" /><Relationship Type="http://schemas.openxmlformats.org/officeDocument/2006/relationships/slide" Target="/ppt/slides/slide4.xml" Id="R32722731cd204493" /><Relationship Type="http://schemas.openxmlformats.org/officeDocument/2006/relationships/slide" Target="/ppt/slides/slide5.xml" Id="Rb5ae9c0ffb1d4f8a" /><Relationship Type="http://schemas.openxmlformats.org/officeDocument/2006/relationships/slide" Target="/ppt/slides/slide6.xml" Id="Rdba245fd03954b64" /><Relationship Type="http://schemas.openxmlformats.org/officeDocument/2006/relationships/slide" Target="/ppt/slides/slide7.xml" Id="Rd8f8c1b7835e43ff" /><Relationship Type="http://schemas.openxmlformats.org/officeDocument/2006/relationships/slide" Target="/ppt/slides/slide8.xml" Id="R04e0f6b6768b4986" /><Relationship Type="http://schemas.openxmlformats.org/officeDocument/2006/relationships/slide" Target="/ppt/slides/slide9.xml" Id="R69dcd43bf42c4cde" /><Relationship Type="http://schemas.openxmlformats.org/officeDocument/2006/relationships/slide" Target="/ppt/slides/slide10.xml" Id="R5306d191db7546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42c29f6af34c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e3e45220d64f16" /><Relationship Type="http://schemas.openxmlformats.org/officeDocument/2006/relationships/notesMaster" Target="/ppt/notesMasters/notesMaster1.xml" Id="Rd9bf3411ce3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4e4490b1eb4f43" /><Relationship Type="http://schemas.openxmlformats.org/officeDocument/2006/relationships/notesMaster" Target="/ppt/notesMasters/notesMaster1.xml" Id="R2107f3151eb44d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bce63cfc0c4a27" /><Relationship Type="http://schemas.openxmlformats.org/officeDocument/2006/relationships/notesMaster" Target="/ppt/notesMasters/notesMaster1.xml" Id="R1c0621ef9b7d42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ac76e75979426e" /><Relationship Type="http://schemas.openxmlformats.org/officeDocument/2006/relationships/notesMaster" Target="/ppt/notesMasters/notesMaster1.xml" Id="R499b8eb475d747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9986e8d8484261" /><Relationship Type="http://schemas.openxmlformats.org/officeDocument/2006/relationships/notesMaster" Target="/ppt/notesMasters/notesMaster1.xml" Id="R3269d378476741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f392c17eff4e63" /><Relationship Type="http://schemas.openxmlformats.org/officeDocument/2006/relationships/notesMaster" Target="/ppt/notesMasters/notesMaster1.xml" Id="Rc3dc2406cea743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7e4ec422724fa3" /><Relationship Type="http://schemas.openxmlformats.org/officeDocument/2006/relationships/notesMaster" Target="/ppt/notesMasters/notesMaster1.xml" Id="R2fde8302d98f4b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af0ace612d4424" /><Relationship Type="http://schemas.openxmlformats.org/officeDocument/2006/relationships/notesMaster" Target="/ppt/notesMasters/notesMaster1.xml" Id="Rbff61b26b3ab4d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9e4a08ef44412b" /><Relationship Type="http://schemas.openxmlformats.org/officeDocument/2006/relationships/notesMaster" Target="/ppt/notesMasters/notesMaster1.xml" Id="R6e5c622b7eac40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1ec5012ec347e4" /><Relationship Type="http://schemas.openxmlformats.org/officeDocument/2006/relationships/notesMaster" Target="/ppt/notesMasters/notesMaster1.xml" Id="R4e68da4d0ef14d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họa AI mang tính ý tưởng, không phải ảnh người tham gia. Nguồn: README.md; need-statement.md. Nội dung mô phỏng, chưa tích hợp MyVinmec. Codex hỗ trợ soạn nội dung và thiết kế. Người làm bài kiểm tra bản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01-phong-van/P1.md, P2.md, P3.md. Hai phỏng vấn ngày 17/10/2026, mỗi buổi 60–90 phút, có đồng ý dùng ẩn danh. Ghi chép chủ yếu diễn giải. Phương pháp theo lựa chọn người làm bài là 2 phỏng vấn + 1 tự thuật.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mã bằng chứng giữ trong 02-journey-map/journey-map.md, P1/P2/P3. Tổng hợp tình huống, không phải một người gặp toàn bộ điểm đau. P1 có điều phối hỗ trợ; P2 nhớ phòng đầu; P3 biết nơi quay lại. Không gán thang cảm xúc hoặc thời gian giả.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03-need-statement/need-statement.md. Problem–population–outcome, không đưa giải pháp vào need statement. Hiệu quả giảm hỏi/chờ/di chuyển chưa đo.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CUH Directions - mobile app (https://www.cuh.nhs.uk/visiting-our-hospitals/cuh-directions-mobile-app/); Mayo Clinic Scheduling an appointment online (https://www.mayoclinic.org/scheduling-an-appointment-online/vid-20521112); Registration (https://www.mayoclinic.org/billing-insurance/before-arrival/registration). Đọc 18/10/2026. Chưa chứng minh hiệu quả tại Vinmec.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05-prototype/simulation-spec.md và adaptive-routing.md, cập nhật 20/10/2026. Sau chốt chỉ định và mỗi lần hoàn tất, so sánh các phòng chưa làm theo người đang chờ hoặc thực hiện, loại chính bệnh nhân. Bằng nhau chọn đường ngắn nhất theo loại thang; nếu vẫn bằng dùng thứ tự chỉ định. Giữ điểm đến trong lúc di chuyển. B/C là dự kiến; khi xong A có thể đổi C trước B. Mỗi phòng một bác sĩ, chưa tính thời lượng hay phục vụ song song. Hoàn tất đủ thủ tục tự vào cột sẵn sàng và quay về đúng khoa đầu; kết quả công bố riêng. Hiệu quả giảm chờ chưa đo trên người bệnh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họa AI mang tính ý tưởng, không phải ảnh buổi thử thực tế. Nguồn: 05-prototype/user-test-log.md. Người làm bài cung cấp phản hồi của T1 và T2 ngày 19/10/2026. Đây là diễn giải, không phải trích dẫn nguyên văn. Chưa cung cấp ngày thử, đồng ý, nhiệm vụ, thời gian, tỷ lệ hoàn thành. T2 đề xuất âm thanh cho người mắt kém, chưa chứng minh đã thử với nhóm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Nguồn: 05-prototype/README.md, simulation-spec.md và user-feedback-revision.md, cập nhật 21/10/2026. Màn Đường đi có Cập nhật vị trí: chọn tòa/tầng/mốc, không chọn sẵn, xác nhận giữ tiến độ và điểm đến rồi tính lại tuyến. Dùng khi đi lạc hoặc quay lại viện; chưa quản lý giữ lượt. Biểu tượng kết nối nằm trong header cạnh tên bệnh nhân, không chiếm dòng riêng; chạm để xem lần nhận dữ liệu thành công và lần hệ thống thay đổi. Khi mất kết nối, giữ mốc cuối, khóa xác nhận và cho kết nối lại. Giọng ưu tiên bản ghi khớp câu, Azure dự phòng khi cấu hình. Thang máy/thang bộ đều gộp bước tới thang và đổi tầng. Chưa có định vị tự động, QR, cache ngoại tuyến bền vững hoặc kết quả thử lại T1/T2. Các bổ sung ngày 21/10 không phải phản hồi mới của người tham gia. Hình là minh họa ý tưởng.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Nguồn: 06-rui-ro-dao-duc/risk-register.md và 05-prototype/simulation-spec.md, cập nhật 21/10/2026. Cập nhật vị trí và cảnh báo mất kết nối đã có trong prototype. Chưa có định vị tự động, quản lý giữ lượt hoặc cache ngoại tuyến bền vững. Đường hỗ trợ khẩn cấp vẫn là đề xuất cần cơ sở xác nhận và kiểm chứng; chưa chứng minh an toàn triển khai. AI LIVE chưa xác minh. Dữ liệu và minh họa là mô phỏng.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07-coach-plan/coach-plan.md.</a:t>
            </a:r>
          </a:p>
          <a:p xmlns:a="http://schemas.openxmlformats.org/drawingml/2006/main">
            <a:r>
              <a:t/>
            </a:r>
          </a:p>
          <a:p xmlns:a="http://schemas.openxmlformats.org/drawingml/2006/main">
            <a:r>
              <a:t>Mình sẽ coach một nhóm làm bài này thế nào</a:t>
            </a:r>
          </a:p>
          <a:p xmlns:a="http://schemas.openxmlformats.org/drawingml/2006/main">
            <a:r>
              <a:t/>
            </a:r>
          </a:p>
          <a:p xmlns:a="http://schemas.openxmlformats.org/drawingml/2006/main">
            <a:r>
              <a:t>Với nhóm 5-10 bạn K4, em muốn cả nhóm cùng hiểu người dùng trước khi chia việc theo thế mạnh. Mục tiêu là làm ra một sản phẩm hỗ trợ được người dùng trong quy trình thực tế, đồng thời mỗi bạn đều hiểu phần mình làm đang giải quyết vấn đề gì.</a:t>
            </a:r>
          </a:p>
          <a:p xmlns:a="http://schemas.openxmlformats.org/drawingml/2006/main">
            <a:r>
              <a:t/>
            </a:r>
          </a:p>
          <a:p xmlns:a="http://schemas.openxmlformats.org/drawingml/2006/main">
            <a:r>
              <a:t>1. Những ngày đầu: cả nhóm cùng tìm hiểu bài toán</a:t>
            </a:r>
          </a:p>
          <a:p xmlns:a="http://schemas.openxmlformats.org/drawingml/2006/main">
            <a:r>
              <a:t/>
            </a:r>
          </a:p>
          <a:p xmlns:a="http://schemas.openxmlformats.org/drawingml/2006/main">
            <a:r>
              <a:t>Trong Tuần 0 và tuần đầu, em sẽ cùng các bạn lên kế hoạch quan sát, xác định người cần gặp và soạn câu hỏi phỏng vấn. Mỗi bạn đều chuẩn bị câu hỏi, sau đó cả nhóm góp ý và thử hỏi nhau trước. Khi đi phỏng vấn, các bạn chia cặp, đổi vai để ai cũng trực tiếp đặt câu hỏi và ghi chép. Em sẽ hướng dẫn hỏi vào tình huống cụ thể: người dùng đang làm những bước nào, kẹt ở đâu, mất bao lâu và hiện xử lý ra sao.</a:t>
            </a:r>
          </a:p>
          <a:p xmlns:a="http://schemas.openxmlformats.org/drawingml/2006/main">
            <a:r>
              <a:t/>
            </a:r>
          </a:p>
          <a:p xmlns:a="http://schemas.openxmlformats.org/drawingml/2006/main">
            <a:r>
              <a:t>Theo em, việc này giúp tất cả mọi người hiểu quy trình, hiểu bài toán và đặc biệt là pain point của người dùng. Khi bắt tay vào thiết kế hay code, các bạn sẽ có cơ sở để tự đưa ra quyết định. Sau mỗi đợt phỏng vấn, cả nhóm ngồi lại, tổng hợp các vấn đề kèm tình huống thực tế. Em điều phối để chọn hướng dựa trên mức độ ảnh hưởng tới người dùng, khả năng tiếp cận để thử và thời gian của nhóm. Nếu còn điểm chưa rõ thì cần hỏi thêm trước khi chốt.</a:t>
            </a:r>
          </a:p>
          <a:p xmlns:a="http://schemas.openxmlformats.org/drawingml/2006/main">
            <a:r>
              <a:t/>
            </a:r>
          </a:p>
          <a:p xmlns:a="http://schemas.openxmlformats.org/drawingml/2006/main">
            <a:r>
              <a:t>2. Chia công việc và theo dõi tiến độ</a:t>
            </a:r>
          </a:p>
          <a:p xmlns:a="http://schemas.openxmlformats.org/drawingml/2006/main">
            <a:r>
              <a:t/>
            </a:r>
          </a:p>
          <a:p xmlns:a="http://schemas.openxmlformats.org/drawingml/2006/main">
            <a:r>
              <a:t>Từ tuần 2, khi đã thống nhất vấn đề ưu tiên, em cùng nhóm chọn một luồng sử dụng cốt lõi và chia nhỏ công việc. Các bạn nhận phần theo thế mạnh và mong muốn học: tổng hợp yêu cầu, thiết kế trải nghiệm, xây dựng tính năng, tích hợp AI nếu phù hợp, kiểm thử và tổ chức dùng thử. Mỗi việc có người phụ trách, người phối hợp, thời hạn và tiêu chí hoàn thành; các phần phụ thuộc nhau cần thống nhất đầu vào, đầu ra ngay từ đầu.</a:t>
            </a:r>
          </a:p>
          <a:p xmlns:a="http://schemas.openxmlformats.org/drawingml/2006/main">
            <a:r>
              <a:t/>
            </a:r>
          </a:p>
          <a:p xmlns:a="http://schemas.openxmlformats.org/drawingml/2006/main">
            <a:r>
              <a:t>Tuần 3-4, nhóm tập trung ghép được luồng sử dụng hoàn chỉnh và đưa từng bản nhỏ cho người dùng thử sớm. Tuần 5-6 dành cho sửa theo phản hồi, kiểm tra các trường hợp còn thiếu và hoàn thiện demo, proposal. Em sẽ điều chỉnh phân công theo tiến độ và phản hồi thực tế. Nhóm cập nhật ngắn hằng ngày về việc đã làm, việc tiếp theo và chỗ đang kẹt; mỗi tuần có hai buổi trao đổi, trong đó buổi thứ Sáu xem trực tiếp sản phẩm và tổng hợp báo cáo. Sau mỗi vòng dùng thử, nhóm ghi lại kết quả và thống nhất việc cần sửa.</a:t>
            </a:r>
          </a:p>
          <a:p xmlns:a="http://schemas.openxmlformats.org/drawingml/2006/main">
            <a:r>
              <a:t/>
            </a:r>
          </a:p>
          <a:p xmlns:a="http://schemas.openxmlformats.org/drawingml/2006/main">
            <a:r>
              <a:t>3. Khi một bạn hoặc cả nhóm bị kẹt</a:t>
            </a:r>
          </a:p>
          <a:p xmlns:a="http://schemas.openxmlformats.org/drawingml/2006/main">
            <a:r>
              <a:t/>
            </a:r>
          </a:p>
          <a:p xmlns:a="http://schemas.openxmlformats.org/drawingml/2006/main">
            <a:r>
              <a:t>Em sẽ trao đổi để xem vướng ở kiến thức, cách làm hay khối lượng công việc. Nếu thiếu kiến thức, em hướng dẫn cách tiếp cận hoặc ghép bạn đó với người có thể hỗ trợ; nếu quá tải thì chia nhỏ hoặc phân bổ lại việc. Khi vướng kỹ thuật, em cùng các bạn thử trên một phần nhỏ trước. Khi có ý kiến khác nhau, em đưa về pain point đã ghi nhận, lợi ích cho người dùng và tính khả thi; nếu vẫn chưa thống nhất thì làm bản thử đơn giản để so sánh. Nếu thiếu thông tin nghiệp vụ hoặc cần quyết định chuyên môn, em tổng hợp câu hỏi để trao đổi với mentor hoặc đầu mối bệnh viện.</a:t>
            </a:r>
          </a:p>
          <a:p xmlns:a="http://schemas.openxmlformats.org/drawingml/2006/main">
            <a:r>
              <a:t/>
            </a:r>
          </a:p>
          <a:p xmlns:a="http://schemas.openxmlformats.org/drawingml/2006/main">
            <a:r>
              <a:t>4. Kiểm tra chất lượng từ lúc chia việc đến lúc dùng thử</a:t>
            </a:r>
          </a:p>
          <a:p xmlns:a="http://schemas.openxmlformats.org/drawingml/2006/main">
            <a:r>
              <a:t/>
            </a:r>
          </a:p>
          <a:p xmlns:a="http://schemas.openxmlformats.org/drawingml/2006/main">
            <a:r>
              <a:t>Trước khi làm một tính năng, em sẽ hỏi bạn phụ trách: ai dùng, ở bước nào và làm thế nào để biết tính năng đó có ích. Mỗi phần cần có bạn khác xem lại và thử trong luồng chung. Em cũng sẽ trao đổi trực tiếp với từng bạn về cách xử lý khi thiếu dữ liệu, thao tác sai hoặc hệ thống lỗi để cùng tìm ra những trường hợp còn bỏ sót.</a:t>
            </a:r>
          </a:p>
          <a:p xmlns:a="http://schemas.openxmlformats.org/drawingml/2006/main">
            <a:r>
              <a:t/>
            </a:r>
          </a:p>
          <a:p xmlns:a="http://schemas.openxmlformats.org/drawingml/2006/main">
            <a:r>
              <a:t>Khi dùng thử, nhóm để người dùng tự thao tác, ghi lại bước hoàn thành được, chỗ cần trợ giúp và thời gian nếu mục tiêu là tiết kiệm thời gian. Kết quả này được so với mục tiêu ban đầu để quyết định sửa gì tiếp. Với dữ liệu bệnh viện, nhóm dùng dữ liệu giả cho bản demo và trao đổi với đầu mối trước khi tiếp cận dữ liệu thật. Phần có AI cần được kiểm tra cả kết quả sai và cách người dùng nhận biết, xử lý khi gặp lỗi.</a:t>
            </a:r>
          </a:p>
          <a:p xmlns:a="http://schemas.openxmlformats.org/drawingml/2006/main">
            <a:r>
              <a:t/>
            </a:r>
          </a:p>
          <a:p xmlns:a="http://schemas.openxmlformats.org/drawingml/2006/main">
            <a:r>
              <a:t>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cf24dd48f741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327b8a00384c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ed35805b0d47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5367ab09664f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d220f3f14348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25e87feda641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96074-C1A2-49B2-98EC-95BF6A4CA2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71BE1E-93E3-4FDA-B655-E67208CDB46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E07964-F26F-4B12-BFE5-42F5AE3F05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B4BDE8-E62C-4293-935D-538A98FFD6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411ED-A760-497A-898A-3F8F3685AD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53DBFF-C1F1-4C88-B2D0-6D4F42371B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911A3-95EC-42CF-B708-DCBE3AF578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68F59E-4609-4D92-B89B-6CE1AD8735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CC070B-E87D-479A-8DA4-6C8479331D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2428F8-42B1-4647-96DC-3B211D1189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1136b21c1547f6" /><Relationship Type="http://schemas.openxmlformats.org/officeDocument/2006/relationships/slideLayout" Target="/ppt/slideLayouts/slideLayout1.xml" Id="R259bbf263ebf4e90" /><Relationship Type="http://schemas.openxmlformats.org/officeDocument/2006/relationships/slideLayout" Target="/ppt/slideLayouts/slideLayout2.xml" Id="R0f75b2b6b0b74261" /><Relationship Type="http://schemas.openxmlformats.org/officeDocument/2006/relationships/slideLayout" Target="/ppt/slideLayouts/slideLayout3.xml" Id="R951413c6a80d41f4" /><Relationship Type="http://schemas.openxmlformats.org/officeDocument/2006/relationships/slideLayout" Target="/ppt/slideLayouts/slideLayout4.xml" Id="R278d2833d07a44a3" /><Relationship Type="http://schemas.openxmlformats.org/officeDocument/2006/relationships/slideLayout" Target="/ppt/slideLayouts/slideLayout5.xml" Id="R92be12a81cca4c50" /><Relationship Type="http://schemas.openxmlformats.org/officeDocument/2006/relationships/slideLayout" Target="/ppt/slideLayouts/slideLayout6.xml" Id="R824a0df03bd346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9bbf263ebf4e90"/>
    <p:sldLayoutId xmlns:r="http://schemas.openxmlformats.org/officeDocument/2006/relationships" id="2147483650" r:id="R0f75b2b6b0b74261"/>
    <p:sldLayoutId xmlns:r="http://schemas.openxmlformats.org/officeDocument/2006/relationships" id="2147483651" r:id="R951413c6a80d41f4"/>
    <p:sldLayoutId xmlns:r="http://schemas.openxmlformats.org/officeDocument/2006/relationships" id="2147483652" r:id="R278d2833d07a44a3"/>
    <p:sldLayoutId xmlns:r="http://schemas.openxmlformats.org/officeDocument/2006/relationships" id="2147483653" r:id="R92be12a81cca4c50"/>
    <p:sldLayoutId xmlns:r="http://schemas.openxmlformats.org/officeDocument/2006/relationships" id="2147483654" r:id="R824a0df03bd346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ef49c055b644fe" /><Relationship Type="http://schemas.openxmlformats.org/officeDocument/2006/relationships/image" Target="/ppt/media/image.png" Id="R5b22cb37af7d43f5" /><Relationship Type="http://schemas.openxmlformats.org/officeDocument/2006/relationships/notesSlide" Target="/ppt/notesSlides/notesSlide1.xml" Id="Rc1b1792456f645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64db959c0c4f85" /><Relationship Type="http://schemas.openxmlformats.org/officeDocument/2006/relationships/image" Target="/ppt/media/image2.png" Id="R61b8daf4d19c4c7b" /><Relationship Type="http://schemas.openxmlformats.org/officeDocument/2006/relationships/notesSlide" Target="/ppt/notesSlides/notesSlide2.xml" Id="R74477d4a8d3b4c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cc02fe41b149d4" /><Relationship Type="http://schemas.openxmlformats.org/officeDocument/2006/relationships/image" Target="/ppt/media/image.svg" Id="Rd520c259987a4eba" /><Relationship Type="http://schemas.openxmlformats.org/officeDocument/2006/relationships/image" Target="/ppt/media/image.png" Id="R854eac14d61b45da" /><Relationship Type="http://schemas.openxmlformats.org/officeDocument/2006/relationships/image" Target="/ppt/media/image2.svg" Id="R69017284891c4db6" /><Relationship Type="http://schemas.openxmlformats.org/officeDocument/2006/relationships/image" Target="/ppt/media/image2.png" Id="Rb5b4c5e1340b4aea" /><Relationship Type="http://schemas.openxmlformats.org/officeDocument/2006/relationships/image" Target="/ppt/media/image3.png" Id="Rc3df9094567b48f7" /><Relationship Type="http://schemas.openxmlformats.org/officeDocument/2006/relationships/image" Target="/ppt/media/image3.svg" Id="R30c8ae88d2e043c9" /><Relationship Type="http://schemas.openxmlformats.org/officeDocument/2006/relationships/image" Target="/ppt/media/image4.png" Id="R0a370fbf7f0e456d" /><Relationship Type="http://schemas.openxmlformats.org/officeDocument/2006/relationships/image" Target="/ppt/media/image4.svg" Id="Rd6a6287bf7fd442b" /><Relationship Type="http://schemas.openxmlformats.org/officeDocument/2006/relationships/image" Target="/ppt/media/image5.png" Id="R3cf1db5ea55c4ddf" /><Relationship Type="http://schemas.openxmlformats.org/officeDocument/2006/relationships/image" Target="/ppt/media/image5.svg" Id="R5da1d438f0df4cdb" /><Relationship Type="http://schemas.openxmlformats.org/officeDocument/2006/relationships/notesSlide" Target="/ppt/notesSlides/notesSlide3.xml" Id="R77c689df180d47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2b24d7249b4cad" /><Relationship Type="http://schemas.openxmlformats.org/officeDocument/2006/relationships/image" Target="/ppt/media/image6.png" Id="R5abd3fdaf27745e3" /><Relationship Type="http://schemas.openxmlformats.org/officeDocument/2006/relationships/image" Target="/ppt/media/image6.svg" Id="R01100fb5f9c14a57" /><Relationship Type="http://schemas.openxmlformats.org/officeDocument/2006/relationships/image" Target="/ppt/media/image7.png" Id="R67f332171ee34881" /><Relationship Type="http://schemas.openxmlformats.org/officeDocument/2006/relationships/image" Target="/ppt/media/image7.svg" Id="R78fb789ea528421a" /><Relationship Type="http://schemas.openxmlformats.org/officeDocument/2006/relationships/image" Target="/ppt/media/image8.png" Id="Rdd552334697b4e79" /><Relationship Type="http://schemas.openxmlformats.org/officeDocument/2006/relationships/image" Target="/ppt/media/image8.svg" Id="Re7f3676311c945f4" /><Relationship Type="http://schemas.openxmlformats.org/officeDocument/2006/relationships/image" Target="/ppt/media/image9.png" Id="R25f6c1cc02884eee" /><Relationship Type="http://schemas.openxmlformats.org/officeDocument/2006/relationships/image" Target="/ppt/media/image9.svg" Id="R5bcc300f136243c3" /><Relationship Type="http://schemas.openxmlformats.org/officeDocument/2006/relationships/image" Target="/ppt/media/image10.png" Id="Recf68f7b26684075" /><Relationship Type="http://schemas.openxmlformats.org/officeDocument/2006/relationships/notesSlide" Target="/ppt/notesSlides/notesSlide4.xml" Id="R466ca12244614c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c2ead3c4fb4a54" /><Relationship Type="http://schemas.openxmlformats.org/officeDocument/2006/relationships/image" Target="/ppt/media/image11.png" Id="Ra2447316487e4776" /><Relationship Type="http://schemas.openxmlformats.org/officeDocument/2006/relationships/image" Target="/ppt/media/image10.svg" Id="R3732f4d6f9e3483b" /><Relationship Type="http://schemas.openxmlformats.org/officeDocument/2006/relationships/image" Target="/ppt/media/image12.png" Id="Rec270f048afc4d4d" /><Relationship Type="http://schemas.openxmlformats.org/officeDocument/2006/relationships/image" Target="/ppt/media/image11.svg" Id="R351364efdf7e41a8" /><Relationship Type="http://schemas.openxmlformats.org/officeDocument/2006/relationships/image" Target="/ppt/media/image12.svg" Id="R168350ce48e84a81" /><Relationship Type="http://schemas.openxmlformats.org/officeDocument/2006/relationships/image" Target="/ppt/media/image10.png" Id="R0cb9af9cb46b460e" /><Relationship Type="http://schemas.openxmlformats.org/officeDocument/2006/relationships/image" Target="/ppt/media/image13.png" Id="R3e51f2ae0e5844c1" /><Relationship Type="http://schemas.openxmlformats.org/officeDocument/2006/relationships/image" Target="/ppt/media/image13.svg" Id="Rfd11ad33d19349be" /><Relationship Type="http://schemas.openxmlformats.org/officeDocument/2006/relationships/notesSlide" Target="/ppt/notesSlides/notesSlide5.xml" Id="R05da672add6a42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6173cb97be4c8a" /><Relationship Type="http://schemas.openxmlformats.org/officeDocument/2006/relationships/image" Target="/ppt/media/image14.png" Id="Rcf81c6590ba24a2c" /><Relationship Type="http://schemas.openxmlformats.org/officeDocument/2006/relationships/image" Target="/ppt/media/image14.svg" Id="Rf6a11b4b2ae64d07" /><Relationship Type="http://schemas.openxmlformats.org/officeDocument/2006/relationships/image" Target="/ppt/media/image15.png" Id="R657627d52cd54f5c" /><Relationship Type="http://schemas.openxmlformats.org/officeDocument/2006/relationships/image" Target="/ppt/media/image15.svg" Id="R0456e3a9ca0246b9" /><Relationship Type="http://schemas.openxmlformats.org/officeDocument/2006/relationships/image" Target="/ppt/media/image16.png" Id="R7bb72e9976d044b2" /><Relationship Type="http://schemas.openxmlformats.org/officeDocument/2006/relationships/image" Target="/ppt/media/image16.svg" Id="Re7a36849247e41ac" /><Relationship Type="http://schemas.openxmlformats.org/officeDocument/2006/relationships/image" Target="/ppt/media/image17.png" Id="R4c9b48340953423e" /><Relationship Type="http://schemas.openxmlformats.org/officeDocument/2006/relationships/image" Target="/ppt/media/image17.svg" Id="R013e90ce51944a07" /><Relationship Type="http://schemas.openxmlformats.org/officeDocument/2006/relationships/image" Target="/ppt/media/image18.png" Id="R68e1936883ea4805" /><Relationship Type="http://schemas.openxmlformats.org/officeDocument/2006/relationships/image" Target="/ppt/media/image18.svg" Id="R6f728dc28a734a6c" /><Relationship Type="http://schemas.openxmlformats.org/officeDocument/2006/relationships/image" Target="/ppt/media/image19.png" Id="Ra566a795b38c4623" /><Relationship Type="http://schemas.openxmlformats.org/officeDocument/2006/relationships/image" Target="/ppt/media/image19.svg" Id="R4584d9e9d6f14232" /><Relationship Type="http://schemas.openxmlformats.org/officeDocument/2006/relationships/notesSlide" Target="/ppt/notesSlides/notesSlide6.xml" Id="Rab9a4d04750d4c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ae2646e0b444ae1" /><Relationship Type="http://schemas.openxmlformats.org/officeDocument/2006/relationships/image" Target="/ppt/media/image20.png" Id="Rf63736b93ae14750" /><Relationship Type="http://schemas.openxmlformats.org/officeDocument/2006/relationships/notesSlide" Target="/ppt/notesSlides/notesSlide7.xml" Id="Ra076ea0690af4e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31a6a9778649bb" /><Relationship Type="http://schemas.openxmlformats.org/officeDocument/2006/relationships/image" Target="/ppt/media/image21.png" Id="R5400c189d3fe4c17" /><Relationship Type="http://schemas.openxmlformats.org/officeDocument/2006/relationships/image" Target="/ppt/media/image20.svg" Id="R19ba5914bde844fd" /><Relationship Type="http://schemas.openxmlformats.org/officeDocument/2006/relationships/image" Target="/ppt/media/image22.png" Id="R8d216153fac841ad" /><Relationship Type="http://schemas.openxmlformats.org/officeDocument/2006/relationships/notesSlide" Target="/ppt/notesSlides/notesSlide8.xml" Id="R6994b2c83fc04f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f804135b1744a0" /><Relationship Type="http://schemas.openxmlformats.org/officeDocument/2006/relationships/image" Target="/ppt/media/image23.png" Id="Rd5490770aadc44b4" /><Relationship Type="http://schemas.openxmlformats.org/officeDocument/2006/relationships/image" Target="/ppt/media/image21.svg" Id="R2d2886be9bf24b6c" /><Relationship Type="http://schemas.openxmlformats.org/officeDocument/2006/relationships/image" Target="/ppt/media/image24.png" Id="R98e8fef39c8942d3" /><Relationship Type="http://schemas.openxmlformats.org/officeDocument/2006/relationships/image" Target="/ppt/media/image22.svg" Id="Rde8f0c4289d84545" /><Relationship Type="http://schemas.openxmlformats.org/officeDocument/2006/relationships/image" Target="/ppt/media/image23.svg" Id="R9e6b3c2252b5477f" /><Relationship Type="http://schemas.openxmlformats.org/officeDocument/2006/relationships/image" Target="/ppt/media/image20.png" Id="Rb30445d04cef45cd" /><Relationship Type="http://schemas.openxmlformats.org/officeDocument/2006/relationships/image" Target="/ppt/media/image25.png" Id="Rb7eaad8317ab4332" /><Relationship Type="http://schemas.openxmlformats.org/officeDocument/2006/relationships/image" Target="/ppt/media/image24.svg" Id="Rdbd2494caba74d0a" /><Relationship Type="http://schemas.openxmlformats.org/officeDocument/2006/relationships/image" Target="/ppt/media/image25.svg" Id="R1ff56e8fcf0e4cc7" /><Relationship Type="http://schemas.openxmlformats.org/officeDocument/2006/relationships/image" Target="/ppt/media/image22.png" Id="Ra1e932118fac4a74" /><Relationship Type="http://schemas.openxmlformats.org/officeDocument/2006/relationships/notesSlide" Target="/ppt/notesSlides/notesSlide9.xml" Id="Rdcf5562ae6504e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56d2aaaa1d47d6" /><Relationship Type="http://schemas.openxmlformats.org/officeDocument/2006/relationships/image" Target="/ppt/media/image26.png" Id="Re3c4bba70e214d11" /><Relationship Type="http://schemas.openxmlformats.org/officeDocument/2006/relationships/image" Target="/ppt/media/image26.svg" Id="Rab6ff5b276ae470c" /><Relationship Type="http://schemas.openxmlformats.org/officeDocument/2006/relationships/image" Target="/ppt/media/image27.png" Id="R2ecb438185644e2c" /><Relationship Type="http://schemas.openxmlformats.org/officeDocument/2006/relationships/notesSlide" Target="/ppt/notesSlides/notesSlide10.xml" Id="R098f80ddf4af42d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diagram-1">
            <a:extLst xmlns:a="http://schemas.openxmlformats.org/drawingml/2006/main">
              <a:ext uri="{FF2B5EF4-FFF2-40B4-BE49-F238E27FC236}">
                <a16:creationId xmlns:a16="http://schemas.microsoft.com/office/drawing/2014/main" id="{80A0F243-5AFB-432C-8490-C4DAA17B876A}"/>
              </a:ext>
            </a:extLst>
          </p:cNvPr>
          <p:cNvSpPr>
            <a:spLocks xmlns:a="http://schemas.openxmlformats.org/drawingml/2006/main" noGrp="1"/>
          </p:cNvSpPr>
          <p:nvPr/>
        </p:nvSpPr>
        <p:spPr>
          <a:xfrm xmlns:a="http://schemas.openxmlformats.org/drawingml/2006/main">
            <a:off x="619125" y="5429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79B8FF"/>
                </a:solidFill>
                <a:latin typeface="Arial"/>
                <a:ea typeface="Arial"/>
                <a:cs typeface="Arial"/>
              </a:defRPr>
            </a:defPPr>
            <a:lvl1pPr algn="l">
              <a:buNone/>
              <a:defRPr sz="1500" b="1">
                <a:solidFill>
                  <a:srgbClr val="79B8FF"/>
                </a:solidFill>
                <a:latin typeface="Arial"/>
                <a:ea typeface="Arial"/>
                <a:cs typeface="Arial"/>
              </a:defRPr>
            </a:lvl1pPr>
            <a:lvl2pPr algn="l">
              <a:buNone/>
              <a:defRPr sz="1500" b="1">
                <a:solidFill>
                  <a:srgbClr val="79B8FF"/>
                </a:solidFill>
                <a:latin typeface="Arial"/>
                <a:ea typeface="Arial"/>
                <a:cs typeface="Arial"/>
              </a:defRPr>
            </a:lvl2pPr>
            <a:lvl3pPr algn="l">
              <a:buNone/>
              <a:defRPr sz="1500" b="1">
                <a:solidFill>
                  <a:srgbClr val="79B8FF"/>
                </a:solidFill>
                <a:latin typeface="Arial"/>
                <a:ea typeface="Arial"/>
                <a:cs typeface="Arial"/>
              </a:defRPr>
            </a:lvl3pPr>
            <a:lvl4pPr algn="l">
              <a:buNone/>
              <a:defRPr sz="1500" b="1">
                <a:solidFill>
                  <a:srgbClr val="79B8FF"/>
                </a:solidFill>
                <a:latin typeface="Arial"/>
                <a:ea typeface="Arial"/>
                <a:cs typeface="Arial"/>
              </a:defRPr>
            </a:lvl4pPr>
            <a:lvl5pPr algn="l">
              <a:buNone/>
              <a:defRPr sz="1500" b="1">
                <a:solidFill>
                  <a:srgbClr val="79B8FF"/>
                </a:solidFill>
                <a:latin typeface="Arial"/>
                <a:ea typeface="Arial"/>
                <a:cs typeface="Arial"/>
              </a:defRPr>
            </a:lvl5pPr>
            <a:lvl6pPr algn="l">
              <a:buNone/>
              <a:defRPr sz="1500" b="1">
                <a:solidFill>
                  <a:srgbClr val="79B8FF"/>
                </a:solidFill>
                <a:latin typeface="Arial"/>
                <a:ea typeface="Arial"/>
                <a:cs typeface="Arial"/>
              </a:defRPr>
            </a:lvl6pPr>
            <a:lvl7pPr algn="l">
              <a:buNone/>
              <a:defRPr sz="1500" b="1">
                <a:solidFill>
                  <a:srgbClr val="79B8FF"/>
                </a:solidFill>
                <a:latin typeface="Arial"/>
                <a:ea typeface="Arial"/>
                <a:cs typeface="Arial"/>
              </a:defRPr>
            </a:lvl7pPr>
            <a:lvl8pPr algn="l">
              <a:buNone/>
              <a:defRPr sz="1500" b="1">
                <a:solidFill>
                  <a:srgbClr val="79B8FF"/>
                </a:solidFill>
                <a:latin typeface="Arial"/>
                <a:ea typeface="Arial"/>
                <a:cs typeface="Arial"/>
              </a:defRPr>
            </a:lvl8pPr>
            <a:lvl9pPr algn="l">
              <a:buNone/>
              <a:defRPr sz="1500" b="1">
                <a:solidFill>
                  <a:srgbClr val="79B8FF"/>
                </a:solidFill>
                <a:latin typeface="Arial"/>
                <a:ea typeface="Arial"/>
                <a:cs typeface="Arial"/>
              </a:defRPr>
            </a:lvl9pPr>
          </a:lstStyle>
          <a:p xmlns:a="http://schemas.openxmlformats.org/drawingml/2006/main">
            <a:pPr algn="l">
              <a:buNone/>
              <a:defRPr sz="1500" b="1">
                <a:solidFill>
                  <a:srgbClr val="79B8FF"/>
                </a:solidFill>
                <a:latin typeface="Arial"/>
                <a:ea typeface="Arial"/>
                <a:cs typeface="Arial"/>
              </a:defRPr>
            </a:pPr>
            <a:r>
              <a:rPr sz="1500" b="1">
                <a:solidFill>
                  <a:srgbClr val="79B8FF"/>
                </a:solidFill>
                <a:latin typeface="Arial"/>
                <a:ea typeface="Arial"/>
                <a:cs typeface="Arial"/>
              </a:rPr>
              <a:t>EXPLORATION SPRINT 2026</a:t>
            </a:r>
          </a:p>
        </p:txBody>
      </p:sp>
      <p:sp>
        <p:nvSpPr>
          <p:cNvPr id="2" name="diagram-2">
            <a:extLst xmlns:a="http://schemas.openxmlformats.org/drawingml/2006/main">
              <a:ext uri="{FF2B5EF4-FFF2-40B4-BE49-F238E27FC236}">
                <a16:creationId xmlns:a16="http://schemas.microsoft.com/office/drawing/2014/main" id="{2109E7E6-D416-4797-A5EF-1B28C0BEB86B}"/>
              </a:ext>
            </a:extLst>
          </p:cNvPr>
          <p:cNvSpPr>
            <a:spLocks xmlns:a="http://schemas.openxmlformats.org/drawingml/2006/main" noGrp="1"/>
          </p:cNvSpPr>
          <p:nvPr/>
        </p:nvSpPr>
        <p:spPr>
          <a:xfrm xmlns:a="http://schemas.openxmlformats.org/drawingml/2006/main">
            <a:off x="619125" y="1495425"/>
            <a:ext cx="6953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800" b="1">
                <a:solidFill>
                  <a:srgbClr val="FFFFFF"/>
                </a:solidFill>
                <a:latin typeface="Arial"/>
                <a:ea typeface="Arial"/>
                <a:cs typeface="Arial"/>
              </a:defRPr>
            </a:defPPr>
            <a:lvl1pPr algn="l">
              <a:buNone/>
              <a:defRPr sz="6000" b="1">
                <a:solidFill>
                  <a:srgbClr val="FFFFFF"/>
                </a:solidFill>
                <a:latin typeface="Arial"/>
                <a:ea typeface="Arial"/>
                <a:cs typeface="Arial"/>
              </a:defRPr>
            </a:lvl1pPr>
            <a:lvl2pPr algn="l">
              <a:buNone/>
              <a:defRPr sz="6000" b="1">
                <a:solidFill>
                  <a:srgbClr val="FFFFFF"/>
                </a:solidFill>
                <a:latin typeface="Arial"/>
                <a:ea typeface="Arial"/>
                <a:cs typeface="Arial"/>
              </a:defRPr>
            </a:lvl2pPr>
            <a:lvl3pPr algn="l">
              <a:buNone/>
              <a:defRPr sz="6000" b="1">
                <a:solidFill>
                  <a:srgbClr val="FFFFFF"/>
                </a:solidFill>
                <a:latin typeface="Arial"/>
                <a:ea typeface="Arial"/>
                <a:cs typeface="Arial"/>
              </a:defRPr>
            </a:lvl3pPr>
            <a:lvl4pPr algn="l">
              <a:buNone/>
              <a:defRPr sz="6000" b="1">
                <a:solidFill>
                  <a:srgbClr val="FFFFFF"/>
                </a:solidFill>
                <a:latin typeface="Arial"/>
                <a:ea typeface="Arial"/>
                <a:cs typeface="Arial"/>
              </a:defRPr>
            </a:lvl4pPr>
            <a:lvl5pPr algn="l">
              <a:buNone/>
              <a:defRPr sz="6000" b="1">
                <a:solidFill>
                  <a:srgbClr val="FFFFFF"/>
                </a:solidFill>
                <a:latin typeface="Arial"/>
                <a:ea typeface="Arial"/>
                <a:cs typeface="Arial"/>
              </a:defRPr>
            </a:lvl5pPr>
            <a:lvl6pPr algn="l">
              <a:buNone/>
              <a:defRPr sz="6000" b="1">
                <a:solidFill>
                  <a:srgbClr val="FFFFFF"/>
                </a:solidFill>
                <a:latin typeface="Arial"/>
                <a:ea typeface="Arial"/>
                <a:cs typeface="Arial"/>
              </a:defRPr>
            </a:lvl6pPr>
            <a:lvl7pPr algn="l">
              <a:buNone/>
              <a:defRPr sz="6000" b="1">
                <a:solidFill>
                  <a:srgbClr val="FFFFFF"/>
                </a:solidFill>
                <a:latin typeface="Arial"/>
                <a:ea typeface="Arial"/>
                <a:cs typeface="Arial"/>
              </a:defRPr>
            </a:lvl7pPr>
            <a:lvl8pPr algn="l">
              <a:buNone/>
              <a:defRPr sz="6000" b="1">
                <a:solidFill>
                  <a:srgbClr val="FFFFFF"/>
                </a:solidFill>
                <a:latin typeface="Arial"/>
                <a:ea typeface="Arial"/>
                <a:cs typeface="Arial"/>
              </a:defRPr>
            </a:lvl8pPr>
            <a:lvl9pPr algn="l">
              <a:buNone/>
              <a:defRPr sz="6000" b="1">
                <a:solidFill>
                  <a:srgbClr val="FFFFFF"/>
                </a:solidFill>
                <a:latin typeface="Arial"/>
                <a:ea typeface="Arial"/>
                <a:cs typeface="Arial"/>
              </a:defRPr>
            </a:lvl9pPr>
          </a:lstStyle>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Trợ lý</a:t>
            </a:r>
          </a:p>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khám ngoại trú</a:t>
            </a:r>
          </a:p>
        </p:txBody>
      </p:sp>
      <p:sp>
        <p:nvSpPr>
          <p:cNvPr id="3" name="diagram-3">
            <a:extLst xmlns:a="http://schemas.openxmlformats.org/drawingml/2006/main">
              <a:ext uri="{FF2B5EF4-FFF2-40B4-BE49-F238E27FC236}">
                <a16:creationId xmlns:a16="http://schemas.microsoft.com/office/drawing/2014/main" id="{9A1F99F8-199C-405B-8457-2D03B926A47F}"/>
              </a:ext>
            </a:extLst>
          </p:cNvPr>
          <p:cNvSpPr>
            <a:spLocks xmlns:a="http://schemas.openxmlformats.org/drawingml/2006/main" noGrp="1"/>
          </p:cNvSpPr>
          <p:nvPr/>
        </p:nvSpPr>
        <p:spPr>
          <a:xfrm xmlns:a="http://schemas.openxmlformats.org/drawingml/2006/main">
            <a:off x="619125" y="3914775"/>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D5E4F0"/>
                </a:solidFill>
                <a:latin typeface="Arial"/>
                <a:ea typeface="Arial"/>
                <a:cs typeface="Arial"/>
              </a:defRPr>
            </a:defPPr>
            <a:lvl1pPr algn="l">
              <a:buNone/>
              <a:defRPr sz="2400" b="0">
                <a:solidFill>
                  <a:srgbClr val="D5E4F0"/>
                </a:solidFill>
                <a:latin typeface="Arial"/>
                <a:ea typeface="Arial"/>
                <a:cs typeface="Arial"/>
              </a:defRPr>
            </a:lvl1pPr>
            <a:lvl2pPr algn="l">
              <a:buNone/>
              <a:defRPr sz="2400" b="0">
                <a:solidFill>
                  <a:srgbClr val="D5E4F0"/>
                </a:solidFill>
                <a:latin typeface="Arial"/>
                <a:ea typeface="Arial"/>
                <a:cs typeface="Arial"/>
              </a:defRPr>
            </a:lvl2pPr>
            <a:lvl3pPr algn="l">
              <a:buNone/>
              <a:defRPr sz="2400" b="0">
                <a:solidFill>
                  <a:srgbClr val="D5E4F0"/>
                </a:solidFill>
                <a:latin typeface="Arial"/>
                <a:ea typeface="Arial"/>
                <a:cs typeface="Arial"/>
              </a:defRPr>
            </a:lvl3pPr>
            <a:lvl4pPr algn="l">
              <a:buNone/>
              <a:defRPr sz="2400" b="0">
                <a:solidFill>
                  <a:srgbClr val="D5E4F0"/>
                </a:solidFill>
                <a:latin typeface="Arial"/>
                <a:ea typeface="Arial"/>
                <a:cs typeface="Arial"/>
              </a:defRPr>
            </a:lvl4pPr>
            <a:lvl5pPr algn="l">
              <a:buNone/>
              <a:defRPr sz="2400" b="0">
                <a:solidFill>
                  <a:srgbClr val="D5E4F0"/>
                </a:solidFill>
                <a:latin typeface="Arial"/>
                <a:ea typeface="Arial"/>
                <a:cs typeface="Arial"/>
              </a:defRPr>
            </a:lvl5pPr>
            <a:lvl6pPr algn="l">
              <a:buNone/>
              <a:defRPr sz="2400" b="0">
                <a:solidFill>
                  <a:srgbClr val="D5E4F0"/>
                </a:solidFill>
                <a:latin typeface="Arial"/>
                <a:ea typeface="Arial"/>
                <a:cs typeface="Arial"/>
              </a:defRPr>
            </a:lvl6pPr>
            <a:lvl7pPr algn="l">
              <a:buNone/>
              <a:defRPr sz="2400" b="0">
                <a:solidFill>
                  <a:srgbClr val="D5E4F0"/>
                </a:solidFill>
                <a:latin typeface="Arial"/>
                <a:ea typeface="Arial"/>
                <a:cs typeface="Arial"/>
              </a:defRPr>
            </a:lvl7pPr>
            <a:lvl8pPr algn="l">
              <a:buNone/>
              <a:defRPr sz="2400" b="0">
                <a:solidFill>
                  <a:srgbClr val="D5E4F0"/>
                </a:solidFill>
                <a:latin typeface="Arial"/>
                <a:ea typeface="Arial"/>
                <a:cs typeface="Arial"/>
              </a:defRPr>
            </a:lvl8pPr>
            <a:lvl9pPr algn="l">
              <a:buNone/>
              <a:defRPr sz="2400" b="0">
                <a:solidFill>
                  <a:srgbClr val="D5E4F0"/>
                </a:solidFill>
                <a:latin typeface="Arial"/>
                <a:ea typeface="Arial"/>
                <a:cs typeface="Arial"/>
              </a:defRPr>
            </a:lvl9pPr>
          </a:lstStyle>
          <a:p xmlns:a="http://schemas.openxmlformats.org/drawingml/2006/main">
            <a:pPr algn="l">
              <a:buNone/>
              <a:defRPr sz="2250" b="0">
                <a:solidFill>
                  <a:srgbClr val="D5E4F0"/>
                </a:solidFill>
                <a:latin typeface="Arial"/>
                <a:ea typeface="Arial"/>
                <a:cs typeface="Arial"/>
              </a:defRPr>
            </a:pPr>
            <a:r>
              <a:rPr sz="2250" b="0">
                <a:solidFill>
                  <a:srgbClr val="D5E4F0"/>
                </a:solidFill>
                <a:latin typeface="Arial"/>
                <a:ea typeface="Arial"/>
                <a:cs typeface="Arial"/>
              </a:rPr>
              <a:t>Điều phối thủ tục theo lượng người chờ</a:t>
            </a:r>
          </a:p>
          <a:p xmlns:a="http://schemas.openxmlformats.org/drawingml/2006/main">
            <a:pPr algn="l">
              <a:buNone/>
              <a:defRPr sz="2250" b="0">
                <a:solidFill>
                  <a:srgbClr val="D5E4F0"/>
                </a:solidFill>
                <a:latin typeface="Arial"/>
                <a:ea typeface="Arial"/>
                <a:cs typeface="Arial"/>
              </a:defRPr>
            </a:pPr>
            <a:r>
              <a:rPr sz="2250" b="0">
                <a:solidFill>
                  <a:srgbClr val="D5E4F0"/>
                </a:solidFill>
                <a:latin typeface="Arial"/>
                <a:ea typeface="Arial"/>
                <a:cs typeface="Arial"/>
              </a:rPr>
              <a:t>và dẫn đường trong bệnh viện</a:t>
            </a:r>
          </a:p>
        </p:txBody>
      </p:sp>
      <p:sp>
        <p:nvSpPr>
          <p:cNvPr id="4" name="diagram-4">
            <a:extLst xmlns:a="http://schemas.openxmlformats.org/drawingml/2006/main">
              <a:ext uri="{FF2B5EF4-FFF2-40B4-BE49-F238E27FC236}">
                <a16:creationId xmlns:a16="http://schemas.microsoft.com/office/drawing/2014/main" id="{F2CABBD5-3B5C-421D-BAF8-67A9D1EA5B1A}"/>
              </a:ext>
            </a:extLst>
          </p:cNvPr>
          <p:cNvSpPr>
            <a:spLocks xmlns:a="http://schemas.openxmlformats.org/drawingml/2006/main" noGrp="1"/>
          </p:cNvSpPr>
          <p:nvPr/>
        </p:nvSpPr>
        <p:spPr>
          <a:xfrm xmlns:a="http://schemas.openxmlformats.org/drawingml/2006/main">
            <a:off x="8572500" y="12382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79B8FF"/>
                </a:solidFill>
                <a:latin typeface="Arial"/>
                <a:ea typeface="Arial"/>
                <a:cs typeface="Arial"/>
              </a:defRPr>
            </a:defPPr>
            <a:lvl1pPr algn="l">
              <a:buNone/>
              <a:defRPr sz="2325" b="1">
                <a:solidFill>
                  <a:srgbClr val="79B8FF"/>
                </a:solidFill>
                <a:latin typeface="Arial"/>
                <a:ea typeface="Arial"/>
                <a:cs typeface="Arial"/>
              </a:defRPr>
            </a:lvl1pPr>
            <a:lvl2pPr algn="l">
              <a:buNone/>
              <a:defRPr sz="2325" b="1">
                <a:solidFill>
                  <a:srgbClr val="79B8FF"/>
                </a:solidFill>
                <a:latin typeface="Arial"/>
                <a:ea typeface="Arial"/>
                <a:cs typeface="Arial"/>
              </a:defRPr>
            </a:lvl2pPr>
            <a:lvl3pPr algn="l">
              <a:buNone/>
              <a:defRPr sz="2325" b="1">
                <a:solidFill>
                  <a:srgbClr val="79B8FF"/>
                </a:solidFill>
                <a:latin typeface="Arial"/>
                <a:ea typeface="Arial"/>
                <a:cs typeface="Arial"/>
              </a:defRPr>
            </a:lvl3pPr>
            <a:lvl4pPr algn="l">
              <a:buNone/>
              <a:defRPr sz="2325" b="1">
                <a:solidFill>
                  <a:srgbClr val="79B8FF"/>
                </a:solidFill>
                <a:latin typeface="Arial"/>
                <a:ea typeface="Arial"/>
                <a:cs typeface="Arial"/>
              </a:defRPr>
            </a:lvl4pPr>
            <a:lvl5pPr algn="l">
              <a:buNone/>
              <a:defRPr sz="2325" b="1">
                <a:solidFill>
                  <a:srgbClr val="79B8FF"/>
                </a:solidFill>
                <a:latin typeface="Arial"/>
                <a:ea typeface="Arial"/>
                <a:cs typeface="Arial"/>
              </a:defRPr>
            </a:lvl5pPr>
            <a:lvl6pPr algn="l">
              <a:buNone/>
              <a:defRPr sz="2325" b="1">
                <a:solidFill>
                  <a:srgbClr val="79B8FF"/>
                </a:solidFill>
                <a:latin typeface="Arial"/>
                <a:ea typeface="Arial"/>
                <a:cs typeface="Arial"/>
              </a:defRPr>
            </a:lvl6pPr>
            <a:lvl7pPr algn="l">
              <a:buNone/>
              <a:defRPr sz="2325" b="1">
                <a:solidFill>
                  <a:srgbClr val="79B8FF"/>
                </a:solidFill>
                <a:latin typeface="Arial"/>
                <a:ea typeface="Arial"/>
                <a:cs typeface="Arial"/>
              </a:defRPr>
            </a:lvl7pPr>
            <a:lvl8pPr algn="l">
              <a:buNone/>
              <a:defRPr sz="2325" b="1">
                <a:solidFill>
                  <a:srgbClr val="79B8FF"/>
                </a:solidFill>
                <a:latin typeface="Arial"/>
                <a:ea typeface="Arial"/>
                <a:cs typeface="Arial"/>
              </a:defRPr>
            </a:lvl8pPr>
            <a:lvl9pPr algn="l">
              <a:buNone/>
              <a:defRPr sz="2325" b="1">
                <a:solidFill>
                  <a:srgbClr val="79B8FF"/>
                </a:solidFill>
                <a:latin typeface="Arial"/>
                <a:ea typeface="Arial"/>
                <a:cs typeface="Arial"/>
              </a:defRPr>
            </a:lvl9pPr>
          </a:lstStyle>
          <a:p xmlns:a="http://schemas.openxmlformats.org/drawingml/2006/main">
            <a:pPr algn="l">
              <a:buNone/>
              <a:defRPr sz="2325" b="1">
                <a:solidFill>
                  <a:srgbClr val="79B8FF"/>
                </a:solidFill>
                <a:latin typeface="Arial"/>
                <a:ea typeface="Arial"/>
                <a:cs typeface="Arial"/>
              </a:defRPr>
            </a:pPr>
            <a:r>
              <a:rPr sz="2325" b="1">
                <a:solidFill>
                  <a:srgbClr val="79B8FF"/>
                </a:solidFill>
                <a:latin typeface="Arial"/>
                <a:ea typeface="Arial"/>
                <a:cs typeface="Arial"/>
              </a:rPr>
              <a:t>Việc gì tiếp?</a:t>
            </a:r>
          </a:p>
          <a:p xmlns:a="http://schemas.openxmlformats.org/drawingml/2006/main">
            <a:pPr algn="l">
              <a:buNone/>
              <a:defRPr sz="2325" b="1">
                <a:solidFill>
                  <a:srgbClr val="79B8FF"/>
                </a:solidFill>
                <a:latin typeface="Arial"/>
                <a:ea typeface="Arial"/>
                <a:cs typeface="Arial"/>
              </a:defRPr>
            </a:pPr>
            <a:r>
              <a:rPr sz="2325" b="1">
                <a:solidFill>
                  <a:srgbClr val="79B8FF"/>
                </a:solidFill>
                <a:latin typeface="Arial"/>
                <a:ea typeface="Arial"/>
                <a:cs typeface="Arial"/>
              </a:rPr>
              <a:t>Tới đâu?</a:t>
            </a:r>
          </a:p>
          <a:p xmlns:a="http://schemas.openxmlformats.org/drawingml/2006/main">
            <a:pPr algn="l">
              <a:buNone/>
              <a:defRPr sz="2325" b="1">
                <a:solidFill>
                  <a:srgbClr val="79B8FF"/>
                </a:solidFill>
                <a:latin typeface="Arial"/>
                <a:ea typeface="Arial"/>
                <a:cs typeface="Arial"/>
              </a:defRPr>
            </a:pPr>
            <a:r>
              <a:rPr sz="2325" b="1">
                <a:solidFill>
                  <a:srgbClr val="79B8FF"/>
                </a:solidFill>
                <a:latin typeface="Arial"/>
                <a:ea typeface="Arial"/>
                <a:cs typeface="Arial"/>
              </a:rPr>
              <a:t>Khi nào?</a:t>
            </a:r>
          </a:p>
        </p:txBody>
      </p:sp>
      <p:pic>
        <p:nvPicPr>
          <p:cNvPr id="5" name="">
            <a:extLst xmlns:a="http://schemas.openxmlformats.org/drawingml/2006/main">
              <a:ext uri="{FF2B5EF4-FFF2-40B4-BE49-F238E27FC236}">
                <a16:creationId xmlns:a16="http://schemas.microsoft.com/office/drawing/2014/main" id="{B8EA9BF3-E142-4E93-BCA4-B9DC665769E2}"/>
              </a:ext>
            </a:extLst>
          </p:cNvPr>
          <p:cNvPicPr>
            <a:picLocks xmlns:a="http://schemas.openxmlformats.org/drawingml/2006/main" noChangeAspect="1"/>
          </p:cNvPicPr>
          <p:nvPr/>
        </p:nvPicPr>
        <p:blipFill>
          <a:blip xmlns:r="http://schemas.openxmlformats.org/officeDocument/2006/relationships" xmlns:a="http://schemas.openxmlformats.org/drawingml/2006/main" r:embed="R5b22cb37af7d43f5"/>
          <a:stretch xmlns:a="http://schemas.openxmlformats.org/drawingml/2006/main"/>
        </p:blipFill>
        <p:spPr>
          <a:xfrm xmlns:a="http://schemas.openxmlformats.org/drawingml/2006/main">
            <a:off x="8167688" y="2905125"/>
            <a:ext cx="2619375" cy="3143250"/>
          </a:xfrm>
          <a:prstGeom xmlns:a="http://schemas.openxmlformats.org/drawingml/2006/main" prst="rect">
            <a:avLst/>
          </a:prstGeom>
        </p:spPr>
      </p:pic>
      <p:sp>
        <p:nvSpPr>
          <p:cNvPr id="6" name="diagram-5">
            <a:extLst xmlns:a="http://schemas.openxmlformats.org/drawingml/2006/main">
              <a:ext uri="{FF2B5EF4-FFF2-40B4-BE49-F238E27FC236}">
                <a16:creationId xmlns:a16="http://schemas.microsoft.com/office/drawing/2014/main" id="{BBE33AA6-0658-4157-BB2A-689BF51D2B9F}"/>
              </a:ext>
            </a:extLst>
          </p:cNvPr>
          <p:cNvSpPr>
            <a:spLocks xmlns:a="http://schemas.openxmlformats.org/drawingml/2006/main" noGrp="1"/>
          </p:cNvSpPr>
          <p:nvPr/>
        </p:nvSpPr>
        <p:spPr>
          <a:xfrm xmlns:a="http://schemas.openxmlformats.org/drawingml/2006/main">
            <a:off x="619125" y="620077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C1D2E0"/>
                </a:solidFill>
                <a:latin typeface="Arial"/>
                <a:ea typeface="Arial"/>
                <a:cs typeface="Arial"/>
              </a:defRPr>
            </a:defPPr>
            <a:lvl1pPr algn="l">
              <a:buNone/>
              <a:defRPr sz="1275" b="0">
                <a:solidFill>
                  <a:srgbClr val="C1D2E0"/>
                </a:solidFill>
                <a:latin typeface="Arial"/>
                <a:ea typeface="Arial"/>
                <a:cs typeface="Arial"/>
              </a:defRPr>
            </a:lvl1pPr>
            <a:lvl2pPr algn="l">
              <a:buNone/>
              <a:defRPr sz="1275" b="0">
                <a:solidFill>
                  <a:srgbClr val="C1D2E0"/>
                </a:solidFill>
                <a:latin typeface="Arial"/>
                <a:ea typeface="Arial"/>
                <a:cs typeface="Arial"/>
              </a:defRPr>
            </a:lvl2pPr>
            <a:lvl3pPr algn="l">
              <a:buNone/>
              <a:defRPr sz="1275" b="0">
                <a:solidFill>
                  <a:srgbClr val="C1D2E0"/>
                </a:solidFill>
                <a:latin typeface="Arial"/>
                <a:ea typeface="Arial"/>
                <a:cs typeface="Arial"/>
              </a:defRPr>
            </a:lvl3pPr>
            <a:lvl4pPr algn="l">
              <a:buNone/>
              <a:defRPr sz="1275" b="0">
                <a:solidFill>
                  <a:srgbClr val="C1D2E0"/>
                </a:solidFill>
                <a:latin typeface="Arial"/>
                <a:ea typeface="Arial"/>
                <a:cs typeface="Arial"/>
              </a:defRPr>
            </a:lvl4pPr>
            <a:lvl5pPr algn="l">
              <a:buNone/>
              <a:defRPr sz="1275" b="0">
                <a:solidFill>
                  <a:srgbClr val="C1D2E0"/>
                </a:solidFill>
                <a:latin typeface="Arial"/>
                <a:ea typeface="Arial"/>
                <a:cs typeface="Arial"/>
              </a:defRPr>
            </a:lvl5pPr>
            <a:lvl6pPr algn="l">
              <a:buNone/>
              <a:defRPr sz="1275" b="0">
                <a:solidFill>
                  <a:srgbClr val="C1D2E0"/>
                </a:solidFill>
                <a:latin typeface="Arial"/>
                <a:ea typeface="Arial"/>
                <a:cs typeface="Arial"/>
              </a:defRPr>
            </a:lvl6pPr>
            <a:lvl7pPr algn="l">
              <a:buNone/>
              <a:defRPr sz="1275" b="0">
                <a:solidFill>
                  <a:srgbClr val="C1D2E0"/>
                </a:solidFill>
                <a:latin typeface="Arial"/>
                <a:ea typeface="Arial"/>
                <a:cs typeface="Arial"/>
              </a:defRPr>
            </a:lvl7pPr>
            <a:lvl8pPr algn="l">
              <a:buNone/>
              <a:defRPr sz="1275" b="0">
                <a:solidFill>
                  <a:srgbClr val="C1D2E0"/>
                </a:solidFill>
                <a:latin typeface="Arial"/>
                <a:ea typeface="Arial"/>
                <a:cs typeface="Arial"/>
              </a:defRPr>
            </a:lvl8pPr>
            <a:lvl9pPr algn="l">
              <a:buNone/>
              <a:defRPr sz="1275" b="0">
                <a:solidFill>
                  <a:srgbClr val="C1D2E0"/>
                </a:solidFill>
                <a:latin typeface="Arial"/>
                <a:ea typeface="Arial"/>
                <a:cs typeface="Arial"/>
              </a:defRPr>
            </a:lvl9pPr>
          </a:lstStyle>
          <a:p xmlns:a="http://schemas.openxmlformats.org/drawingml/2006/main">
            <a:pPr algn="l">
              <a:buNone/>
              <a:defRPr sz="1275" b="0">
                <a:solidFill>
                  <a:srgbClr val="C1D2E0"/>
                </a:solidFill>
                <a:latin typeface="Arial"/>
                <a:ea typeface="Arial"/>
                <a:cs typeface="Arial"/>
              </a:defRPr>
            </a:pPr>
            <a:r>
              <a:rPr sz="1275" b="0">
                <a:solidFill>
                  <a:srgbClr val="C1D2E0"/>
                </a:solidFill>
                <a:latin typeface="Arial"/>
                <a:ea typeface="Arial"/>
                <a:cs typeface="Arial"/>
              </a:rPr>
              <a:t>Vinmec · Prototype điều phối và dẫn đường · 20/10/2026</a:t>
            </a:r>
          </a:p>
        </p:txBody>
      </p:sp>
      <p:sp>
        <p:nvSpPr>
          <p:cNvPr id="7" name="diagram-6">
            <a:extLst xmlns:a="http://schemas.openxmlformats.org/drawingml/2006/main">
              <a:ext uri="{FF2B5EF4-FFF2-40B4-BE49-F238E27FC236}">
                <a16:creationId xmlns:a16="http://schemas.microsoft.com/office/drawing/2014/main" id="{7CFC3480-B452-4607-9032-1BF1B82BB0CA}"/>
              </a:ext>
            </a:extLst>
          </p:cNvPr>
          <p:cNvSpPr>
            <a:spLocks xmlns:a="http://schemas.openxmlformats.org/drawingml/2006/main" noGrp="1"/>
          </p:cNvSpPr>
          <p:nvPr/>
        </p:nvSpPr>
        <p:spPr>
          <a:xfrm xmlns:a="http://schemas.openxmlformats.org/drawingml/2006/main">
            <a:off x="11287125" y="6200775"/>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1">
                <a:solidFill>
                  <a:srgbClr val="79B8FF"/>
                </a:solidFill>
                <a:latin typeface="Arial"/>
                <a:ea typeface="Arial"/>
                <a:cs typeface="Arial"/>
              </a:defRPr>
            </a:defPPr>
            <a:lvl1pPr algn="r">
              <a:buNone/>
              <a:defRPr sz="1350" b="1">
                <a:solidFill>
                  <a:srgbClr val="79B8FF"/>
                </a:solidFill>
                <a:latin typeface="Arial"/>
                <a:ea typeface="Arial"/>
                <a:cs typeface="Arial"/>
              </a:defRPr>
            </a:lvl1pPr>
            <a:lvl2pPr algn="r">
              <a:buNone/>
              <a:defRPr sz="1350" b="1">
                <a:solidFill>
                  <a:srgbClr val="79B8FF"/>
                </a:solidFill>
                <a:latin typeface="Arial"/>
                <a:ea typeface="Arial"/>
                <a:cs typeface="Arial"/>
              </a:defRPr>
            </a:lvl2pPr>
            <a:lvl3pPr algn="r">
              <a:buNone/>
              <a:defRPr sz="1350" b="1">
                <a:solidFill>
                  <a:srgbClr val="79B8FF"/>
                </a:solidFill>
                <a:latin typeface="Arial"/>
                <a:ea typeface="Arial"/>
                <a:cs typeface="Arial"/>
              </a:defRPr>
            </a:lvl3pPr>
            <a:lvl4pPr algn="r">
              <a:buNone/>
              <a:defRPr sz="1350" b="1">
                <a:solidFill>
                  <a:srgbClr val="79B8FF"/>
                </a:solidFill>
                <a:latin typeface="Arial"/>
                <a:ea typeface="Arial"/>
                <a:cs typeface="Arial"/>
              </a:defRPr>
            </a:lvl4pPr>
            <a:lvl5pPr algn="r">
              <a:buNone/>
              <a:defRPr sz="1350" b="1">
                <a:solidFill>
                  <a:srgbClr val="79B8FF"/>
                </a:solidFill>
                <a:latin typeface="Arial"/>
                <a:ea typeface="Arial"/>
                <a:cs typeface="Arial"/>
              </a:defRPr>
            </a:lvl5pPr>
            <a:lvl6pPr algn="r">
              <a:buNone/>
              <a:defRPr sz="1350" b="1">
                <a:solidFill>
                  <a:srgbClr val="79B8FF"/>
                </a:solidFill>
                <a:latin typeface="Arial"/>
                <a:ea typeface="Arial"/>
                <a:cs typeface="Arial"/>
              </a:defRPr>
            </a:lvl6pPr>
            <a:lvl7pPr algn="r">
              <a:buNone/>
              <a:defRPr sz="1350" b="1">
                <a:solidFill>
                  <a:srgbClr val="79B8FF"/>
                </a:solidFill>
                <a:latin typeface="Arial"/>
                <a:ea typeface="Arial"/>
                <a:cs typeface="Arial"/>
              </a:defRPr>
            </a:lvl7pPr>
            <a:lvl8pPr algn="r">
              <a:buNone/>
              <a:defRPr sz="1350" b="1">
                <a:solidFill>
                  <a:srgbClr val="79B8FF"/>
                </a:solidFill>
                <a:latin typeface="Arial"/>
                <a:ea typeface="Arial"/>
                <a:cs typeface="Arial"/>
              </a:defRPr>
            </a:lvl8pPr>
            <a:lvl9pPr algn="r">
              <a:buNone/>
              <a:defRPr sz="1350" b="1">
                <a:solidFill>
                  <a:srgbClr val="79B8FF"/>
                </a:solidFill>
                <a:latin typeface="Arial"/>
                <a:ea typeface="Arial"/>
                <a:cs typeface="Arial"/>
              </a:defRPr>
            </a:lvl9pPr>
          </a:lstStyle>
          <a:p xmlns:a="http://schemas.openxmlformats.org/drawingml/2006/main">
            <a:pPr algn="r">
              <a:buNone/>
              <a:defRPr sz="1350" b="1">
                <a:solidFill>
                  <a:srgbClr val="79B8FF"/>
                </a:solidFill>
                <a:latin typeface="Arial"/>
                <a:ea typeface="Arial"/>
                <a:cs typeface="Arial"/>
              </a:defRPr>
            </a:pPr>
            <a:r>
              <a:rPr sz="1350" b="1">
                <a:solidFill>
                  <a:srgbClr val="79B8FF"/>
                </a:solidFill>
                <a:latin typeface="Arial"/>
                <a:ea typeface="Arial"/>
                <a:cs typeface="Arial"/>
              </a:rPr>
              <a:t>01</a:t>
            </a:r>
          </a:p>
        </p:txBody>
      </p:sp>
    </p:spTree>
    <p:extLst>
      <p:ext uri="{BB962C8B-B14F-4D97-AF65-F5344CB8AC3E}">
        <p14:creationId xmlns:p14="http://schemas.microsoft.com/office/powerpoint/2010/main" val="403818456"/>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diagram-7">
            <a:extLst xmlns:a="http://schemas.openxmlformats.org/drawingml/2006/main">
              <a:ext uri="{FF2B5EF4-FFF2-40B4-BE49-F238E27FC236}">
                <a16:creationId xmlns:a16="http://schemas.microsoft.com/office/drawing/2014/main" id="{1E7AB22E-A91A-4E7A-881A-51136075FF03}"/>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xmlns:a="http://schemas.openxmlformats.org/drawingml/2006/main">
            <a:pPr algn="l">
              <a:buNone/>
              <a:defRPr sz="3150" b="1">
                <a:solidFill>
                  <a:srgbClr val="102A43"/>
                </a:solidFill>
                <a:latin typeface="Arial"/>
                <a:ea typeface="Arial"/>
                <a:cs typeface="Arial"/>
              </a:defRPr>
            </a:pPr>
            <a:r>
              <a:rPr sz="3150" b="1">
                <a:solidFill>
                  <a:srgbClr val="102A43"/>
                </a:solidFill>
                <a:latin typeface="Arial"/>
                <a:ea typeface="Arial"/>
                <a:cs typeface="Arial"/>
              </a:rPr>
              <a:t>Nghiên cứu trải nghiệm</a:t>
            </a:r>
          </a:p>
        </p:txBody>
      </p:sp>
      <p:sp>
        <p:nvSpPr>
          <p:cNvPr id="2" name="diagram-8">
            <a:extLst xmlns:a="http://schemas.openxmlformats.org/drawingml/2006/main">
              <a:ext uri="{FF2B5EF4-FFF2-40B4-BE49-F238E27FC236}">
                <a16:creationId xmlns:a16="http://schemas.microsoft.com/office/drawing/2014/main" id="{33A247C4-F0D1-4210-8F5E-A86077BAA0D8}"/>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Hai cuộc phỏng vấn và một trải nghiệm tự thuật</a:t>
            </a:r>
          </a:p>
        </p:txBody>
      </p:sp>
      <p:pic>
        <p:nvPicPr>
          <p:cNvPr id="3" name="">
            <a:extLst xmlns:a="http://schemas.openxmlformats.org/drawingml/2006/main">
              <a:ext uri="{FF2B5EF4-FFF2-40B4-BE49-F238E27FC236}">
                <a16:creationId xmlns:a16="http://schemas.microsoft.com/office/drawing/2014/main" id="{F15BFB25-DF69-4C8E-BCA2-1F9025AB7C54}"/>
              </a:ext>
            </a:extLst>
          </p:cNvPr>
          <p:cNvPicPr>
            <a:picLocks xmlns:a="http://schemas.openxmlformats.org/drawingml/2006/main" noChangeAspect="1"/>
          </p:cNvPicPr>
          <p:nvPr/>
        </p:nvPicPr>
        <p:blipFill>
          <a:blip xmlns:r="http://schemas.openxmlformats.org/officeDocument/2006/relationships" xmlns:a="http://schemas.openxmlformats.org/drawingml/2006/main" r:embed="R61b8daf4d19c4c7b"/>
          <a:stretch xmlns:a="http://schemas.openxmlformats.org/drawingml/2006/main"/>
        </p:blipFill>
        <p:spPr>
          <a:xfrm xmlns:a="http://schemas.openxmlformats.org/drawingml/2006/main">
            <a:off x="523875" y="2159000"/>
            <a:ext cx="4953000" cy="3302000"/>
          </a:xfrm>
          <a:prstGeom xmlns:a="http://schemas.openxmlformats.org/drawingml/2006/main" prst="rect">
            <a:avLst/>
          </a:prstGeom>
        </p:spPr>
      </p:pic>
      <p:sp>
        <p:nvSpPr>
          <p:cNvPr id="4" name="diagram-9">
            <a:extLst xmlns:a="http://schemas.openxmlformats.org/drawingml/2006/main">
              <a:ext uri="{FF2B5EF4-FFF2-40B4-BE49-F238E27FC236}">
                <a16:creationId xmlns:a16="http://schemas.microsoft.com/office/drawing/2014/main" id="{D1755071-EA80-455B-9323-0FFD11833091}"/>
              </a:ext>
            </a:extLst>
          </p:cNvPr>
          <p:cNvSpPr>
            <a:spLocks xmlns:a="http://schemas.openxmlformats.org/drawingml/2006/main" noGrp="1"/>
          </p:cNvSpPr>
          <p:nvPr/>
        </p:nvSpPr>
        <p:spPr>
          <a:xfrm xmlns:a="http://schemas.openxmlformats.org/drawingml/2006/main">
            <a:off x="6286500" y="1762125"/>
            <a:ext cx="152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75" b="1">
                <a:solidFill>
                  <a:srgbClr val="246BCE"/>
                </a:solidFill>
                <a:latin typeface="Arial"/>
                <a:ea typeface="Arial"/>
                <a:cs typeface="Arial"/>
              </a:defRPr>
            </a:defPPr>
            <a:lvl1pPr algn="l">
              <a:buNone/>
              <a:defRPr sz="7875" b="1">
                <a:solidFill>
                  <a:srgbClr val="246BCE"/>
                </a:solidFill>
                <a:latin typeface="Arial"/>
                <a:ea typeface="Arial"/>
                <a:cs typeface="Arial"/>
              </a:defRPr>
            </a:lvl1pPr>
            <a:lvl2pPr algn="l">
              <a:buNone/>
              <a:defRPr sz="7875" b="1">
                <a:solidFill>
                  <a:srgbClr val="246BCE"/>
                </a:solidFill>
                <a:latin typeface="Arial"/>
                <a:ea typeface="Arial"/>
                <a:cs typeface="Arial"/>
              </a:defRPr>
            </a:lvl2pPr>
            <a:lvl3pPr algn="l">
              <a:buNone/>
              <a:defRPr sz="7875" b="1">
                <a:solidFill>
                  <a:srgbClr val="246BCE"/>
                </a:solidFill>
                <a:latin typeface="Arial"/>
                <a:ea typeface="Arial"/>
                <a:cs typeface="Arial"/>
              </a:defRPr>
            </a:lvl3pPr>
            <a:lvl4pPr algn="l">
              <a:buNone/>
              <a:defRPr sz="7875" b="1">
                <a:solidFill>
                  <a:srgbClr val="246BCE"/>
                </a:solidFill>
                <a:latin typeface="Arial"/>
                <a:ea typeface="Arial"/>
                <a:cs typeface="Arial"/>
              </a:defRPr>
            </a:lvl4pPr>
            <a:lvl5pPr algn="l">
              <a:buNone/>
              <a:defRPr sz="7875" b="1">
                <a:solidFill>
                  <a:srgbClr val="246BCE"/>
                </a:solidFill>
                <a:latin typeface="Arial"/>
                <a:ea typeface="Arial"/>
                <a:cs typeface="Arial"/>
              </a:defRPr>
            </a:lvl5pPr>
            <a:lvl6pPr algn="l">
              <a:buNone/>
              <a:defRPr sz="7875" b="1">
                <a:solidFill>
                  <a:srgbClr val="246BCE"/>
                </a:solidFill>
                <a:latin typeface="Arial"/>
                <a:ea typeface="Arial"/>
                <a:cs typeface="Arial"/>
              </a:defRPr>
            </a:lvl6pPr>
            <a:lvl7pPr algn="l">
              <a:buNone/>
              <a:defRPr sz="7875" b="1">
                <a:solidFill>
                  <a:srgbClr val="246BCE"/>
                </a:solidFill>
                <a:latin typeface="Arial"/>
                <a:ea typeface="Arial"/>
                <a:cs typeface="Arial"/>
              </a:defRPr>
            </a:lvl7pPr>
            <a:lvl8pPr algn="l">
              <a:buNone/>
              <a:defRPr sz="7875" b="1">
                <a:solidFill>
                  <a:srgbClr val="246BCE"/>
                </a:solidFill>
                <a:latin typeface="Arial"/>
                <a:ea typeface="Arial"/>
                <a:cs typeface="Arial"/>
              </a:defRPr>
            </a:lvl8pPr>
            <a:lvl9pPr algn="l">
              <a:buNone/>
              <a:defRPr sz="7875" b="1">
                <a:solidFill>
                  <a:srgbClr val="246BCE"/>
                </a:solidFill>
                <a:latin typeface="Arial"/>
                <a:ea typeface="Arial"/>
                <a:cs typeface="Arial"/>
              </a:defRPr>
            </a:lvl9pPr>
          </a:lstStyle>
          <a:p xmlns:a="http://schemas.openxmlformats.org/drawingml/2006/main">
            <a:pPr algn="l">
              <a:buNone/>
              <a:defRPr sz="7875" b="1">
                <a:solidFill>
                  <a:srgbClr val="246BCE"/>
                </a:solidFill>
                <a:latin typeface="Arial"/>
                <a:ea typeface="Arial"/>
                <a:cs typeface="Arial"/>
              </a:defRPr>
            </a:pPr>
            <a:r>
              <a:rPr sz="7875" b="1">
                <a:solidFill>
                  <a:srgbClr val="246BCE"/>
                </a:solidFill>
                <a:latin typeface="Arial"/>
                <a:ea typeface="Arial"/>
                <a:cs typeface="Arial"/>
              </a:rPr>
              <a:t>2</a:t>
            </a:r>
          </a:p>
        </p:txBody>
      </p:sp>
      <p:sp>
        <p:nvSpPr>
          <p:cNvPr id="5" name="diagram-10">
            <a:extLst xmlns:a="http://schemas.openxmlformats.org/drawingml/2006/main">
              <a:ext uri="{FF2B5EF4-FFF2-40B4-BE49-F238E27FC236}">
                <a16:creationId xmlns:a16="http://schemas.microsoft.com/office/drawing/2014/main" id="{F3B91088-B1AE-40C0-ACC6-9FCBA22ECFC1}"/>
              </a:ext>
            </a:extLst>
          </p:cNvPr>
          <p:cNvSpPr>
            <a:spLocks xmlns:a="http://schemas.openxmlformats.org/drawingml/2006/main" noGrp="1"/>
          </p:cNvSpPr>
          <p:nvPr/>
        </p:nvSpPr>
        <p:spPr>
          <a:xfrm xmlns:a="http://schemas.openxmlformats.org/drawingml/2006/main">
            <a:off x="8096250" y="2047875"/>
            <a:ext cx="338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102A43"/>
                </a:solidFill>
                <a:latin typeface="Arial"/>
                <a:ea typeface="Arial"/>
                <a:cs typeface="Arial"/>
              </a:defRPr>
            </a:defPPr>
            <a:lvl1pPr algn="l">
              <a:buNone/>
              <a:defRPr sz="2325" b="1">
                <a:solidFill>
                  <a:srgbClr val="102A43"/>
                </a:solidFill>
                <a:latin typeface="Arial"/>
                <a:ea typeface="Arial"/>
                <a:cs typeface="Arial"/>
              </a:defRPr>
            </a:lvl1pPr>
            <a:lvl2pPr algn="l">
              <a:buNone/>
              <a:defRPr sz="2325" b="1">
                <a:solidFill>
                  <a:srgbClr val="102A43"/>
                </a:solidFill>
                <a:latin typeface="Arial"/>
                <a:ea typeface="Arial"/>
                <a:cs typeface="Arial"/>
              </a:defRPr>
            </a:lvl2pPr>
            <a:lvl3pPr algn="l">
              <a:buNone/>
              <a:defRPr sz="2325" b="1">
                <a:solidFill>
                  <a:srgbClr val="102A43"/>
                </a:solidFill>
                <a:latin typeface="Arial"/>
                <a:ea typeface="Arial"/>
                <a:cs typeface="Arial"/>
              </a:defRPr>
            </a:lvl3pPr>
            <a:lvl4pPr algn="l">
              <a:buNone/>
              <a:defRPr sz="2325" b="1">
                <a:solidFill>
                  <a:srgbClr val="102A43"/>
                </a:solidFill>
                <a:latin typeface="Arial"/>
                <a:ea typeface="Arial"/>
                <a:cs typeface="Arial"/>
              </a:defRPr>
            </a:lvl4pPr>
            <a:lvl5pPr algn="l">
              <a:buNone/>
              <a:defRPr sz="2325" b="1">
                <a:solidFill>
                  <a:srgbClr val="102A43"/>
                </a:solidFill>
                <a:latin typeface="Arial"/>
                <a:ea typeface="Arial"/>
                <a:cs typeface="Arial"/>
              </a:defRPr>
            </a:lvl5pPr>
            <a:lvl6pPr algn="l">
              <a:buNone/>
              <a:defRPr sz="2325" b="1">
                <a:solidFill>
                  <a:srgbClr val="102A43"/>
                </a:solidFill>
                <a:latin typeface="Arial"/>
                <a:ea typeface="Arial"/>
                <a:cs typeface="Arial"/>
              </a:defRPr>
            </a:lvl6pPr>
            <a:lvl7pPr algn="l">
              <a:buNone/>
              <a:defRPr sz="2325" b="1">
                <a:solidFill>
                  <a:srgbClr val="102A43"/>
                </a:solidFill>
                <a:latin typeface="Arial"/>
                <a:ea typeface="Arial"/>
                <a:cs typeface="Arial"/>
              </a:defRPr>
            </a:lvl7pPr>
            <a:lvl8pPr algn="l">
              <a:buNone/>
              <a:defRPr sz="2325" b="1">
                <a:solidFill>
                  <a:srgbClr val="102A43"/>
                </a:solidFill>
                <a:latin typeface="Arial"/>
                <a:ea typeface="Arial"/>
                <a:cs typeface="Arial"/>
              </a:defRPr>
            </a:lvl8pPr>
            <a:lvl9pPr algn="l">
              <a:buNone/>
              <a:defRPr sz="2325" b="1">
                <a:solidFill>
                  <a:srgbClr val="102A43"/>
                </a:solidFill>
                <a:latin typeface="Arial"/>
                <a:ea typeface="Arial"/>
                <a:cs typeface="Arial"/>
              </a:defRPr>
            </a:lvl9pPr>
          </a:lstStyle>
          <a:p xmlns:a="http://schemas.openxmlformats.org/drawingml/2006/main">
            <a:pPr algn="l">
              <a:buNone/>
              <a:defRPr sz="2325" b="1">
                <a:solidFill>
                  <a:srgbClr val="102A43"/>
                </a:solidFill>
                <a:latin typeface="Arial"/>
                <a:ea typeface="Arial"/>
                <a:cs typeface="Arial"/>
              </a:defRPr>
            </a:pPr>
            <a:r>
              <a:rPr sz="2325" b="1">
                <a:solidFill>
                  <a:srgbClr val="102A43"/>
                </a:solidFill>
                <a:latin typeface="Arial"/>
                <a:ea typeface="Arial"/>
                <a:cs typeface="Arial"/>
              </a:rPr>
              <a:t>Cuộc phỏng vấn</a:t>
            </a:r>
          </a:p>
        </p:txBody>
      </p:sp>
      <p:sp>
        <p:nvSpPr>
          <p:cNvPr id="6" name="diagram-11">
            <a:extLst xmlns:a="http://schemas.openxmlformats.org/drawingml/2006/main">
              <a:ext uri="{FF2B5EF4-FFF2-40B4-BE49-F238E27FC236}">
                <a16:creationId xmlns:a16="http://schemas.microsoft.com/office/drawing/2014/main" id="{5EA187E1-C6FD-47DA-BD64-A788E94D0EDB}"/>
              </a:ext>
            </a:extLst>
          </p:cNvPr>
          <p:cNvSpPr>
            <a:spLocks xmlns:a="http://schemas.openxmlformats.org/drawingml/2006/main" noGrp="1"/>
          </p:cNvSpPr>
          <p:nvPr/>
        </p:nvSpPr>
        <p:spPr>
          <a:xfrm xmlns:a="http://schemas.openxmlformats.org/drawingml/2006/main">
            <a:off x="8096250" y="2667000"/>
            <a:ext cx="3381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xmlns:a="http://schemas.openxmlformats.org/drawingml/2006/main">
            <a:pPr algn="l">
              <a:buNone/>
              <a:defRPr sz="1800" b="0">
                <a:solidFill>
                  <a:srgbClr val="526773"/>
                </a:solidFill>
                <a:latin typeface="Arial"/>
                <a:ea typeface="Arial"/>
                <a:cs typeface="Arial"/>
              </a:defRPr>
            </a:pPr>
            <a:r>
              <a:rPr sz="1800" b="0">
                <a:solidFill>
                  <a:srgbClr val="526773"/>
                </a:solidFill>
                <a:latin typeface="Arial"/>
                <a:ea typeface="Arial"/>
                <a:cs typeface="Arial"/>
              </a:rPr>
              <a:t>Trải nghiệm người tham gia kể lại</a:t>
            </a:r>
          </a:p>
        </p:txBody>
      </p:sp>
      <p:sp>
        <p:nvSpPr>
          <p:cNvPr id="7" name="diagram-12">
            <a:extLst xmlns:a="http://schemas.openxmlformats.org/drawingml/2006/main">
              <a:ext uri="{FF2B5EF4-FFF2-40B4-BE49-F238E27FC236}">
                <a16:creationId xmlns:a16="http://schemas.microsoft.com/office/drawing/2014/main" id="{828D2383-56BE-4174-BC0A-AE3B80A10A32}"/>
              </a:ext>
            </a:extLst>
          </p:cNvPr>
          <p:cNvSpPr>
            <a:spLocks xmlns:a="http://schemas.openxmlformats.org/drawingml/2006/main" noGrp="1"/>
          </p:cNvSpPr>
          <p:nvPr/>
        </p:nvSpPr>
        <p:spPr>
          <a:xfrm xmlns:a="http://schemas.openxmlformats.org/drawingml/2006/main">
            <a:off x="6286500" y="3619500"/>
            <a:ext cx="5191125"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sp>
        <p:nvSpPr>
          <p:cNvPr id="8" name="diagram-13">
            <a:extLst xmlns:a="http://schemas.openxmlformats.org/drawingml/2006/main">
              <a:ext uri="{FF2B5EF4-FFF2-40B4-BE49-F238E27FC236}">
                <a16:creationId xmlns:a16="http://schemas.microsoft.com/office/drawing/2014/main" id="{EE3EA8B5-023F-4B56-BABF-5A61BE370BEC}"/>
              </a:ext>
            </a:extLst>
          </p:cNvPr>
          <p:cNvSpPr>
            <a:spLocks xmlns:a="http://schemas.openxmlformats.org/drawingml/2006/main" noGrp="1"/>
          </p:cNvSpPr>
          <p:nvPr/>
        </p:nvSpPr>
        <p:spPr>
          <a:xfrm xmlns:a="http://schemas.openxmlformats.org/drawingml/2006/main">
            <a:off x="6286500" y="3810000"/>
            <a:ext cx="152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75" b="1">
                <a:solidFill>
                  <a:srgbClr val="246BCE"/>
                </a:solidFill>
                <a:latin typeface="Arial"/>
                <a:ea typeface="Arial"/>
                <a:cs typeface="Arial"/>
              </a:defRPr>
            </a:defPPr>
            <a:lvl1pPr algn="l">
              <a:buNone/>
              <a:defRPr sz="7875" b="1">
                <a:solidFill>
                  <a:srgbClr val="246BCE"/>
                </a:solidFill>
                <a:latin typeface="Arial"/>
                <a:ea typeface="Arial"/>
                <a:cs typeface="Arial"/>
              </a:defRPr>
            </a:lvl1pPr>
            <a:lvl2pPr algn="l">
              <a:buNone/>
              <a:defRPr sz="7875" b="1">
                <a:solidFill>
                  <a:srgbClr val="246BCE"/>
                </a:solidFill>
                <a:latin typeface="Arial"/>
                <a:ea typeface="Arial"/>
                <a:cs typeface="Arial"/>
              </a:defRPr>
            </a:lvl2pPr>
            <a:lvl3pPr algn="l">
              <a:buNone/>
              <a:defRPr sz="7875" b="1">
                <a:solidFill>
                  <a:srgbClr val="246BCE"/>
                </a:solidFill>
                <a:latin typeface="Arial"/>
                <a:ea typeface="Arial"/>
                <a:cs typeface="Arial"/>
              </a:defRPr>
            </a:lvl3pPr>
            <a:lvl4pPr algn="l">
              <a:buNone/>
              <a:defRPr sz="7875" b="1">
                <a:solidFill>
                  <a:srgbClr val="246BCE"/>
                </a:solidFill>
                <a:latin typeface="Arial"/>
                <a:ea typeface="Arial"/>
                <a:cs typeface="Arial"/>
              </a:defRPr>
            </a:lvl4pPr>
            <a:lvl5pPr algn="l">
              <a:buNone/>
              <a:defRPr sz="7875" b="1">
                <a:solidFill>
                  <a:srgbClr val="246BCE"/>
                </a:solidFill>
                <a:latin typeface="Arial"/>
                <a:ea typeface="Arial"/>
                <a:cs typeface="Arial"/>
              </a:defRPr>
            </a:lvl5pPr>
            <a:lvl6pPr algn="l">
              <a:buNone/>
              <a:defRPr sz="7875" b="1">
                <a:solidFill>
                  <a:srgbClr val="246BCE"/>
                </a:solidFill>
                <a:latin typeface="Arial"/>
                <a:ea typeface="Arial"/>
                <a:cs typeface="Arial"/>
              </a:defRPr>
            </a:lvl6pPr>
            <a:lvl7pPr algn="l">
              <a:buNone/>
              <a:defRPr sz="7875" b="1">
                <a:solidFill>
                  <a:srgbClr val="246BCE"/>
                </a:solidFill>
                <a:latin typeface="Arial"/>
                <a:ea typeface="Arial"/>
                <a:cs typeface="Arial"/>
              </a:defRPr>
            </a:lvl7pPr>
            <a:lvl8pPr algn="l">
              <a:buNone/>
              <a:defRPr sz="7875" b="1">
                <a:solidFill>
                  <a:srgbClr val="246BCE"/>
                </a:solidFill>
                <a:latin typeface="Arial"/>
                <a:ea typeface="Arial"/>
                <a:cs typeface="Arial"/>
              </a:defRPr>
            </a:lvl8pPr>
            <a:lvl9pPr algn="l">
              <a:buNone/>
              <a:defRPr sz="7875" b="1">
                <a:solidFill>
                  <a:srgbClr val="246BCE"/>
                </a:solidFill>
                <a:latin typeface="Arial"/>
                <a:ea typeface="Arial"/>
                <a:cs typeface="Arial"/>
              </a:defRPr>
            </a:lvl9pPr>
          </a:lstStyle>
          <a:p xmlns:a="http://schemas.openxmlformats.org/drawingml/2006/main">
            <a:pPr algn="l">
              <a:buNone/>
              <a:defRPr sz="7875" b="1">
                <a:solidFill>
                  <a:srgbClr val="246BCE"/>
                </a:solidFill>
                <a:latin typeface="Arial"/>
                <a:ea typeface="Arial"/>
                <a:cs typeface="Arial"/>
              </a:defRPr>
            </a:pPr>
            <a:r>
              <a:rPr sz="7875" b="1">
                <a:solidFill>
                  <a:srgbClr val="246BCE"/>
                </a:solidFill>
                <a:latin typeface="Arial"/>
                <a:ea typeface="Arial"/>
                <a:cs typeface="Arial"/>
              </a:rPr>
              <a:t>1</a:t>
            </a:r>
          </a:p>
        </p:txBody>
      </p:sp>
      <p:sp>
        <p:nvSpPr>
          <p:cNvPr id="9" name="diagram-14">
            <a:extLst xmlns:a="http://schemas.openxmlformats.org/drawingml/2006/main">
              <a:ext uri="{FF2B5EF4-FFF2-40B4-BE49-F238E27FC236}">
                <a16:creationId xmlns:a16="http://schemas.microsoft.com/office/drawing/2014/main" id="{D4AF769B-AE71-4E46-B20C-F607E0078E90}"/>
              </a:ext>
            </a:extLst>
          </p:cNvPr>
          <p:cNvSpPr>
            <a:spLocks xmlns:a="http://schemas.openxmlformats.org/drawingml/2006/main" noGrp="1"/>
          </p:cNvSpPr>
          <p:nvPr/>
        </p:nvSpPr>
        <p:spPr>
          <a:xfrm xmlns:a="http://schemas.openxmlformats.org/drawingml/2006/main">
            <a:off x="8096250" y="4000500"/>
            <a:ext cx="3381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102A43"/>
                </a:solidFill>
                <a:latin typeface="Arial"/>
                <a:ea typeface="Arial"/>
                <a:cs typeface="Arial"/>
              </a:defRPr>
            </a:defPPr>
            <a:lvl1pPr algn="l">
              <a:buNone/>
              <a:defRPr sz="2250" b="1">
                <a:solidFill>
                  <a:srgbClr val="102A43"/>
                </a:solidFill>
                <a:latin typeface="Arial"/>
                <a:ea typeface="Arial"/>
                <a:cs typeface="Arial"/>
              </a:defRPr>
            </a:lvl1pPr>
            <a:lvl2pPr algn="l">
              <a:buNone/>
              <a:defRPr sz="2250" b="1">
                <a:solidFill>
                  <a:srgbClr val="102A43"/>
                </a:solidFill>
                <a:latin typeface="Arial"/>
                <a:ea typeface="Arial"/>
                <a:cs typeface="Arial"/>
              </a:defRPr>
            </a:lvl2pPr>
            <a:lvl3pPr algn="l">
              <a:buNone/>
              <a:defRPr sz="2250" b="1">
                <a:solidFill>
                  <a:srgbClr val="102A43"/>
                </a:solidFill>
                <a:latin typeface="Arial"/>
                <a:ea typeface="Arial"/>
                <a:cs typeface="Arial"/>
              </a:defRPr>
            </a:lvl3pPr>
            <a:lvl4pPr algn="l">
              <a:buNone/>
              <a:defRPr sz="2250" b="1">
                <a:solidFill>
                  <a:srgbClr val="102A43"/>
                </a:solidFill>
                <a:latin typeface="Arial"/>
                <a:ea typeface="Arial"/>
                <a:cs typeface="Arial"/>
              </a:defRPr>
            </a:lvl4pPr>
            <a:lvl5pPr algn="l">
              <a:buNone/>
              <a:defRPr sz="2250" b="1">
                <a:solidFill>
                  <a:srgbClr val="102A43"/>
                </a:solidFill>
                <a:latin typeface="Arial"/>
                <a:ea typeface="Arial"/>
                <a:cs typeface="Arial"/>
              </a:defRPr>
            </a:lvl5pPr>
            <a:lvl6pPr algn="l">
              <a:buNone/>
              <a:defRPr sz="2250" b="1">
                <a:solidFill>
                  <a:srgbClr val="102A43"/>
                </a:solidFill>
                <a:latin typeface="Arial"/>
                <a:ea typeface="Arial"/>
                <a:cs typeface="Arial"/>
              </a:defRPr>
            </a:lvl6pPr>
            <a:lvl7pPr algn="l">
              <a:buNone/>
              <a:defRPr sz="2250" b="1">
                <a:solidFill>
                  <a:srgbClr val="102A43"/>
                </a:solidFill>
                <a:latin typeface="Arial"/>
                <a:ea typeface="Arial"/>
                <a:cs typeface="Arial"/>
              </a:defRPr>
            </a:lvl7pPr>
            <a:lvl8pPr algn="l">
              <a:buNone/>
              <a:defRPr sz="2250" b="1">
                <a:solidFill>
                  <a:srgbClr val="102A43"/>
                </a:solidFill>
                <a:latin typeface="Arial"/>
                <a:ea typeface="Arial"/>
                <a:cs typeface="Arial"/>
              </a:defRPr>
            </a:lvl8pPr>
            <a:lvl9pPr algn="l">
              <a:buNone/>
              <a:defRPr sz="2250" b="1">
                <a:solidFill>
                  <a:srgbClr val="102A43"/>
                </a:solidFill>
                <a:latin typeface="Arial"/>
                <a:ea typeface="Arial"/>
                <a:cs typeface="Arial"/>
              </a:defRPr>
            </a:lvl9pPr>
          </a:lstStyle>
          <a:p xmlns:a="http://schemas.openxmlformats.org/drawingml/2006/main">
            <a:pPr algn="l">
              <a:buNone/>
              <a:defRPr sz="2250" b="1">
                <a:solidFill>
                  <a:srgbClr val="102A43"/>
                </a:solidFill>
                <a:latin typeface="Arial"/>
                <a:ea typeface="Arial"/>
                <a:cs typeface="Arial"/>
              </a:defRPr>
            </a:pPr>
            <a:r>
              <a:rPr sz="2250" b="1">
                <a:solidFill>
                  <a:srgbClr val="102A43"/>
                </a:solidFill>
                <a:latin typeface="Arial"/>
                <a:ea typeface="Arial"/>
                <a:cs typeface="Arial"/>
              </a:rPr>
              <a:t>Trải nghiệm tự thuật</a:t>
            </a:r>
          </a:p>
        </p:txBody>
      </p:sp>
      <p:sp>
        <p:nvSpPr>
          <p:cNvPr id="10" name="diagram-15">
            <a:extLst xmlns:a="http://schemas.openxmlformats.org/drawingml/2006/main">
              <a:ext uri="{FF2B5EF4-FFF2-40B4-BE49-F238E27FC236}">
                <a16:creationId xmlns:a16="http://schemas.microsoft.com/office/drawing/2014/main" id="{70EA080D-682E-4C33-9A28-51EB49BA5576}"/>
              </a:ext>
            </a:extLst>
          </p:cNvPr>
          <p:cNvSpPr>
            <a:spLocks xmlns:a="http://schemas.openxmlformats.org/drawingml/2006/main" noGrp="1"/>
          </p:cNvSpPr>
          <p:nvPr/>
        </p:nvSpPr>
        <p:spPr>
          <a:xfrm xmlns:a="http://schemas.openxmlformats.org/drawingml/2006/main">
            <a:off x="8096250" y="4810125"/>
            <a:ext cx="3381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xmlns:a="http://schemas.openxmlformats.org/drawingml/2006/main">
            <a:pPr algn="l">
              <a:buNone/>
              <a:defRPr sz="1800" b="0">
                <a:solidFill>
                  <a:srgbClr val="526773"/>
                </a:solidFill>
                <a:latin typeface="Arial"/>
                <a:ea typeface="Arial"/>
                <a:cs typeface="Arial"/>
              </a:defRPr>
            </a:pPr>
            <a:r>
              <a:rPr sz="1800" b="0">
                <a:solidFill>
                  <a:srgbClr val="526773"/>
                </a:solidFill>
                <a:latin typeface="Arial"/>
                <a:ea typeface="Arial"/>
                <a:cs typeface="Arial"/>
              </a:rPr>
              <a:t>Góc nhìn của người làm bài</a:t>
            </a:r>
          </a:p>
        </p:txBody>
      </p:sp>
      <p:sp>
        <p:nvSpPr>
          <p:cNvPr id="11" name="diagram-16">
            <a:extLst xmlns:a="http://schemas.openxmlformats.org/drawingml/2006/main">
              <a:ext uri="{FF2B5EF4-FFF2-40B4-BE49-F238E27FC236}">
                <a16:creationId xmlns:a16="http://schemas.microsoft.com/office/drawing/2014/main" id="{C7845FEB-7A69-48C7-88C1-D880BBDA92B7}"/>
              </a:ext>
            </a:extLst>
          </p:cNvPr>
          <p:cNvSpPr>
            <a:spLocks xmlns:a="http://schemas.openxmlformats.org/drawingml/2006/main" noGrp="1"/>
          </p:cNvSpPr>
          <p:nvPr/>
        </p:nvSpPr>
        <p:spPr>
          <a:xfrm xmlns:a="http://schemas.openxmlformats.org/drawingml/2006/main">
            <a:off x="666750" y="5676900"/>
            <a:ext cx="1081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xmlns:a="http://schemas.openxmlformats.org/drawingml/2006/main">
            <a:pPr algn="l">
              <a:buNone/>
              <a:defRPr sz="1875" b="1">
                <a:solidFill>
                  <a:srgbClr val="102A43"/>
                </a:solidFill>
                <a:latin typeface="Arial"/>
                <a:ea typeface="Arial"/>
                <a:cs typeface="Arial"/>
              </a:defRPr>
            </a:pPr>
            <a:r>
              <a:rPr sz="1875" b="1">
                <a:solidFill>
                  <a:srgbClr val="102A43"/>
                </a:solidFill>
                <a:latin typeface="Arial"/>
                <a:ea typeface="Arial"/>
                <a:cs typeface="Arial"/>
              </a:rPr>
              <a:t>Tổng hợp hành vi, cảm nhận và điểm vướng để xác định nhu cầu.</a:t>
            </a:r>
          </a:p>
        </p:txBody>
      </p:sp>
      <p:sp>
        <p:nvSpPr>
          <p:cNvPr id="12" name="diagram-17">
            <a:extLst xmlns:a="http://schemas.openxmlformats.org/drawingml/2006/main">
              <a:ext uri="{FF2B5EF4-FFF2-40B4-BE49-F238E27FC236}">
                <a16:creationId xmlns:a16="http://schemas.microsoft.com/office/drawing/2014/main" id="{16481D6E-2B35-4A6D-8C8D-A3042DF8A714}"/>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xmlns:a="http://schemas.openxmlformats.org/drawingml/2006/main">
            <a:pPr algn="l">
              <a:buNone/>
              <a:defRPr sz="1125" b="0">
                <a:solidFill>
                  <a:srgbClr val="526773"/>
                </a:solidFill>
                <a:latin typeface="Arial"/>
                <a:ea typeface="Arial"/>
                <a:cs typeface="Arial"/>
              </a:defRPr>
            </a:pPr>
            <a:r>
              <a:rPr sz="1125" b="0">
                <a:solidFill>
                  <a:srgbClr val="526773"/>
                </a:solidFill>
                <a:latin typeface="Arial"/>
                <a:ea typeface="Arial"/>
                <a:cs typeface="Arial"/>
              </a:rPr>
              <a:t>Dữ liệu ẩn danh; ghi chép diễn giải; mẫu nghiên cứu còn nhỏ.</a:t>
            </a:r>
          </a:p>
        </p:txBody>
      </p:sp>
      <p:sp>
        <p:nvSpPr>
          <p:cNvPr id="13" name="diagram-18">
            <a:extLst xmlns:a="http://schemas.openxmlformats.org/drawingml/2006/main">
              <a:ext uri="{FF2B5EF4-FFF2-40B4-BE49-F238E27FC236}">
                <a16:creationId xmlns:a16="http://schemas.microsoft.com/office/drawing/2014/main" id="{D6D180D4-0654-4D80-986D-F4F066644AC5}"/>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xmlns:a="http://schemas.openxmlformats.org/drawingml/2006/main">
            <a:pPr algn="r">
              <a:buNone/>
              <a:defRPr sz="1275" b="1">
                <a:solidFill>
                  <a:srgbClr val="246BCE"/>
                </a:solidFill>
                <a:latin typeface="Arial"/>
                <a:ea typeface="Arial"/>
                <a:cs typeface="Arial"/>
              </a:defRPr>
            </a:pPr>
            <a:r>
              <a:rPr sz="1275" b="1">
                <a:solidFill>
                  <a:srgbClr val="246BCE"/>
                </a:solidFill>
                <a:latin typeface="Arial"/>
                <a:ea typeface="Arial"/>
                <a:cs typeface="Arial"/>
              </a:rPr>
              <a:t>02</a:t>
            </a:r>
          </a:p>
        </p:txBody>
      </p:sp>
    </p:spTree>
    <p:extLst>
      <p:ext uri="{BB962C8B-B14F-4D97-AF65-F5344CB8AC3E}">
        <p14:creationId xmlns:p14="http://schemas.microsoft.com/office/powerpoint/2010/main" val="1369485007"/>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9" name="diagram-19">
            <a:extLst xmlns:a="http://schemas.openxmlformats.org/drawingml/2006/main">
              <a:ext uri="{FF2B5EF4-FFF2-40B4-BE49-F238E27FC236}">
                <a16:creationId xmlns:a16="http://schemas.microsoft.com/office/drawing/2014/main" id="{2295682E-B64B-4053-8FB2-CF2CB5809736}"/>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xmlns:a="http://schemas.openxmlformats.org/drawingml/2006/main">
            <a:pPr algn="l">
              <a:buNone/>
              <a:defRPr sz="3150" b="1">
                <a:solidFill>
                  <a:srgbClr val="102A43"/>
                </a:solidFill>
                <a:latin typeface="Arial"/>
                <a:ea typeface="Arial"/>
                <a:cs typeface="Arial"/>
              </a:defRPr>
            </a:pPr>
            <a:r>
              <a:rPr sz="3150" b="1">
                <a:solidFill>
                  <a:srgbClr val="102A43"/>
                </a:solidFill>
                <a:latin typeface="Arial"/>
                <a:ea typeface="Arial"/>
                <a:cs typeface="Arial"/>
              </a:rPr>
              <a:t>Điểm đau nằm ở các lần chuyển bước</a:t>
            </a:r>
          </a:p>
        </p:txBody>
      </p:sp>
      <p:sp>
        <p:nvSpPr>
          <p:cNvPr id="2" name="diagram-20">
            <a:extLst xmlns:a="http://schemas.openxmlformats.org/drawingml/2006/main">
              <a:ext uri="{FF2B5EF4-FFF2-40B4-BE49-F238E27FC236}">
                <a16:creationId xmlns:a16="http://schemas.microsoft.com/office/drawing/2014/main" id="{12A2E564-F5FF-40F5-B8AC-C076A7FBE61F}"/>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Dòng việc tiếp tục, nhưng thông tin để quyết định có thể bị đứt đoạn</a:t>
            </a:r>
          </a:p>
        </p:txBody>
      </p:sp>
      <p:pic>
        <p:nvPicPr>
          <p:cNvPr id="3" name="">
            <a:extLst xmlns:a="http://schemas.openxmlformats.org/drawingml/2006/main">
              <a:ext uri="{FF2B5EF4-FFF2-40B4-BE49-F238E27FC236}">
                <a16:creationId xmlns:a16="http://schemas.microsoft.com/office/drawing/2014/main" id="{5ECFAD61-9965-4E3E-A541-97DACD21438B}"/>
              </a:ext>
            </a:extLst>
          </p:cNvPr>
          <p:cNvPicPr>
            <a:picLocks xmlns:a="http://schemas.openxmlformats.org/drawingml/2006/main" noChangeAspect="1"/>
          </p:cNvPicPr>
          <p:nvPr/>
        </p:nvPicPr>
        <p:blipFill>
          <a:blip xmlns:r="http://schemas.openxmlformats.org/officeDocument/2006/relationships" xmlns:a="http://schemas.openxmlformats.org/drawingml/2006/main" r:embed="R854eac14d61b45da">
            <a:extLst>
              <a:ext uri="{96DAC541-7B7A-43D3-8B79-37D633B846F1}">
                <asvg:svgBlip xmlns:asvg="http://schemas.microsoft.com/office/drawing/2016/SVG/main" r:embed="Rd520c259987a4eba"/>
              </a:ext>
            </a:extLst>
          </a:blip>
          <a:stretch xmlns:a="http://schemas.openxmlformats.org/drawingml/2006/main"/>
        </p:blipFill>
        <p:spPr>
          <a:xfrm xmlns:a="http://schemas.openxmlformats.org/drawingml/2006/main">
            <a:off x="1276350" y="2590800"/>
            <a:ext cx="266700" cy="2667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B412C7E-DB2F-4087-B0FA-52234E9734DE}"/>
              </a:ext>
            </a:extLst>
          </p:cNvPr>
          <p:cNvPicPr>
            <a:picLocks xmlns:a="http://schemas.openxmlformats.org/drawingml/2006/main" noChangeAspect="1"/>
          </p:cNvPicPr>
          <p:nvPr/>
        </p:nvPicPr>
        <p:blipFill>
          <a:blip xmlns:r="http://schemas.openxmlformats.org/officeDocument/2006/relationships" xmlns:a="http://schemas.openxmlformats.org/drawingml/2006/main" r:embed="Rb5b4c5e1340b4aea">
            <a:extLst>
              <a:ext uri="{96DAC541-7B7A-43D3-8B79-37D633B846F1}">
                <asvg:svgBlip xmlns:asvg="http://schemas.microsoft.com/office/drawing/2016/SVG/main" r:embed="R69017284891c4db6"/>
              </a:ext>
            </a:extLst>
          </a:blip>
          <a:stretch xmlns:a="http://schemas.openxmlformats.org/drawingml/2006/main"/>
        </p:blipFill>
        <p:spPr>
          <a:xfrm xmlns:a="http://schemas.openxmlformats.org/drawingml/2006/main">
            <a:off x="3609975" y="2590800"/>
            <a:ext cx="266700" cy="2667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BC8C407-E878-40DA-BD11-E27160066B6F}"/>
              </a:ext>
            </a:extLst>
          </p:cNvPr>
          <p:cNvPicPr>
            <a:picLocks xmlns:a="http://schemas.openxmlformats.org/drawingml/2006/main" noChangeAspect="1"/>
          </p:cNvPicPr>
          <p:nvPr/>
        </p:nvPicPr>
        <p:blipFill>
          <a:blip xmlns:r="http://schemas.openxmlformats.org/officeDocument/2006/relationships" xmlns:a="http://schemas.openxmlformats.org/drawingml/2006/main" r:embed="Rc3df9094567b48f7">
            <a:extLst>
              <a:ext uri="{96DAC541-7B7A-43D3-8B79-37D633B846F1}">
                <asvg:svgBlip xmlns:asvg="http://schemas.microsoft.com/office/drawing/2016/SVG/main" r:embed="R30c8ae88d2e043c9"/>
              </a:ext>
            </a:extLst>
          </a:blip>
          <a:stretch xmlns:a="http://schemas.openxmlformats.org/drawingml/2006/main"/>
        </p:blipFill>
        <p:spPr>
          <a:xfrm xmlns:a="http://schemas.openxmlformats.org/drawingml/2006/main">
            <a:off x="5943600" y="2590800"/>
            <a:ext cx="266700" cy="2667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107B218-3455-465C-B591-89A5DAF5C014}"/>
              </a:ext>
            </a:extLst>
          </p:cNvPr>
          <p:cNvPicPr>
            <a:picLocks xmlns:a="http://schemas.openxmlformats.org/drawingml/2006/main" noChangeAspect="1"/>
          </p:cNvPicPr>
          <p:nvPr/>
        </p:nvPicPr>
        <p:blipFill>
          <a:blip xmlns:r="http://schemas.openxmlformats.org/officeDocument/2006/relationships" xmlns:a="http://schemas.openxmlformats.org/drawingml/2006/main" r:embed="R0a370fbf7f0e456d">
            <a:extLst>
              <a:ext uri="{96DAC541-7B7A-43D3-8B79-37D633B846F1}">
                <asvg:svgBlip xmlns:asvg="http://schemas.microsoft.com/office/drawing/2016/SVG/main" r:embed="Rd6a6287bf7fd442b"/>
              </a:ext>
            </a:extLst>
          </a:blip>
          <a:stretch xmlns:a="http://schemas.openxmlformats.org/drawingml/2006/main"/>
        </p:blipFill>
        <p:spPr>
          <a:xfrm xmlns:a="http://schemas.openxmlformats.org/drawingml/2006/main">
            <a:off x="8277225" y="2590800"/>
            <a:ext cx="266700" cy="266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EFA0038-0FC8-4E01-BF75-F2C495AE631E}"/>
              </a:ext>
            </a:extLst>
          </p:cNvPr>
          <p:cNvPicPr>
            <a:picLocks xmlns:a="http://schemas.openxmlformats.org/drawingml/2006/main" noChangeAspect="1"/>
          </p:cNvPicPr>
          <p:nvPr/>
        </p:nvPicPr>
        <p:blipFill>
          <a:blip xmlns:r="http://schemas.openxmlformats.org/officeDocument/2006/relationships" xmlns:a="http://schemas.openxmlformats.org/drawingml/2006/main" r:embed="R3cf1db5ea55c4ddf">
            <a:extLst>
              <a:ext uri="{96DAC541-7B7A-43D3-8B79-37D633B846F1}">
                <asvg:svgBlip xmlns:asvg="http://schemas.microsoft.com/office/drawing/2016/SVG/main" r:embed="R5da1d438f0df4cdb"/>
              </a:ext>
            </a:extLst>
          </a:blip>
          <a:stretch xmlns:a="http://schemas.openxmlformats.org/drawingml/2006/main"/>
        </p:blipFill>
        <p:spPr>
          <a:xfrm xmlns:a="http://schemas.openxmlformats.org/drawingml/2006/main">
            <a:off x="10610850" y="2590800"/>
            <a:ext cx="266700" cy="266700"/>
          </a:xfrm>
          <a:prstGeom xmlns:a="http://schemas.openxmlformats.org/drawingml/2006/main" prst="rect">
            <a:avLst/>
          </a:prstGeom>
        </p:spPr>
      </p:pic>
      <p:sp>
        <p:nvSpPr>
          <p:cNvPr id="8" name="diagram-21">
            <a:extLst xmlns:a="http://schemas.openxmlformats.org/drawingml/2006/main">
              <a:ext uri="{FF2B5EF4-FFF2-40B4-BE49-F238E27FC236}">
                <a16:creationId xmlns:a16="http://schemas.microsoft.com/office/drawing/2014/main" id="{9520FB18-449D-4AE3-86E6-55395762C5B8}"/>
              </a:ext>
            </a:extLst>
          </p:cNvPr>
          <p:cNvSpPr>
            <a:spLocks xmlns:a="http://schemas.openxmlformats.org/drawingml/2006/main" noGrp="1"/>
          </p:cNvSpPr>
          <p:nvPr/>
        </p:nvSpPr>
        <p:spPr>
          <a:xfrm xmlns:a="http://schemas.openxmlformats.org/drawingml/2006/main">
            <a:off x="57150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9" name="diagram-22">
            <a:extLst xmlns:a="http://schemas.openxmlformats.org/drawingml/2006/main">
              <a:ext uri="{FF2B5EF4-FFF2-40B4-BE49-F238E27FC236}">
                <a16:creationId xmlns:a16="http://schemas.microsoft.com/office/drawing/2014/main" id="{20E5C5C2-3297-410B-9788-5B5946B49BE8}"/>
              </a:ext>
            </a:extLst>
          </p:cNvPr>
          <p:cNvSpPr>
            <a:spLocks xmlns:a="http://schemas.openxmlformats.org/drawingml/2006/main" noGrp="1"/>
          </p:cNvSpPr>
          <p:nvPr/>
        </p:nvSpPr>
        <p:spPr>
          <a:xfrm xmlns:a="http://schemas.openxmlformats.org/drawingml/2006/main">
            <a:off x="66675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buNone/>
              <a:defRPr sz="1875" b="1">
                <a:solidFill>
                  <a:srgbClr val="102A43"/>
                </a:solidFill>
                <a:latin typeface="Arial"/>
                <a:ea typeface="Arial"/>
                <a:cs typeface="Arial"/>
              </a:defRPr>
            </a:lvl1pPr>
            <a:lvl2pPr algn="ctr">
              <a:buNone/>
              <a:defRPr sz="1875" b="1">
                <a:solidFill>
                  <a:srgbClr val="102A43"/>
                </a:solidFill>
                <a:latin typeface="Arial"/>
                <a:ea typeface="Arial"/>
                <a:cs typeface="Arial"/>
              </a:defRPr>
            </a:lvl2pPr>
            <a:lvl3pPr algn="ctr">
              <a:buNone/>
              <a:defRPr sz="1875" b="1">
                <a:solidFill>
                  <a:srgbClr val="102A43"/>
                </a:solidFill>
                <a:latin typeface="Arial"/>
                <a:ea typeface="Arial"/>
                <a:cs typeface="Arial"/>
              </a:defRPr>
            </a:lvl3pPr>
            <a:lvl4pPr algn="ctr">
              <a:buNone/>
              <a:defRPr sz="1875" b="1">
                <a:solidFill>
                  <a:srgbClr val="102A43"/>
                </a:solidFill>
                <a:latin typeface="Arial"/>
                <a:ea typeface="Arial"/>
                <a:cs typeface="Arial"/>
              </a:defRPr>
            </a:lvl4pPr>
            <a:lvl5pPr algn="ctr">
              <a:buNone/>
              <a:defRPr sz="1875" b="1">
                <a:solidFill>
                  <a:srgbClr val="102A43"/>
                </a:solidFill>
                <a:latin typeface="Arial"/>
                <a:ea typeface="Arial"/>
                <a:cs typeface="Arial"/>
              </a:defRPr>
            </a:lvl5pPr>
            <a:lvl6pPr algn="ctr">
              <a:buNone/>
              <a:defRPr sz="1875" b="1">
                <a:solidFill>
                  <a:srgbClr val="102A43"/>
                </a:solidFill>
                <a:latin typeface="Arial"/>
                <a:ea typeface="Arial"/>
                <a:cs typeface="Arial"/>
              </a:defRPr>
            </a:lvl6pPr>
            <a:lvl7pPr algn="ctr">
              <a:buNone/>
              <a:defRPr sz="1875" b="1">
                <a:solidFill>
                  <a:srgbClr val="102A43"/>
                </a:solidFill>
                <a:latin typeface="Arial"/>
                <a:ea typeface="Arial"/>
                <a:cs typeface="Arial"/>
              </a:defRPr>
            </a:lvl7pPr>
            <a:lvl8pPr algn="ctr">
              <a:buNone/>
              <a:defRPr sz="1875" b="1">
                <a:solidFill>
                  <a:srgbClr val="102A43"/>
                </a:solidFill>
                <a:latin typeface="Arial"/>
                <a:ea typeface="Arial"/>
                <a:cs typeface="Arial"/>
              </a:defRPr>
            </a:lvl8pPr>
            <a:lvl9pPr algn="ctr">
              <a:buNone/>
              <a:defRPr sz="1875" b="1">
                <a:solidFill>
                  <a:srgbClr val="102A43"/>
                </a:solidFill>
                <a:latin typeface="Arial"/>
                <a:ea typeface="Arial"/>
                <a:cs typeface="Arial"/>
              </a:defRPr>
            </a:lvl9pPr>
          </a:lstStyle>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Rời phòng</a:t>
            </a:r>
          </a:p>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khám đầu</a:t>
            </a:r>
          </a:p>
        </p:txBody>
      </p:sp>
      <p:sp>
        <p:nvSpPr>
          <p:cNvPr id="10" name="diagram-23">
            <a:extLst xmlns:a="http://schemas.openxmlformats.org/drawingml/2006/main">
              <a:ext uri="{FF2B5EF4-FFF2-40B4-BE49-F238E27FC236}">
                <a16:creationId xmlns:a16="http://schemas.microsoft.com/office/drawing/2014/main" id="{BF373B51-D183-40E0-B089-B6E0C47754AF}"/>
              </a:ext>
            </a:extLst>
          </p:cNvPr>
          <p:cNvSpPr>
            <a:spLocks xmlns:a="http://schemas.openxmlformats.org/drawingml/2006/main" noGrp="1"/>
          </p:cNvSpPr>
          <p:nvPr/>
        </p:nvSpPr>
        <p:spPr>
          <a:xfrm xmlns:a="http://schemas.openxmlformats.org/drawingml/2006/main">
            <a:off x="2905125"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1" name="diagram-24">
            <a:extLst xmlns:a="http://schemas.openxmlformats.org/drawingml/2006/main">
              <a:ext uri="{FF2B5EF4-FFF2-40B4-BE49-F238E27FC236}">
                <a16:creationId xmlns:a16="http://schemas.microsoft.com/office/drawing/2014/main" id="{14B54122-3FA2-4F42-B765-604CE01864BA}"/>
              </a:ext>
            </a:extLst>
          </p:cNvPr>
          <p:cNvSpPr>
            <a:spLocks xmlns:a="http://schemas.openxmlformats.org/drawingml/2006/main" noGrp="1"/>
          </p:cNvSpPr>
          <p:nvPr/>
        </p:nvSpPr>
        <p:spPr>
          <a:xfrm xmlns:a="http://schemas.openxmlformats.org/drawingml/2006/main">
            <a:off x="3000375"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buNone/>
              <a:defRPr sz="1875" b="1">
                <a:solidFill>
                  <a:srgbClr val="102A43"/>
                </a:solidFill>
                <a:latin typeface="Arial"/>
                <a:ea typeface="Arial"/>
                <a:cs typeface="Arial"/>
              </a:defRPr>
            </a:lvl1pPr>
            <a:lvl2pPr algn="ctr">
              <a:buNone/>
              <a:defRPr sz="1875" b="1">
                <a:solidFill>
                  <a:srgbClr val="102A43"/>
                </a:solidFill>
                <a:latin typeface="Arial"/>
                <a:ea typeface="Arial"/>
                <a:cs typeface="Arial"/>
              </a:defRPr>
            </a:lvl2pPr>
            <a:lvl3pPr algn="ctr">
              <a:buNone/>
              <a:defRPr sz="1875" b="1">
                <a:solidFill>
                  <a:srgbClr val="102A43"/>
                </a:solidFill>
                <a:latin typeface="Arial"/>
                <a:ea typeface="Arial"/>
                <a:cs typeface="Arial"/>
              </a:defRPr>
            </a:lvl3pPr>
            <a:lvl4pPr algn="ctr">
              <a:buNone/>
              <a:defRPr sz="1875" b="1">
                <a:solidFill>
                  <a:srgbClr val="102A43"/>
                </a:solidFill>
                <a:latin typeface="Arial"/>
                <a:ea typeface="Arial"/>
                <a:cs typeface="Arial"/>
              </a:defRPr>
            </a:lvl4pPr>
            <a:lvl5pPr algn="ctr">
              <a:buNone/>
              <a:defRPr sz="1875" b="1">
                <a:solidFill>
                  <a:srgbClr val="102A43"/>
                </a:solidFill>
                <a:latin typeface="Arial"/>
                <a:ea typeface="Arial"/>
                <a:cs typeface="Arial"/>
              </a:defRPr>
            </a:lvl5pPr>
            <a:lvl6pPr algn="ctr">
              <a:buNone/>
              <a:defRPr sz="1875" b="1">
                <a:solidFill>
                  <a:srgbClr val="102A43"/>
                </a:solidFill>
                <a:latin typeface="Arial"/>
                <a:ea typeface="Arial"/>
                <a:cs typeface="Arial"/>
              </a:defRPr>
            </a:lvl6pPr>
            <a:lvl7pPr algn="ctr">
              <a:buNone/>
              <a:defRPr sz="1875" b="1">
                <a:solidFill>
                  <a:srgbClr val="102A43"/>
                </a:solidFill>
                <a:latin typeface="Arial"/>
                <a:ea typeface="Arial"/>
                <a:cs typeface="Arial"/>
              </a:defRPr>
            </a:lvl7pPr>
            <a:lvl8pPr algn="ctr">
              <a:buNone/>
              <a:defRPr sz="1875" b="1">
                <a:solidFill>
                  <a:srgbClr val="102A43"/>
                </a:solidFill>
                <a:latin typeface="Arial"/>
                <a:ea typeface="Arial"/>
                <a:cs typeface="Arial"/>
              </a:defRPr>
            </a:lvl8pPr>
            <a:lvl9pPr algn="ctr">
              <a:buNone/>
              <a:defRPr sz="1875" b="1">
                <a:solidFill>
                  <a:srgbClr val="102A43"/>
                </a:solidFill>
                <a:latin typeface="Arial"/>
                <a:ea typeface="Arial"/>
                <a:cs typeface="Arial"/>
              </a:defRPr>
            </a:lvl9pPr>
          </a:lstStyle>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Tìm điểm</a:t>
            </a:r>
          </a:p>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tiếp theo</a:t>
            </a:r>
          </a:p>
        </p:txBody>
      </p:sp>
      <p:sp>
        <p:nvSpPr>
          <p:cNvPr id="12" name="diagram-25">
            <a:extLst xmlns:a="http://schemas.openxmlformats.org/drawingml/2006/main">
              <a:ext uri="{FF2B5EF4-FFF2-40B4-BE49-F238E27FC236}">
                <a16:creationId xmlns:a16="http://schemas.microsoft.com/office/drawing/2014/main" id="{667208E1-FEE0-4EE3-99B0-9EA418350650}"/>
              </a:ext>
            </a:extLst>
          </p:cNvPr>
          <p:cNvSpPr>
            <a:spLocks xmlns:a="http://schemas.openxmlformats.org/drawingml/2006/main" noGrp="1"/>
          </p:cNvSpPr>
          <p:nvPr/>
        </p:nvSpPr>
        <p:spPr>
          <a:xfrm xmlns:a="http://schemas.openxmlformats.org/drawingml/2006/main">
            <a:off x="523875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3" name="diagram-26">
            <a:extLst xmlns:a="http://schemas.openxmlformats.org/drawingml/2006/main">
              <a:ext uri="{FF2B5EF4-FFF2-40B4-BE49-F238E27FC236}">
                <a16:creationId xmlns:a16="http://schemas.microsoft.com/office/drawing/2014/main" id="{32B84AD6-192E-423E-9B3C-0681A82EFE63}"/>
              </a:ext>
            </a:extLst>
          </p:cNvPr>
          <p:cNvSpPr>
            <a:spLocks xmlns:a="http://schemas.openxmlformats.org/drawingml/2006/main" noGrp="1"/>
          </p:cNvSpPr>
          <p:nvPr/>
        </p:nvSpPr>
        <p:spPr>
          <a:xfrm xmlns:a="http://schemas.openxmlformats.org/drawingml/2006/main">
            <a:off x="533400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buNone/>
              <a:defRPr sz="1875" b="1">
                <a:solidFill>
                  <a:srgbClr val="102A43"/>
                </a:solidFill>
                <a:latin typeface="Arial"/>
                <a:ea typeface="Arial"/>
                <a:cs typeface="Arial"/>
              </a:defRPr>
            </a:lvl1pPr>
            <a:lvl2pPr algn="ctr">
              <a:buNone/>
              <a:defRPr sz="1875" b="1">
                <a:solidFill>
                  <a:srgbClr val="102A43"/>
                </a:solidFill>
                <a:latin typeface="Arial"/>
                <a:ea typeface="Arial"/>
                <a:cs typeface="Arial"/>
              </a:defRPr>
            </a:lvl2pPr>
            <a:lvl3pPr algn="ctr">
              <a:buNone/>
              <a:defRPr sz="1875" b="1">
                <a:solidFill>
                  <a:srgbClr val="102A43"/>
                </a:solidFill>
                <a:latin typeface="Arial"/>
                <a:ea typeface="Arial"/>
                <a:cs typeface="Arial"/>
              </a:defRPr>
            </a:lvl3pPr>
            <a:lvl4pPr algn="ctr">
              <a:buNone/>
              <a:defRPr sz="1875" b="1">
                <a:solidFill>
                  <a:srgbClr val="102A43"/>
                </a:solidFill>
                <a:latin typeface="Arial"/>
                <a:ea typeface="Arial"/>
                <a:cs typeface="Arial"/>
              </a:defRPr>
            </a:lvl4pPr>
            <a:lvl5pPr algn="ctr">
              <a:buNone/>
              <a:defRPr sz="1875" b="1">
                <a:solidFill>
                  <a:srgbClr val="102A43"/>
                </a:solidFill>
                <a:latin typeface="Arial"/>
                <a:ea typeface="Arial"/>
                <a:cs typeface="Arial"/>
              </a:defRPr>
            </a:lvl5pPr>
            <a:lvl6pPr algn="ctr">
              <a:buNone/>
              <a:defRPr sz="1875" b="1">
                <a:solidFill>
                  <a:srgbClr val="102A43"/>
                </a:solidFill>
                <a:latin typeface="Arial"/>
                <a:ea typeface="Arial"/>
                <a:cs typeface="Arial"/>
              </a:defRPr>
            </a:lvl6pPr>
            <a:lvl7pPr algn="ctr">
              <a:buNone/>
              <a:defRPr sz="1875" b="1">
                <a:solidFill>
                  <a:srgbClr val="102A43"/>
                </a:solidFill>
                <a:latin typeface="Arial"/>
                <a:ea typeface="Arial"/>
                <a:cs typeface="Arial"/>
              </a:defRPr>
            </a:lvl7pPr>
            <a:lvl8pPr algn="ctr">
              <a:buNone/>
              <a:defRPr sz="1875" b="1">
                <a:solidFill>
                  <a:srgbClr val="102A43"/>
                </a:solidFill>
                <a:latin typeface="Arial"/>
                <a:ea typeface="Arial"/>
                <a:cs typeface="Arial"/>
              </a:defRPr>
            </a:lvl8pPr>
            <a:lvl9pPr algn="ctr">
              <a:buNone/>
              <a:defRPr sz="1875" b="1">
                <a:solidFill>
                  <a:srgbClr val="102A43"/>
                </a:solidFill>
                <a:latin typeface="Arial"/>
                <a:ea typeface="Arial"/>
                <a:cs typeface="Arial"/>
              </a:defRPr>
            </a:lvl9pPr>
          </a:lstStyle>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Thực hiện</a:t>
            </a:r>
          </a:p>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dịch vụ</a:t>
            </a:r>
          </a:p>
        </p:txBody>
      </p:sp>
      <p:sp>
        <p:nvSpPr>
          <p:cNvPr id="14" name="diagram-27">
            <a:extLst xmlns:a="http://schemas.openxmlformats.org/drawingml/2006/main">
              <a:ext uri="{FF2B5EF4-FFF2-40B4-BE49-F238E27FC236}">
                <a16:creationId xmlns:a16="http://schemas.microsoft.com/office/drawing/2014/main" id="{BC0726DF-549B-46E7-8F38-5D3ABAA04BD0}"/>
              </a:ext>
            </a:extLst>
          </p:cNvPr>
          <p:cNvSpPr>
            <a:spLocks xmlns:a="http://schemas.openxmlformats.org/drawingml/2006/main" noGrp="1"/>
          </p:cNvSpPr>
          <p:nvPr/>
        </p:nvSpPr>
        <p:spPr>
          <a:xfrm xmlns:a="http://schemas.openxmlformats.org/drawingml/2006/main">
            <a:off x="7572375"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5" name="diagram-28">
            <a:extLst xmlns:a="http://schemas.openxmlformats.org/drawingml/2006/main">
              <a:ext uri="{FF2B5EF4-FFF2-40B4-BE49-F238E27FC236}">
                <a16:creationId xmlns:a16="http://schemas.microsoft.com/office/drawing/2014/main" id="{69493561-EF7B-48EF-BE31-D077A3154C3E}"/>
              </a:ext>
            </a:extLst>
          </p:cNvPr>
          <p:cNvSpPr>
            <a:spLocks xmlns:a="http://schemas.openxmlformats.org/drawingml/2006/main" noGrp="1"/>
          </p:cNvSpPr>
          <p:nvPr/>
        </p:nvSpPr>
        <p:spPr>
          <a:xfrm xmlns:a="http://schemas.openxmlformats.org/drawingml/2006/main">
            <a:off x="7667625"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buNone/>
              <a:defRPr sz="1875" b="1">
                <a:solidFill>
                  <a:srgbClr val="102A43"/>
                </a:solidFill>
                <a:latin typeface="Arial"/>
                <a:ea typeface="Arial"/>
                <a:cs typeface="Arial"/>
              </a:defRPr>
            </a:lvl1pPr>
            <a:lvl2pPr algn="ctr">
              <a:buNone/>
              <a:defRPr sz="1875" b="1">
                <a:solidFill>
                  <a:srgbClr val="102A43"/>
                </a:solidFill>
                <a:latin typeface="Arial"/>
                <a:ea typeface="Arial"/>
                <a:cs typeface="Arial"/>
              </a:defRPr>
            </a:lvl2pPr>
            <a:lvl3pPr algn="ctr">
              <a:buNone/>
              <a:defRPr sz="1875" b="1">
                <a:solidFill>
                  <a:srgbClr val="102A43"/>
                </a:solidFill>
                <a:latin typeface="Arial"/>
                <a:ea typeface="Arial"/>
                <a:cs typeface="Arial"/>
              </a:defRPr>
            </a:lvl3pPr>
            <a:lvl4pPr algn="ctr">
              <a:buNone/>
              <a:defRPr sz="1875" b="1">
                <a:solidFill>
                  <a:srgbClr val="102A43"/>
                </a:solidFill>
                <a:latin typeface="Arial"/>
                <a:ea typeface="Arial"/>
                <a:cs typeface="Arial"/>
              </a:defRPr>
            </a:lvl4pPr>
            <a:lvl5pPr algn="ctr">
              <a:buNone/>
              <a:defRPr sz="1875" b="1">
                <a:solidFill>
                  <a:srgbClr val="102A43"/>
                </a:solidFill>
                <a:latin typeface="Arial"/>
                <a:ea typeface="Arial"/>
                <a:cs typeface="Arial"/>
              </a:defRPr>
            </a:lvl5pPr>
            <a:lvl6pPr algn="ctr">
              <a:buNone/>
              <a:defRPr sz="1875" b="1">
                <a:solidFill>
                  <a:srgbClr val="102A43"/>
                </a:solidFill>
                <a:latin typeface="Arial"/>
                <a:ea typeface="Arial"/>
                <a:cs typeface="Arial"/>
              </a:defRPr>
            </a:lvl6pPr>
            <a:lvl7pPr algn="ctr">
              <a:buNone/>
              <a:defRPr sz="1875" b="1">
                <a:solidFill>
                  <a:srgbClr val="102A43"/>
                </a:solidFill>
                <a:latin typeface="Arial"/>
                <a:ea typeface="Arial"/>
                <a:cs typeface="Arial"/>
              </a:defRPr>
            </a:lvl7pPr>
            <a:lvl8pPr algn="ctr">
              <a:buNone/>
              <a:defRPr sz="1875" b="1">
                <a:solidFill>
                  <a:srgbClr val="102A43"/>
                </a:solidFill>
                <a:latin typeface="Arial"/>
                <a:ea typeface="Arial"/>
                <a:cs typeface="Arial"/>
              </a:defRPr>
            </a:lvl8pPr>
            <a:lvl9pPr algn="ctr">
              <a:buNone/>
              <a:defRPr sz="1875" b="1">
                <a:solidFill>
                  <a:srgbClr val="102A43"/>
                </a:solidFill>
                <a:latin typeface="Arial"/>
                <a:ea typeface="Arial"/>
                <a:cs typeface="Arial"/>
              </a:defRPr>
            </a:lvl9pPr>
          </a:lstStyle>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Chờ và nhận</a:t>
            </a:r>
          </a:p>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kết quả</a:t>
            </a:r>
          </a:p>
        </p:txBody>
      </p:sp>
      <p:sp>
        <p:nvSpPr>
          <p:cNvPr id="16" name="diagram-29">
            <a:extLst xmlns:a="http://schemas.openxmlformats.org/drawingml/2006/main">
              <a:ext uri="{FF2B5EF4-FFF2-40B4-BE49-F238E27FC236}">
                <a16:creationId xmlns:a16="http://schemas.microsoft.com/office/drawing/2014/main" id="{4A7E3C3F-8857-4219-B4F8-712F1C7D4C43}"/>
              </a:ext>
            </a:extLst>
          </p:cNvPr>
          <p:cNvSpPr>
            <a:spLocks xmlns:a="http://schemas.openxmlformats.org/drawingml/2006/main" noGrp="1"/>
          </p:cNvSpPr>
          <p:nvPr/>
        </p:nvSpPr>
        <p:spPr>
          <a:xfrm xmlns:a="http://schemas.openxmlformats.org/drawingml/2006/main">
            <a:off x="990600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7" name="diagram-30">
            <a:extLst xmlns:a="http://schemas.openxmlformats.org/drawingml/2006/main">
              <a:ext uri="{FF2B5EF4-FFF2-40B4-BE49-F238E27FC236}">
                <a16:creationId xmlns:a16="http://schemas.microsoft.com/office/drawing/2014/main" id="{42FC3354-88CE-4CB5-BF2F-17F83C7D067E}"/>
              </a:ext>
            </a:extLst>
          </p:cNvPr>
          <p:cNvSpPr>
            <a:spLocks xmlns:a="http://schemas.openxmlformats.org/drawingml/2006/main" noGrp="1"/>
          </p:cNvSpPr>
          <p:nvPr/>
        </p:nvSpPr>
        <p:spPr>
          <a:xfrm xmlns:a="http://schemas.openxmlformats.org/drawingml/2006/main">
            <a:off x="1000125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buNone/>
              <a:defRPr sz="1875" b="1">
                <a:solidFill>
                  <a:srgbClr val="102A43"/>
                </a:solidFill>
                <a:latin typeface="Arial"/>
                <a:ea typeface="Arial"/>
                <a:cs typeface="Arial"/>
              </a:defRPr>
            </a:lvl1pPr>
            <a:lvl2pPr algn="ctr">
              <a:buNone/>
              <a:defRPr sz="1875" b="1">
                <a:solidFill>
                  <a:srgbClr val="102A43"/>
                </a:solidFill>
                <a:latin typeface="Arial"/>
                <a:ea typeface="Arial"/>
                <a:cs typeface="Arial"/>
              </a:defRPr>
            </a:lvl2pPr>
            <a:lvl3pPr algn="ctr">
              <a:buNone/>
              <a:defRPr sz="1875" b="1">
                <a:solidFill>
                  <a:srgbClr val="102A43"/>
                </a:solidFill>
                <a:latin typeface="Arial"/>
                <a:ea typeface="Arial"/>
                <a:cs typeface="Arial"/>
              </a:defRPr>
            </a:lvl3pPr>
            <a:lvl4pPr algn="ctr">
              <a:buNone/>
              <a:defRPr sz="1875" b="1">
                <a:solidFill>
                  <a:srgbClr val="102A43"/>
                </a:solidFill>
                <a:latin typeface="Arial"/>
                <a:ea typeface="Arial"/>
                <a:cs typeface="Arial"/>
              </a:defRPr>
            </a:lvl4pPr>
            <a:lvl5pPr algn="ctr">
              <a:buNone/>
              <a:defRPr sz="1875" b="1">
                <a:solidFill>
                  <a:srgbClr val="102A43"/>
                </a:solidFill>
                <a:latin typeface="Arial"/>
                <a:ea typeface="Arial"/>
                <a:cs typeface="Arial"/>
              </a:defRPr>
            </a:lvl5pPr>
            <a:lvl6pPr algn="ctr">
              <a:buNone/>
              <a:defRPr sz="1875" b="1">
                <a:solidFill>
                  <a:srgbClr val="102A43"/>
                </a:solidFill>
                <a:latin typeface="Arial"/>
                <a:ea typeface="Arial"/>
                <a:cs typeface="Arial"/>
              </a:defRPr>
            </a:lvl6pPr>
            <a:lvl7pPr algn="ctr">
              <a:buNone/>
              <a:defRPr sz="1875" b="1">
                <a:solidFill>
                  <a:srgbClr val="102A43"/>
                </a:solidFill>
                <a:latin typeface="Arial"/>
                <a:ea typeface="Arial"/>
                <a:cs typeface="Arial"/>
              </a:defRPr>
            </a:lvl7pPr>
            <a:lvl8pPr algn="ctr">
              <a:buNone/>
              <a:defRPr sz="1875" b="1">
                <a:solidFill>
                  <a:srgbClr val="102A43"/>
                </a:solidFill>
                <a:latin typeface="Arial"/>
                <a:ea typeface="Arial"/>
                <a:cs typeface="Arial"/>
              </a:defRPr>
            </a:lvl8pPr>
            <a:lvl9pPr algn="ctr">
              <a:buNone/>
              <a:defRPr sz="1875" b="1">
                <a:solidFill>
                  <a:srgbClr val="102A43"/>
                </a:solidFill>
                <a:latin typeface="Arial"/>
                <a:ea typeface="Arial"/>
                <a:cs typeface="Arial"/>
              </a:defRPr>
            </a:lvl9pPr>
          </a:lstStyle>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Quay lại</a:t>
            </a:r>
          </a:p>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bác sĩ</a:t>
            </a:r>
          </a:p>
        </p:txBody>
      </p:sp>
      <p:sp>
        <p:nvSpPr>
          <p:cNvPr id="18" name="diagram-31">
            <a:extLst xmlns:a="http://schemas.openxmlformats.org/drawingml/2006/main">
              <a:ext uri="{FF2B5EF4-FFF2-40B4-BE49-F238E27FC236}">
                <a16:creationId xmlns:a16="http://schemas.microsoft.com/office/drawing/2014/main" id="{27973D78-EE12-4EB6-9AE2-7F13A86EF032}"/>
              </a:ext>
            </a:extLst>
          </p:cNvPr>
          <p:cNvSpPr>
            <a:spLocks xmlns:a="http://schemas.openxmlformats.org/drawingml/2006/main" noGrp="1"/>
          </p:cNvSpPr>
          <p:nvPr/>
        </p:nvSpPr>
        <p:spPr>
          <a:xfrm xmlns:a="http://schemas.openxmlformats.org/drawingml/2006/main">
            <a:off x="2286000"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19" name="diagram-32">
            <a:extLst xmlns:a="http://schemas.openxmlformats.org/drawingml/2006/main">
              <a:ext uri="{FF2B5EF4-FFF2-40B4-BE49-F238E27FC236}">
                <a16:creationId xmlns:a16="http://schemas.microsoft.com/office/drawing/2014/main" id="{429440E7-15C5-45C0-BA7D-3A1A548278CB}"/>
              </a:ext>
            </a:extLst>
          </p:cNvPr>
          <p:cNvSpPr>
            <a:spLocks xmlns:a="http://schemas.openxmlformats.org/drawingml/2006/main" noGrp="1"/>
          </p:cNvSpPr>
          <p:nvPr/>
        </p:nvSpPr>
        <p:spPr>
          <a:xfrm xmlns:a="http://schemas.openxmlformats.org/drawingml/2006/main">
            <a:off x="2824163"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0" name="diagram-33">
            <a:extLst xmlns:a="http://schemas.openxmlformats.org/drawingml/2006/main">
              <a:ext uri="{FF2B5EF4-FFF2-40B4-BE49-F238E27FC236}">
                <a16:creationId xmlns:a16="http://schemas.microsoft.com/office/drawing/2014/main" id="{2EB3F221-3471-4253-866E-7062DAF7C55E}"/>
              </a:ext>
            </a:extLst>
          </p:cNvPr>
          <p:cNvSpPr>
            <a:spLocks xmlns:a="http://schemas.openxmlformats.org/drawingml/2006/main" noGrp="1"/>
          </p:cNvSpPr>
          <p:nvPr/>
        </p:nvSpPr>
        <p:spPr>
          <a:xfrm xmlns:a="http://schemas.openxmlformats.org/drawingml/2006/main">
            <a:off x="2357438"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21" name="diagram-34">
            <a:extLst xmlns:a="http://schemas.openxmlformats.org/drawingml/2006/main">
              <a:ext uri="{FF2B5EF4-FFF2-40B4-BE49-F238E27FC236}">
                <a16:creationId xmlns:a16="http://schemas.microsoft.com/office/drawing/2014/main" id="{D36E097A-BAD4-42FE-8C94-5188CD7318DE}"/>
              </a:ext>
            </a:extLst>
          </p:cNvPr>
          <p:cNvSpPr>
            <a:spLocks xmlns:a="http://schemas.openxmlformats.org/drawingml/2006/main" noGrp="1"/>
          </p:cNvSpPr>
          <p:nvPr/>
        </p:nvSpPr>
        <p:spPr>
          <a:xfrm xmlns:a="http://schemas.openxmlformats.org/drawingml/2006/main">
            <a:off x="2357438"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buNone/>
              <a:defRPr sz="3450" b="1">
                <a:solidFill>
                  <a:srgbClr val="D64D53"/>
                </a:solidFill>
                <a:latin typeface="Arial"/>
                <a:ea typeface="Arial"/>
                <a:cs typeface="Arial"/>
              </a:defRPr>
            </a:lvl1pPr>
            <a:lvl2pPr algn="ctr">
              <a:buNone/>
              <a:defRPr sz="3450" b="1">
                <a:solidFill>
                  <a:srgbClr val="D64D53"/>
                </a:solidFill>
                <a:latin typeface="Arial"/>
                <a:ea typeface="Arial"/>
                <a:cs typeface="Arial"/>
              </a:defRPr>
            </a:lvl2pPr>
            <a:lvl3pPr algn="ctr">
              <a:buNone/>
              <a:defRPr sz="3450" b="1">
                <a:solidFill>
                  <a:srgbClr val="D64D53"/>
                </a:solidFill>
                <a:latin typeface="Arial"/>
                <a:ea typeface="Arial"/>
                <a:cs typeface="Arial"/>
              </a:defRPr>
            </a:lvl3pPr>
            <a:lvl4pPr algn="ctr">
              <a:buNone/>
              <a:defRPr sz="3450" b="1">
                <a:solidFill>
                  <a:srgbClr val="D64D53"/>
                </a:solidFill>
                <a:latin typeface="Arial"/>
                <a:ea typeface="Arial"/>
                <a:cs typeface="Arial"/>
              </a:defRPr>
            </a:lvl4pPr>
            <a:lvl5pPr algn="ctr">
              <a:buNone/>
              <a:defRPr sz="3450" b="1">
                <a:solidFill>
                  <a:srgbClr val="D64D53"/>
                </a:solidFill>
                <a:latin typeface="Arial"/>
                <a:ea typeface="Arial"/>
                <a:cs typeface="Arial"/>
              </a:defRPr>
            </a:lvl5pPr>
            <a:lvl6pPr algn="ctr">
              <a:buNone/>
              <a:defRPr sz="3450" b="1">
                <a:solidFill>
                  <a:srgbClr val="D64D53"/>
                </a:solidFill>
                <a:latin typeface="Arial"/>
                <a:ea typeface="Arial"/>
                <a:cs typeface="Arial"/>
              </a:defRPr>
            </a:lvl6pPr>
            <a:lvl7pPr algn="ctr">
              <a:buNone/>
              <a:defRPr sz="3450" b="1">
                <a:solidFill>
                  <a:srgbClr val="D64D53"/>
                </a:solidFill>
                <a:latin typeface="Arial"/>
                <a:ea typeface="Arial"/>
                <a:cs typeface="Arial"/>
              </a:defRPr>
            </a:lvl7pPr>
            <a:lvl8pPr algn="ctr">
              <a:buNone/>
              <a:defRPr sz="3450" b="1">
                <a:solidFill>
                  <a:srgbClr val="D64D53"/>
                </a:solidFill>
                <a:latin typeface="Arial"/>
                <a:ea typeface="Arial"/>
                <a:cs typeface="Arial"/>
              </a:defRPr>
            </a:lvl8pPr>
            <a:lvl9pPr algn="ctr">
              <a:buNone/>
              <a:defRPr sz="3450" b="1">
                <a:solidFill>
                  <a:srgbClr val="D64D53"/>
                </a:solidFill>
                <a:latin typeface="Arial"/>
                <a:ea typeface="Arial"/>
                <a:cs typeface="Arial"/>
              </a:defRPr>
            </a:lvl9pPr>
          </a:lstStyle>
          <a:p xmlns:a="http://schemas.openxmlformats.org/drawingml/2006/main">
            <a:pPr algn="ctr">
              <a:buNone/>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22" name="diagram-35">
            <a:extLst xmlns:a="http://schemas.openxmlformats.org/drawingml/2006/main">
              <a:ext uri="{FF2B5EF4-FFF2-40B4-BE49-F238E27FC236}">
                <a16:creationId xmlns:a16="http://schemas.microsoft.com/office/drawing/2014/main" id="{97CBA8BF-116C-47E6-A732-E4F54A87F56A}"/>
              </a:ext>
            </a:extLst>
          </p:cNvPr>
          <p:cNvSpPr>
            <a:spLocks xmlns:a="http://schemas.openxmlformats.org/drawingml/2006/main" noGrp="1"/>
          </p:cNvSpPr>
          <p:nvPr/>
        </p:nvSpPr>
        <p:spPr>
          <a:xfrm xmlns:a="http://schemas.openxmlformats.org/drawingml/2006/main">
            <a:off x="4619625" y="3276600"/>
            <a:ext cx="619125"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3" name="diagram-36">
            <a:extLst xmlns:a="http://schemas.openxmlformats.org/drawingml/2006/main">
              <a:ext uri="{FF2B5EF4-FFF2-40B4-BE49-F238E27FC236}">
                <a16:creationId xmlns:a16="http://schemas.microsoft.com/office/drawing/2014/main" id="{BF3AFD20-4481-464C-B6BA-4ABB11449B61}"/>
              </a:ext>
            </a:extLst>
          </p:cNvPr>
          <p:cNvSpPr>
            <a:spLocks xmlns:a="http://schemas.openxmlformats.org/drawingml/2006/main" noGrp="1"/>
          </p:cNvSpPr>
          <p:nvPr/>
        </p:nvSpPr>
        <p:spPr>
          <a:xfrm xmlns:a="http://schemas.openxmlformats.org/drawingml/2006/main">
            <a:off x="6953250"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4" name="diagram-37">
            <a:extLst xmlns:a="http://schemas.openxmlformats.org/drawingml/2006/main">
              <a:ext uri="{FF2B5EF4-FFF2-40B4-BE49-F238E27FC236}">
                <a16:creationId xmlns:a16="http://schemas.microsoft.com/office/drawing/2014/main" id="{05D407DD-0321-4BDB-B8A6-E1F29C1929E5}"/>
              </a:ext>
            </a:extLst>
          </p:cNvPr>
          <p:cNvSpPr>
            <a:spLocks xmlns:a="http://schemas.openxmlformats.org/drawingml/2006/main" noGrp="1"/>
          </p:cNvSpPr>
          <p:nvPr/>
        </p:nvSpPr>
        <p:spPr>
          <a:xfrm xmlns:a="http://schemas.openxmlformats.org/drawingml/2006/main">
            <a:off x="7491413"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5" name="diagram-38">
            <a:extLst xmlns:a="http://schemas.openxmlformats.org/drawingml/2006/main">
              <a:ext uri="{FF2B5EF4-FFF2-40B4-BE49-F238E27FC236}">
                <a16:creationId xmlns:a16="http://schemas.microsoft.com/office/drawing/2014/main" id="{B2EFE3C0-FFD1-42B5-97FA-F46043027AD9}"/>
              </a:ext>
            </a:extLst>
          </p:cNvPr>
          <p:cNvSpPr>
            <a:spLocks xmlns:a="http://schemas.openxmlformats.org/drawingml/2006/main" noGrp="1"/>
          </p:cNvSpPr>
          <p:nvPr/>
        </p:nvSpPr>
        <p:spPr>
          <a:xfrm xmlns:a="http://schemas.openxmlformats.org/drawingml/2006/main">
            <a:off x="7024688"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26" name="diagram-39">
            <a:extLst xmlns:a="http://schemas.openxmlformats.org/drawingml/2006/main">
              <a:ext uri="{FF2B5EF4-FFF2-40B4-BE49-F238E27FC236}">
                <a16:creationId xmlns:a16="http://schemas.microsoft.com/office/drawing/2014/main" id="{4A1F0556-520A-46D3-9372-5B8088D010D9}"/>
              </a:ext>
            </a:extLst>
          </p:cNvPr>
          <p:cNvSpPr>
            <a:spLocks xmlns:a="http://schemas.openxmlformats.org/drawingml/2006/main" noGrp="1"/>
          </p:cNvSpPr>
          <p:nvPr/>
        </p:nvSpPr>
        <p:spPr>
          <a:xfrm xmlns:a="http://schemas.openxmlformats.org/drawingml/2006/main">
            <a:off x="7024688"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buNone/>
              <a:defRPr sz="3450" b="1">
                <a:solidFill>
                  <a:srgbClr val="D64D53"/>
                </a:solidFill>
                <a:latin typeface="Arial"/>
                <a:ea typeface="Arial"/>
                <a:cs typeface="Arial"/>
              </a:defRPr>
            </a:lvl1pPr>
            <a:lvl2pPr algn="ctr">
              <a:buNone/>
              <a:defRPr sz="3450" b="1">
                <a:solidFill>
                  <a:srgbClr val="D64D53"/>
                </a:solidFill>
                <a:latin typeface="Arial"/>
                <a:ea typeface="Arial"/>
                <a:cs typeface="Arial"/>
              </a:defRPr>
            </a:lvl2pPr>
            <a:lvl3pPr algn="ctr">
              <a:buNone/>
              <a:defRPr sz="3450" b="1">
                <a:solidFill>
                  <a:srgbClr val="D64D53"/>
                </a:solidFill>
                <a:latin typeface="Arial"/>
                <a:ea typeface="Arial"/>
                <a:cs typeface="Arial"/>
              </a:defRPr>
            </a:lvl3pPr>
            <a:lvl4pPr algn="ctr">
              <a:buNone/>
              <a:defRPr sz="3450" b="1">
                <a:solidFill>
                  <a:srgbClr val="D64D53"/>
                </a:solidFill>
                <a:latin typeface="Arial"/>
                <a:ea typeface="Arial"/>
                <a:cs typeface="Arial"/>
              </a:defRPr>
            </a:lvl4pPr>
            <a:lvl5pPr algn="ctr">
              <a:buNone/>
              <a:defRPr sz="3450" b="1">
                <a:solidFill>
                  <a:srgbClr val="D64D53"/>
                </a:solidFill>
                <a:latin typeface="Arial"/>
                <a:ea typeface="Arial"/>
                <a:cs typeface="Arial"/>
              </a:defRPr>
            </a:lvl5pPr>
            <a:lvl6pPr algn="ctr">
              <a:buNone/>
              <a:defRPr sz="3450" b="1">
                <a:solidFill>
                  <a:srgbClr val="D64D53"/>
                </a:solidFill>
                <a:latin typeface="Arial"/>
                <a:ea typeface="Arial"/>
                <a:cs typeface="Arial"/>
              </a:defRPr>
            </a:lvl6pPr>
            <a:lvl7pPr algn="ctr">
              <a:buNone/>
              <a:defRPr sz="3450" b="1">
                <a:solidFill>
                  <a:srgbClr val="D64D53"/>
                </a:solidFill>
                <a:latin typeface="Arial"/>
                <a:ea typeface="Arial"/>
                <a:cs typeface="Arial"/>
              </a:defRPr>
            </a:lvl7pPr>
            <a:lvl8pPr algn="ctr">
              <a:buNone/>
              <a:defRPr sz="3450" b="1">
                <a:solidFill>
                  <a:srgbClr val="D64D53"/>
                </a:solidFill>
                <a:latin typeface="Arial"/>
                <a:ea typeface="Arial"/>
                <a:cs typeface="Arial"/>
              </a:defRPr>
            </a:lvl8pPr>
            <a:lvl9pPr algn="ctr">
              <a:buNone/>
              <a:defRPr sz="3450" b="1">
                <a:solidFill>
                  <a:srgbClr val="D64D53"/>
                </a:solidFill>
                <a:latin typeface="Arial"/>
                <a:ea typeface="Arial"/>
                <a:cs typeface="Arial"/>
              </a:defRPr>
            </a:lvl9pPr>
          </a:lstStyle>
          <a:p xmlns:a="http://schemas.openxmlformats.org/drawingml/2006/main">
            <a:pPr algn="ctr">
              <a:buNone/>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27" name="diagram-40">
            <a:extLst xmlns:a="http://schemas.openxmlformats.org/drawingml/2006/main">
              <a:ext uri="{FF2B5EF4-FFF2-40B4-BE49-F238E27FC236}">
                <a16:creationId xmlns:a16="http://schemas.microsoft.com/office/drawing/2014/main" id="{5D3EC47D-D243-4338-A84B-9CD185EFF076}"/>
              </a:ext>
            </a:extLst>
          </p:cNvPr>
          <p:cNvSpPr>
            <a:spLocks xmlns:a="http://schemas.openxmlformats.org/drawingml/2006/main" noGrp="1"/>
          </p:cNvSpPr>
          <p:nvPr/>
        </p:nvSpPr>
        <p:spPr>
          <a:xfrm xmlns:a="http://schemas.openxmlformats.org/drawingml/2006/main">
            <a:off x="9286875"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8" name="diagram-41">
            <a:extLst xmlns:a="http://schemas.openxmlformats.org/drawingml/2006/main">
              <a:ext uri="{FF2B5EF4-FFF2-40B4-BE49-F238E27FC236}">
                <a16:creationId xmlns:a16="http://schemas.microsoft.com/office/drawing/2014/main" id="{3D2DC78B-867B-4B81-99A7-ABC85C7510DE}"/>
              </a:ext>
            </a:extLst>
          </p:cNvPr>
          <p:cNvSpPr>
            <a:spLocks xmlns:a="http://schemas.openxmlformats.org/drawingml/2006/main" noGrp="1"/>
          </p:cNvSpPr>
          <p:nvPr/>
        </p:nvSpPr>
        <p:spPr>
          <a:xfrm xmlns:a="http://schemas.openxmlformats.org/drawingml/2006/main">
            <a:off x="9825038"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9" name="diagram-42">
            <a:extLst xmlns:a="http://schemas.openxmlformats.org/drawingml/2006/main">
              <a:ext uri="{FF2B5EF4-FFF2-40B4-BE49-F238E27FC236}">
                <a16:creationId xmlns:a16="http://schemas.microsoft.com/office/drawing/2014/main" id="{EAF76A7F-FE13-4A55-93E2-5B715E71603B}"/>
              </a:ext>
            </a:extLst>
          </p:cNvPr>
          <p:cNvSpPr>
            <a:spLocks xmlns:a="http://schemas.openxmlformats.org/drawingml/2006/main" noGrp="1"/>
          </p:cNvSpPr>
          <p:nvPr/>
        </p:nvSpPr>
        <p:spPr>
          <a:xfrm xmlns:a="http://schemas.openxmlformats.org/drawingml/2006/main">
            <a:off x="9358313"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30" name="diagram-43">
            <a:extLst xmlns:a="http://schemas.openxmlformats.org/drawingml/2006/main">
              <a:ext uri="{FF2B5EF4-FFF2-40B4-BE49-F238E27FC236}">
                <a16:creationId xmlns:a16="http://schemas.microsoft.com/office/drawing/2014/main" id="{204B9ED4-F7E9-4600-93A2-B2DE973264DE}"/>
              </a:ext>
            </a:extLst>
          </p:cNvPr>
          <p:cNvSpPr>
            <a:spLocks xmlns:a="http://schemas.openxmlformats.org/drawingml/2006/main" noGrp="1"/>
          </p:cNvSpPr>
          <p:nvPr/>
        </p:nvSpPr>
        <p:spPr>
          <a:xfrm xmlns:a="http://schemas.openxmlformats.org/drawingml/2006/main">
            <a:off x="9358313"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buNone/>
              <a:defRPr sz="3450" b="1">
                <a:solidFill>
                  <a:srgbClr val="D64D53"/>
                </a:solidFill>
                <a:latin typeface="Arial"/>
                <a:ea typeface="Arial"/>
                <a:cs typeface="Arial"/>
              </a:defRPr>
            </a:lvl1pPr>
            <a:lvl2pPr algn="ctr">
              <a:buNone/>
              <a:defRPr sz="3450" b="1">
                <a:solidFill>
                  <a:srgbClr val="D64D53"/>
                </a:solidFill>
                <a:latin typeface="Arial"/>
                <a:ea typeface="Arial"/>
                <a:cs typeface="Arial"/>
              </a:defRPr>
            </a:lvl2pPr>
            <a:lvl3pPr algn="ctr">
              <a:buNone/>
              <a:defRPr sz="3450" b="1">
                <a:solidFill>
                  <a:srgbClr val="D64D53"/>
                </a:solidFill>
                <a:latin typeface="Arial"/>
                <a:ea typeface="Arial"/>
                <a:cs typeface="Arial"/>
              </a:defRPr>
            </a:lvl3pPr>
            <a:lvl4pPr algn="ctr">
              <a:buNone/>
              <a:defRPr sz="3450" b="1">
                <a:solidFill>
                  <a:srgbClr val="D64D53"/>
                </a:solidFill>
                <a:latin typeface="Arial"/>
                <a:ea typeface="Arial"/>
                <a:cs typeface="Arial"/>
              </a:defRPr>
            </a:lvl4pPr>
            <a:lvl5pPr algn="ctr">
              <a:buNone/>
              <a:defRPr sz="3450" b="1">
                <a:solidFill>
                  <a:srgbClr val="D64D53"/>
                </a:solidFill>
                <a:latin typeface="Arial"/>
                <a:ea typeface="Arial"/>
                <a:cs typeface="Arial"/>
              </a:defRPr>
            </a:lvl5pPr>
            <a:lvl6pPr algn="ctr">
              <a:buNone/>
              <a:defRPr sz="3450" b="1">
                <a:solidFill>
                  <a:srgbClr val="D64D53"/>
                </a:solidFill>
                <a:latin typeface="Arial"/>
                <a:ea typeface="Arial"/>
                <a:cs typeface="Arial"/>
              </a:defRPr>
            </a:lvl6pPr>
            <a:lvl7pPr algn="ctr">
              <a:buNone/>
              <a:defRPr sz="3450" b="1">
                <a:solidFill>
                  <a:srgbClr val="D64D53"/>
                </a:solidFill>
                <a:latin typeface="Arial"/>
                <a:ea typeface="Arial"/>
                <a:cs typeface="Arial"/>
              </a:defRPr>
            </a:lvl7pPr>
            <a:lvl8pPr algn="ctr">
              <a:buNone/>
              <a:defRPr sz="3450" b="1">
                <a:solidFill>
                  <a:srgbClr val="D64D53"/>
                </a:solidFill>
                <a:latin typeface="Arial"/>
                <a:ea typeface="Arial"/>
                <a:cs typeface="Arial"/>
              </a:defRPr>
            </a:lvl8pPr>
            <a:lvl9pPr algn="ctr">
              <a:buNone/>
              <a:defRPr sz="3450" b="1">
                <a:solidFill>
                  <a:srgbClr val="D64D53"/>
                </a:solidFill>
                <a:latin typeface="Arial"/>
                <a:ea typeface="Arial"/>
                <a:cs typeface="Arial"/>
              </a:defRPr>
            </a:lvl9pPr>
          </a:lstStyle>
          <a:p xmlns:a="http://schemas.openxmlformats.org/drawingml/2006/main">
            <a:pPr algn="ctr">
              <a:buNone/>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31" name="diagram-44">
            <a:extLst xmlns:a="http://schemas.openxmlformats.org/drawingml/2006/main">
              <a:ext uri="{FF2B5EF4-FFF2-40B4-BE49-F238E27FC236}">
                <a16:creationId xmlns:a16="http://schemas.microsoft.com/office/drawing/2014/main" id="{7CBDAFF0-394B-4785-9D00-B58D78668CA3}"/>
              </a:ext>
            </a:extLst>
          </p:cNvPr>
          <p:cNvSpPr>
            <a:spLocks xmlns:a="http://schemas.openxmlformats.org/drawingml/2006/main" noGrp="1"/>
          </p:cNvSpPr>
          <p:nvPr/>
        </p:nvSpPr>
        <p:spPr>
          <a:xfrm xmlns:a="http://schemas.openxmlformats.org/drawingml/2006/main">
            <a:off x="1524000" y="1857375"/>
            <a:ext cx="2428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buNone/>
              <a:defRPr sz="1725" b="1">
                <a:solidFill>
                  <a:srgbClr val="D64D53"/>
                </a:solidFill>
                <a:latin typeface="Arial"/>
                <a:ea typeface="Arial"/>
                <a:cs typeface="Arial"/>
              </a:defRPr>
            </a:lvl1pPr>
            <a:lvl2pPr algn="ctr">
              <a:buNone/>
              <a:defRPr sz="1725" b="1">
                <a:solidFill>
                  <a:srgbClr val="D64D53"/>
                </a:solidFill>
                <a:latin typeface="Arial"/>
                <a:ea typeface="Arial"/>
                <a:cs typeface="Arial"/>
              </a:defRPr>
            </a:lvl2pPr>
            <a:lvl3pPr algn="ctr">
              <a:buNone/>
              <a:defRPr sz="1725" b="1">
                <a:solidFill>
                  <a:srgbClr val="D64D53"/>
                </a:solidFill>
                <a:latin typeface="Arial"/>
                <a:ea typeface="Arial"/>
                <a:cs typeface="Arial"/>
              </a:defRPr>
            </a:lvl3pPr>
            <a:lvl4pPr algn="ctr">
              <a:buNone/>
              <a:defRPr sz="1725" b="1">
                <a:solidFill>
                  <a:srgbClr val="D64D53"/>
                </a:solidFill>
                <a:latin typeface="Arial"/>
                <a:ea typeface="Arial"/>
                <a:cs typeface="Arial"/>
              </a:defRPr>
            </a:lvl4pPr>
            <a:lvl5pPr algn="ctr">
              <a:buNone/>
              <a:defRPr sz="1725" b="1">
                <a:solidFill>
                  <a:srgbClr val="D64D53"/>
                </a:solidFill>
                <a:latin typeface="Arial"/>
                <a:ea typeface="Arial"/>
                <a:cs typeface="Arial"/>
              </a:defRPr>
            </a:lvl5pPr>
            <a:lvl6pPr algn="ctr">
              <a:buNone/>
              <a:defRPr sz="1725" b="1">
                <a:solidFill>
                  <a:srgbClr val="D64D53"/>
                </a:solidFill>
                <a:latin typeface="Arial"/>
                <a:ea typeface="Arial"/>
                <a:cs typeface="Arial"/>
              </a:defRPr>
            </a:lvl6pPr>
            <a:lvl7pPr algn="ctr">
              <a:buNone/>
              <a:defRPr sz="1725" b="1">
                <a:solidFill>
                  <a:srgbClr val="D64D53"/>
                </a:solidFill>
                <a:latin typeface="Arial"/>
                <a:ea typeface="Arial"/>
                <a:cs typeface="Arial"/>
              </a:defRPr>
            </a:lvl7pPr>
            <a:lvl8pPr algn="ctr">
              <a:buNone/>
              <a:defRPr sz="1725" b="1">
                <a:solidFill>
                  <a:srgbClr val="D64D53"/>
                </a:solidFill>
                <a:latin typeface="Arial"/>
                <a:ea typeface="Arial"/>
                <a:cs typeface="Arial"/>
              </a:defRPr>
            </a:lvl8pPr>
            <a:lvl9pPr algn="ctr">
              <a:buNone/>
              <a:defRPr sz="1725" b="1">
                <a:solidFill>
                  <a:srgbClr val="D64D53"/>
                </a:solidFill>
                <a:latin typeface="Arial"/>
                <a:ea typeface="Arial"/>
                <a:cs typeface="Arial"/>
              </a:defRPr>
            </a:lvl9pPr>
          </a:lstStyle>
          <a:p xmlns:a="http://schemas.openxmlformats.org/drawingml/2006/main">
            <a:pPr algn="ctr">
              <a:buNone/>
              <a:defRPr sz="1725" b="1">
                <a:solidFill>
                  <a:srgbClr val="D64D53"/>
                </a:solidFill>
                <a:latin typeface="Arial"/>
                <a:ea typeface="Arial"/>
                <a:cs typeface="Arial"/>
              </a:defRPr>
            </a:pPr>
            <a:r>
              <a:rPr sz="1725" b="1">
                <a:solidFill>
                  <a:srgbClr val="D64D53"/>
                </a:solidFill>
                <a:latin typeface="Arial"/>
                <a:ea typeface="Arial"/>
                <a:cs typeface="Arial"/>
              </a:rPr>
              <a:t>Chưa rõ bước tiếp</a:t>
            </a:r>
          </a:p>
          <a:p xmlns:a="http://schemas.openxmlformats.org/drawingml/2006/main">
            <a:pPr algn="ctr">
              <a:buNone/>
              <a:defRPr sz="1725" b="1">
                <a:solidFill>
                  <a:srgbClr val="D64D53"/>
                </a:solidFill>
                <a:latin typeface="Arial"/>
                <a:ea typeface="Arial"/>
                <a:cs typeface="Arial"/>
              </a:defRPr>
            </a:pPr>
            <a:r>
              <a:rPr sz="1725" b="1">
                <a:solidFill>
                  <a:srgbClr val="D64D53"/>
                </a:solidFill>
                <a:latin typeface="Arial"/>
                <a:ea typeface="Arial"/>
                <a:cs typeface="Arial"/>
              </a:rPr>
              <a:t>và nơi cần đến</a:t>
            </a:r>
          </a:p>
        </p:txBody>
      </p:sp>
      <p:sp>
        <p:nvSpPr>
          <p:cNvPr id="32" name="diagram-45">
            <a:extLst xmlns:a="http://schemas.openxmlformats.org/drawingml/2006/main">
              <a:ext uri="{FF2B5EF4-FFF2-40B4-BE49-F238E27FC236}">
                <a16:creationId xmlns:a16="http://schemas.microsoft.com/office/drawing/2014/main" id="{2EDE0713-7935-4F3C-9CF0-7920C549022E}"/>
              </a:ext>
            </a:extLst>
          </p:cNvPr>
          <p:cNvSpPr>
            <a:spLocks xmlns:a="http://schemas.openxmlformats.org/drawingml/2006/main" noGrp="1"/>
          </p:cNvSpPr>
          <p:nvPr/>
        </p:nvSpPr>
        <p:spPr>
          <a:xfrm xmlns:a="http://schemas.openxmlformats.org/drawingml/2006/main">
            <a:off x="6096000" y="1857375"/>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buNone/>
              <a:defRPr sz="1725" b="1">
                <a:solidFill>
                  <a:srgbClr val="D64D53"/>
                </a:solidFill>
                <a:latin typeface="Arial"/>
                <a:ea typeface="Arial"/>
                <a:cs typeface="Arial"/>
              </a:defRPr>
            </a:lvl1pPr>
            <a:lvl2pPr algn="ctr">
              <a:buNone/>
              <a:defRPr sz="1725" b="1">
                <a:solidFill>
                  <a:srgbClr val="D64D53"/>
                </a:solidFill>
                <a:latin typeface="Arial"/>
                <a:ea typeface="Arial"/>
                <a:cs typeface="Arial"/>
              </a:defRPr>
            </a:lvl2pPr>
            <a:lvl3pPr algn="ctr">
              <a:buNone/>
              <a:defRPr sz="1725" b="1">
                <a:solidFill>
                  <a:srgbClr val="D64D53"/>
                </a:solidFill>
                <a:latin typeface="Arial"/>
                <a:ea typeface="Arial"/>
                <a:cs typeface="Arial"/>
              </a:defRPr>
            </a:lvl3pPr>
            <a:lvl4pPr algn="ctr">
              <a:buNone/>
              <a:defRPr sz="1725" b="1">
                <a:solidFill>
                  <a:srgbClr val="D64D53"/>
                </a:solidFill>
                <a:latin typeface="Arial"/>
                <a:ea typeface="Arial"/>
                <a:cs typeface="Arial"/>
              </a:defRPr>
            </a:lvl4pPr>
            <a:lvl5pPr algn="ctr">
              <a:buNone/>
              <a:defRPr sz="1725" b="1">
                <a:solidFill>
                  <a:srgbClr val="D64D53"/>
                </a:solidFill>
                <a:latin typeface="Arial"/>
                <a:ea typeface="Arial"/>
                <a:cs typeface="Arial"/>
              </a:defRPr>
            </a:lvl5pPr>
            <a:lvl6pPr algn="ctr">
              <a:buNone/>
              <a:defRPr sz="1725" b="1">
                <a:solidFill>
                  <a:srgbClr val="D64D53"/>
                </a:solidFill>
                <a:latin typeface="Arial"/>
                <a:ea typeface="Arial"/>
                <a:cs typeface="Arial"/>
              </a:defRPr>
            </a:lvl6pPr>
            <a:lvl7pPr algn="ctr">
              <a:buNone/>
              <a:defRPr sz="1725" b="1">
                <a:solidFill>
                  <a:srgbClr val="D64D53"/>
                </a:solidFill>
                <a:latin typeface="Arial"/>
                <a:ea typeface="Arial"/>
                <a:cs typeface="Arial"/>
              </a:defRPr>
            </a:lvl7pPr>
            <a:lvl8pPr algn="ctr">
              <a:buNone/>
              <a:defRPr sz="1725" b="1">
                <a:solidFill>
                  <a:srgbClr val="D64D53"/>
                </a:solidFill>
                <a:latin typeface="Arial"/>
                <a:ea typeface="Arial"/>
                <a:cs typeface="Arial"/>
              </a:defRPr>
            </a:lvl8pPr>
            <a:lvl9pPr algn="ctr">
              <a:buNone/>
              <a:defRPr sz="1725" b="1">
                <a:solidFill>
                  <a:srgbClr val="D64D53"/>
                </a:solidFill>
                <a:latin typeface="Arial"/>
                <a:ea typeface="Arial"/>
                <a:cs typeface="Arial"/>
              </a:defRPr>
            </a:lvl9pPr>
          </a:lstStyle>
          <a:p xmlns:a="http://schemas.openxmlformats.org/drawingml/2006/main">
            <a:pPr algn="ctr">
              <a:buNone/>
              <a:defRPr sz="1725" b="1">
                <a:solidFill>
                  <a:srgbClr val="D64D53"/>
                </a:solidFill>
                <a:latin typeface="Arial"/>
                <a:ea typeface="Arial"/>
                <a:cs typeface="Arial"/>
              </a:defRPr>
            </a:pPr>
            <a:r>
              <a:rPr sz="1725" b="1">
                <a:solidFill>
                  <a:srgbClr val="D64D53"/>
                </a:solidFill>
                <a:latin typeface="Arial"/>
                <a:ea typeface="Arial"/>
                <a:cs typeface="Arial"/>
              </a:rPr>
              <a:t>Khó biết</a:t>
            </a:r>
          </a:p>
          <a:p xmlns:a="http://schemas.openxmlformats.org/drawingml/2006/main">
            <a:pPr algn="ctr">
              <a:buNone/>
              <a:defRPr sz="1725" b="1">
                <a:solidFill>
                  <a:srgbClr val="D64D53"/>
                </a:solidFill>
                <a:latin typeface="Arial"/>
                <a:ea typeface="Arial"/>
                <a:cs typeface="Arial"/>
              </a:defRPr>
            </a:pPr>
            <a:r>
              <a:rPr sz="1725" b="1">
                <a:solidFill>
                  <a:srgbClr val="D64D53"/>
                </a:solidFill>
                <a:latin typeface="Arial"/>
                <a:ea typeface="Arial"/>
                <a:cs typeface="Arial"/>
              </a:rPr>
              <a:t>diễn tiến</a:t>
            </a:r>
          </a:p>
        </p:txBody>
      </p:sp>
      <p:sp>
        <p:nvSpPr>
          <p:cNvPr id="33" name="diagram-46">
            <a:extLst xmlns:a="http://schemas.openxmlformats.org/drawingml/2006/main">
              <a:ext uri="{FF2B5EF4-FFF2-40B4-BE49-F238E27FC236}">
                <a16:creationId xmlns:a16="http://schemas.microsoft.com/office/drawing/2014/main" id="{0BCD8F83-3456-425E-A7F4-81B2E648EAEC}"/>
              </a:ext>
            </a:extLst>
          </p:cNvPr>
          <p:cNvSpPr>
            <a:spLocks xmlns:a="http://schemas.openxmlformats.org/drawingml/2006/main" noGrp="1"/>
          </p:cNvSpPr>
          <p:nvPr/>
        </p:nvSpPr>
        <p:spPr>
          <a:xfrm xmlns:a="http://schemas.openxmlformats.org/drawingml/2006/main">
            <a:off x="8572500" y="1857375"/>
            <a:ext cx="2809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buNone/>
              <a:defRPr sz="1725" b="1">
                <a:solidFill>
                  <a:srgbClr val="D64D53"/>
                </a:solidFill>
                <a:latin typeface="Arial"/>
                <a:ea typeface="Arial"/>
                <a:cs typeface="Arial"/>
              </a:defRPr>
            </a:lvl1pPr>
            <a:lvl2pPr algn="ctr">
              <a:buNone/>
              <a:defRPr sz="1725" b="1">
                <a:solidFill>
                  <a:srgbClr val="D64D53"/>
                </a:solidFill>
                <a:latin typeface="Arial"/>
                <a:ea typeface="Arial"/>
                <a:cs typeface="Arial"/>
              </a:defRPr>
            </a:lvl2pPr>
            <a:lvl3pPr algn="ctr">
              <a:buNone/>
              <a:defRPr sz="1725" b="1">
                <a:solidFill>
                  <a:srgbClr val="D64D53"/>
                </a:solidFill>
                <a:latin typeface="Arial"/>
                <a:ea typeface="Arial"/>
                <a:cs typeface="Arial"/>
              </a:defRPr>
            </a:lvl3pPr>
            <a:lvl4pPr algn="ctr">
              <a:buNone/>
              <a:defRPr sz="1725" b="1">
                <a:solidFill>
                  <a:srgbClr val="D64D53"/>
                </a:solidFill>
                <a:latin typeface="Arial"/>
                <a:ea typeface="Arial"/>
                <a:cs typeface="Arial"/>
              </a:defRPr>
            </a:lvl4pPr>
            <a:lvl5pPr algn="ctr">
              <a:buNone/>
              <a:defRPr sz="1725" b="1">
                <a:solidFill>
                  <a:srgbClr val="D64D53"/>
                </a:solidFill>
                <a:latin typeface="Arial"/>
                <a:ea typeface="Arial"/>
                <a:cs typeface="Arial"/>
              </a:defRPr>
            </a:lvl5pPr>
            <a:lvl6pPr algn="ctr">
              <a:buNone/>
              <a:defRPr sz="1725" b="1">
                <a:solidFill>
                  <a:srgbClr val="D64D53"/>
                </a:solidFill>
                <a:latin typeface="Arial"/>
                <a:ea typeface="Arial"/>
                <a:cs typeface="Arial"/>
              </a:defRPr>
            </a:lvl6pPr>
            <a:lvl7pPr algn="ctr">
              <a:buNone/>
              <a:defRPr sz="1725" b="1">
                <a:solidFill>
                  <a:srgbClr val="D64D53"/>
                </a:solidFill>
                <a:latin typeface="Arial"/>
                <a:ea typeface="Arial"/>
                <a:cs typeface="Arial"/>
              </a:defRPr>
            </a:lvl7pPr>
            <a:lvl8pPr algn="ctr">
              <a:buNone/>
              <a:defRPr sz="1725" b="1">
                <a:solidFill>
                  <a:srgbClr val="D64D53"/>
                </a:solidFill>
                <a:latin typeface="Arial"/>
                <a:ea typeface="Arial"/>
                <a:cs typeface="Arial"/>
              </a:defRPr>
            </a:lvl8pPr>
            <a:lvl9pPr algn="ctr">
              <a:buNone/>
              <a:defRPr sz="1725" b="1">
                <a:solidFill>
                  <a:srgbClr val="D64D53"/>
                </a:solidFill>
                <a:latin typeface="Arial"/>
                <a:ea typeface="Arial"/>
                <a:cs typeface="Arial"/>
              </a:defRPr>
            </a:lvl9pPr>
          </a:lstStyle>
          <a:p xmlns:a="http://schemas.openxmlformats.org/drawingml/2006/main">
            <a:pPr algn="ctr">
              <a:buNone/>
              <a:defRPr sz="1725" b="1">
                <a:solidFill>
                  <a:srgbClr val="D64D53"/>
                </a:solidFill>
                <a:latin typeface="Arial"/>
                <a:ea typeface="Arial"/>
                <a:cs typeface="Arial"/>
              </a:defRPr>
            </a:pPr>
            <a:r>
              <a:rPr sz="1725" b="1">
                <a:solidFill>
                  <a:srgbClr val="D64D53"/>
                </a:solidFill>
                <a:latin typeface="Arial"/>
                <a:ea typeface="Arial"/>
                <a:cs typeface="Arial"/>
              </a:rPr>
              <a:t>Chưa rõ lúc nào</a:t>
            </a:r>
          </a:p>
          <a:p xmlns:a="http://schemas.openxmlformats.org/drawingml/2006/main">
            <a:pPr algn="ctr">
              <a:buNone/>
              <a:defRPr sz="1725" b="1">
                <a:solidFill>
                  <a:srgbClr val="D64D53"/>
                </a:solidFill>
                <a:latin typeface="Arial"/>
                <a:ea typeface="Arial"/>
                <a:cs typeface="Arial"/>
              </a:defRPr>
            </a:pPr>
            <a:r>
              <a:rPr sz="1725" b="1">
                <a:solidFill>
                  <a:srgbClr val="D64D53"/>
                </a:solidFill>
                <a:latin typeface="Arial"/>
                <a:ea typeface="Arial"/>
                <a:cs typeface="Arial"/>
              </a:rPr>
              <a:t>có thể quay lại</a:t>
            </a:r>
          </a:p>
        </p:txBody>
      </p:sp>
      <p:sp>
        <p:nvSpPr>
          <p:cNvPr id="34" name="diagram-47">
            <a:extLst xmlns:a="http://schemas.openxmlformats.org/drawingml/2006/main">
              <a:ext uri="{FF2B5EF4-FFF2-40B4-BE49-F238E27FC236}">
                <a16:creationId xmlns:a16="http://schemas.microsoft.com/office/drawing/2014/main" id="{BD2DFB17-7568-4560-92AD-07377CF308FC}"/>
              </a:ext>
            </a:extLst>
          </p:cNvPr>
          <p:cNvSpPr>
            <a:spLocks xmlns:a="http://schemas.openxmlformats.org/drawingml/2006/main" noGrp="1"/>
          </p:cNvSpPr>
          <p:nvPr/>
        </p:nvSpPr>
        <p:spPr>
          <a:xfrm xmlns:a="http://schemas.openxmlformats.org/drawingml/2006/main">
            <a:off x="1428750" y="4733925"/>
            <a:ext cx="9382125" cy="47625"/>
          </a:xfrm>
          <a:prstGeom xmlns:a="http://schemas.openxmlformats.org/drawingml/2006/main" prst="rect">
            <a:avLst/>
          </a:prstGeom>
          <a:solidFill xmlns:a="http://schemas.openxmlformats.org/drawingml/2006/main">
            <a:srgbClr val="E5EFFC"/>
          </a:solidFill>
          <a:ln xmlns:a="http://schemas.openxmlformats.org/drawingml/2006/main" w="0">
            <a:noFill/>
            <a:prstDash val="solid"/>
          </a:ln>
        </p:spPr>
      </p:sp>
      <p:sp>
        <p:nvSpPr>
          <p:cNvPr id="35" name="diagram-48">
            <a:extLst xmlns:a="http://schemas.openxmlformats.org/drawingml/2006/main">
              <a:ext uri="{FF2B5EF4-FFF2-40B4-BE49-F238E27FC236}">
                <a16:creationId xmlns:a16="http://schemas.microsoft.com/office/drawing/2014/main" id="{A7EE1E5E-10F0-4399-803C-D6DCBD60940B}"/>
              </a:ext>
            </a:extLst>
          </p:cNvPr>
          <p:cNvSpPr>
            <a:spLocks xmlns:a="http://schemas.openxmlformats.org/drawingml/2006/main" noGrp="1"/>
          </p:cNvSpPr>
          <p:nvPr/>
        </p:nvSpPr>
        <p:spPr>
          <a:xfrm xmlns:a="http://schemas.openxmlformats.org/drawingml/2006/main">
            <a:off x="1143000" y="50006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00" b="1">
                <a:solidFill>
                  <a:srgbClr val="246BCE"/>
                </a:solidFill>
                <a:latin typeface="Arial"/>
                <a:ea typeface="Arial"/>
                <a:cs typeface="Arial"/>
              </a:defRPr>
            </a:defPPr>
            <a:lvl1pPr algn="ctr">
              <a:buNone/>
              <a:defRPr sz="2100" b="1">
                <a:solidFill>
                  <a:srgbClr val="246BCE"/>
                </a:solidFill>
                <a:latin typeface="Arial"/>
                <a:ea typeface="Arial"/>
                <a:cs typeface="Arial"/>
              </a:defRPr>
            </a:lvl1pPr>
            <a:lvl2pPr algn="ctr">
              <a:buNone/>
              <a:defRPr sz="2100" b="1">
                <a:solidFill>
                  <a:srgbClr val="246BCE"/>
                </a:solidFill>
                <a:latin typeface="Arial"/>
                <a:ea typeface="Arial"/>
                <a:cs typeface="Arial"/>
              </a:defRPr>
            </a:lvl2pPr>
            <a:lvl3pPr algn="ctr">
              <a:buNone/>
              <a:defRPr sz="2100" b="1">
                <a:solidFill>
                  <a:srgbClr val="246BCE"/>
                </a:solidFill>
                <a:latin typeface="Arial"/>
                <a:ea typeface="Arial"/>
                <a:cs typeface="Arial"/>
              </a:defRPr>
            </a:lvl3pPr>
            <a:lvl4pPr algn="ctr">
              <a:buNone/>
              <a:defRPr sz="2100" b="1">
                <a:solidFill>
                  <a:srgbClr val="246BCE"/>
                </a:solidFill>
                <a:latin typeface="Arial"/>
                <a:ea typeface="Arial"/>
                <a:cs typeface="Arial"/>
              </a:defRPr>
            </a:lvl4pPr>
            <a:lvl5pPr algn="ctr">
              <a:buNone/>
              <a:defRPr sz="2100" b="1">
                <a:solidFill>
                  <a:srgbClr val="246BCE"/>
                </a:solidFill>
                <a:latin typeface="Arial"/>
                <a:ea typeface="Arial"/>
                <a:cs typeface="Arial"/>
              </a:defRPr>
            </a:lvl5pPr>
            <a:lvl6pPr algn="ctr">
              <a:buNone/>
              <a:defRPr sz="2100" b="1">
                <a:solidFill>
                  <a:srgbClr val="246BCE"/>
                </a:solidFill>
                <a:latin typeface="Arial"/>
                <a:ea typeface="Arial"/>
                <a:cs typeface="Arial"/>
              </a:defRPr>
            </a:lvl6pPr>
            <a:lvl7pPr algn="ctr">
              <a:buNone/>
              <a:defRPr sz="2100" b="1">
                <a:solidFill>
                  <a:srgbClr val="246BCE"/>
                </a:solidFill>
                <a:latin typeface="Arial"/>
                <a:ea typeface="Arial"/>
                <a:cs typeface="Arial"/>
              </a:defRPr>
            </a:lvl7pPr>
            <a:lvl8pPr algn="ctr">
              <a:buNone/>
              <a:defRPr sz="2100" b="1">
                <a:solidFill>
                  <a:srgbClr val="246BCE"/>
                </a:solidFill>
                <a:latin typeface="Arial"/>
                <a:ea typeface="Arial"/>
                <a:cs typeface="Arial"/>
              </a:defRPr>
            </a:lvl8pPr>
            <a:lvl9pPr algn="ctr">
              <a:buNone/>
              <a:defRPr sz="2100" b="1">
                <a:solidFill>
                  <a:srgbClr val="246BCE"/>
                </a:solidFill>
                <a:latin typeface="Arial"/>
                <a:ea typeface="Arial"/>
                <a:cs typeface="Arial"/>
              </a:defRPr>
            </a:lvl9pPr>
          </a:lstStyle>
          <a:p xmlns:a="http://schemas.openxmlformats.org/drawingml/2006/main">
            <a:pPr algn="ctr">
              <a:buNone/>
              <a:defRPr sz="2100" b="1">
                <a:solidFill>
                  <a:srgbClr val="246BCE"/>
                </a:solidFill>
                <a:latin typeface="Arial"/>
                <a:ea typeface="Arial"/>
                <a:cs typeface="Arial"/>
              </a:defRPr>
            </a:pPr>
            <a:r>
              <a:rPr sz="2100" b="1">
                <a:solidFill>
                  <a:srgbClr val="246BCE"/>
                </a:solidFill>
                <a:latin typeface="Arial"/>
                <a:ea typeface="Arial"/>
                <a:cs typeface="Arial"/>
              </a:rPr>
              <a:t>Tìm giấy hoặc hỏi nhân viên để nối lại thông tin</a:t>
            </a:r>
          </a:p>
        </p:txBody>
      </p:sp>
      <p:sp>
        <p:nvSpPr>
          <p:cNvPr id="36" name="diagram-49">
            <a:extLst xmlns:a="http://schemas.openxmlformats.org/drawingml/2006/main">
              <a:ext uri="{FF2B5EF4-FFF2-40B4-BE49-F238E27FC236}">
                <a16:creationId xmlns:a16="http://schemas.microsoft.com/office/drawing/2014/main" id="{47B4F888-64D8-4B29-A87B-939B31837873}"/>
              </a:ext>
            </a:extLst>
          </p:cNvPr>
          <p:cNvSpPr>
            <a:spLocks xmlns:a="http://schemas.openxmlformats.org/drawingml/2006/main" noGrp="1"/>
          </p:cNvSpPr>
          <p:nvPr/>
        </p:nvSpPr>
        <p:spPr>
          <a:xfrm xmlns:a="http://schemas.openxmlformats.org/drawingml/2006/main">
            <a:off x="571500" y="5724525"/>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D64D53"/>
                </a:solidFill>
                <a:latin typeface="Arial"/>
                <a:ea typeface="Arial"/>
                <a:cs typeface="Arial"/>
              </a:defRPr>
            </a:defPPr>
            <a:lvl1pPr algn="l">
              <a:buNone/>
              <a:defRPr sz="1800" b="1">
                <a:solidFill>
                  <a:srgbClr val="D64D53"/>
                </a:solidFill>
                <a:latin typeface="Arial"/>
                <a:ea typeface="Arial"/>
                <a:cs typeface="Arial"/>
              </a:defRPr>
            </a:lvl1pPr>
            <a:lvl2pPr algn="l">
              <a:buNone/>
              <a:defRPr sz="1800" b="1">
                <a:solidFill>
                  <a:srgbClr val="D64D53"/>
                </a:solidFill>
                <a:latin typeface="Arial"/>
                <a:ea typeface="Arial"/>
                <a:cs typeface="Arial"/>
              </a:defRPr>
            </a:lvl2pPr>
            <a:lvl3pPr algn="l">
              <a:buNone/>
              <a:defRPr sz="1800" b="1">
                <a:solidFill>
                  <a:srgbClr val="D64D53"/>
                </a:solidFill>
                <a:latin typeface="Arial"/>
                <a:ea typeface="Arial"/>
                <a:cs typeface="Arial"/>
              </a:defRPr>
            </a:lvl3pPr>
            <a:lvl4pPr algn="l">
              <a:buNone/>
              <a:defRPr sz="1800" b="1">
                <a:solidFill>
                  <a:srgbClr val="D64D53"/>
                </a:solidFill>
                <a:latin typeface="Arial"/>
                <a:ea typeface="Arial"/>
                <a:cs typeface="Arial"/>
              </a:defRPr>
            </a:lvl4pPr>
            <a:lvl5pPr algn="l">
              <a:buNone/>
              <a:defRPr sz="1800" b="1">
                <a:solidFill>
                  <a:srgbClr val="D64D53"/>
                </a:solidFill>
                <a:latin typeface="Arial"/>
                <a:ea typeface="Arial"/>
                <a:cs typeface="Arial"/>
              </a:defRPr>
            </a:lvl5pPr>
            <a:lvl6pPr algn="l">
              <a:buNone/>
              <a:defRPr sz="1800" b="1">
                <a:solidFill>
                  <a:srgbClr val="D64D53"/>
                </a:solidFill>
                <a:latin typeface="Arial"/>
                <a:ea typeface="Arial"/>
                <a:cs typeface="Arial"/>
              </a:defRPr>
            </a:lvl6pPr>
            <a:lvl7pPr algn="l">
              <a:buNone/>
              <a:defRPr sz="1800" b="1">
                <a:solidFill>
                  <a:srgbClr val="D64D53"/>
                </a:solidFill>
                <a:latin typeface="Arial"/>
                <a:ea typeface="Arial"/>
                <a:cs typeface="Arial"/>
              </a:defRPr>
            </a:lvl7pPr>
            <a:lvl8pPr algn="l">
              <a:buNone/>
              <a:defRPr sz="1800" b="1">
                <a:solidFill>
                  <a:srgbClr val="D64D53"/>
                </a:solidFill>
                <a:latin typeface="Arial"/>
                <a:ea typeface="Arial"/>
                <a:cs typeface="Arial"/>
              </a:defRPr>
            </a:lvl8pPr>
            <a:lvl9pPr algn="l">
              <a:buNone/>
              <a:defRPr sz="1800" b="1">
                <a:solidFill>
                  <a:srgbClr val="D64D53"/>
                </a:solidFill>
                <a:latin typeface="Arial"/>
                <a:ea typeface="Arial"/>
                <a:cs typeface="Arial"/>
              </a:defRPr>
            </a:lvl9pPr>
          </a:lstStyle>
          <a:p xmlns:a="http://schemas.openxmlformats.org/drawingml/2006/main">
            <a:pPr algn="l">
              <a:buNone/>
              <a:defRPr sz="1800" b="1">
                <a:solidFill>
                  <a:srgbClr val="D64D53"/>
                </a:solidFill>
                <a:latin typeface="Arial"/>
                <a:ea typeface="Arial"/>
                <a:cs typeface="Arial"/>
              </a:defRPr>
            </a:pPr>
            <a:r>
              <a:rPr sz="1800" b="1">
                <a:solidFill>
                  <a:srgbClr val="D64D53"/>
                </a:solidFill>
                <a:latin typeface="Arial"/>
                <a:ea typeface="Arial"/>
                <a:cs typeface="Arial"/>
              </a:rPr>
              <a:t>×  Điểm đứt mạch thông tin</a:t>
            </a:r>
          </a:p>
        </p:txBody>
      </p:sp>
      <p:sp>
        <p:nvSpPr>
          <p:cNvPr id="37" name="diagram-50">
            <a:extLst xmlns:a="http://schemas.openxmlformats.org/drawingml/2006/main">
              <a:ext uri="{FF2B5EF4-FFF2-40B4-BE49-F238E27FC236}">
                <a16:creationId xmlns:a16="http://schemas.microsoft.com/office/drawing/2014/main" id="{9E5B34CB-9B0F-49B5-B25D-EBE13C02186A}"/>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xmlns:a="http://schemas.openxmlformats.org/drawingml/2006/main">
            <a:pPr algn="l">
              <a:buNone/>
              <a:defRPr sz="1125" b="0">
                <a:solidFill>
                  <a:srgbClr val="526773"/>
                </a:solidFill>
                <a:latin typeface="Arial"/>
                <a:ea typeface="Arial"/>
                <a:cs typeface="Arial"/>
              </a:defRPr>
            </a:pPr>
            <a:r>
              <a:rPr sz="1125" b="0">
                <a:solidFill>
                  <a:srgbClr val="526773"/>
                </a:solidFill>
                <a:latin typeface="Arial"/>
                <a:ea typeface="Arial"/>
                <a:cs typeface="Arial"/>
              </a:rPr>
              <a:t>Sơ đồ tổng hợp các tình huống nghiên cứu, không phải hành trình của một người.</a:t>
            </a:r>
          </a:p>
        </p:txBody>
      </p:sp>
      <p:sp>
        <p:nvSpPr>
          <p:cNvPr id="38" name="diagram-51">
            <a:extLst xmlns:a="http://schemas.openxmlformats.org/drawingml/2006/main">
              <a:ext uri="{FF2B5EF4-FFF2-40B4-BE49-F238E27FC236}">
                <a16:creationId xmlns:a16="http://schemas.microsoft.com/office/drawing/2014/main" id="{F4CDD0C1-6BCA-4186-92FF-45714F2ACB51}"/>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xmlns:a="http://schemas.openxmlformats.org/drawingml/2006/main">
            <a:pPr algn="r">
              <a:buNone/>
              <a:defRPr sz="1275" b="1">
                <a:solidFill>
                  <a:srgbClr val="246BCE"/>
                </a:solidFill>
                <a:latin typeface="Arial"/>
                <a:ea typeface="Arial"/>
                <a:cs typeface="Arial"/>
              </a:defRPr>
            </a:pPr>
            <a:r>
              <a:rPr sz="1275" b="1">
                <a:solidFill>
                  <a:srgbClr val="246BCE"/>
                </a:solidFill>
                <a:latin typeface="Arial"/>
                <a:ea typeface="Arial"/>
                <a:cs typeface="Arial"/>
              </a:rPr>
              <a:t>03</a:t>
            </a:r>
          </a:p>
        </p:txBody>
      </p:sp>
    </p:spTree>
    <p:extLst>
      <p:ext uri="{BB962C8B-B14F-4D97-AF65-F5344CB8AC3E}">
        <p14:creationId xmlns:p14="http://schemas.microsoft.com/office/powerpoint/2010/main" val="914879742"/>
      </p:ext>
    </p:extLst>
  </p:cSld>
</p:sld>
</file>

<file path=ppt/slides/slide4.xml><?xml version="1.0" encoding="utf-8"?>
<p:sld xmlns:p="http://schemas.openxmlformats.org/presentationml/2006/main">
  <p:cSld>
    <p:bg>
      <p:bgPr>
        <a:solidFill xmlns:a="http://schemas.openxmlformats.org/drawingml/2006/main">
          <a:srgbClr val="E5EFFC"/>
        </a:solidFill>
      </p:bgPr>
    </p:bg>
    <p:spTree>
      <p:nvGrpSpPr>
        <p:cNvPr id="1" name=""/>
        <p:cNvGrpSpPr/>
        <p:nvPr/>
      </p:nvGrpSpPr>
      <p:grpSpPr>
        <a:xfrm xmlns:a="http://schemas.openxmlformats.org/drawingml/2006/main"/>
      </p:grpSpPr>
      <p:sp>
        <p:nvSpPr>
          <p:cNvPr id="16" name="diagram-52">
            <a:extLst xmlns:a="http://schemas.openxmlformats.org/drawingml/2006/main">
              <a:ext uri="{FF2B5EF4-FFF2-40B4-BE49-F238E27FC236}">
                <a16:creationId xmlns:a16="http://schemas.microsoft.com/office/drawing/2014/main" id="{AB90A211-76CB-4F23-9741-E09FC30ABD04}"/>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xmlns:a="http://schemas.openxmlformats.org/drawingml/2006/main">
            <a:pPr algn="l">
              <a:buNone/>
              <a:defRPr sz="3150" b="1">
                <a:solidFill>
                  <a:srgbClr val="102A43"/>
                </a:solidFill>
                <a:latin typeface="Arial"/>
                <a:ea typeface="Arial"/>
                <a:cs typeface="Arial"/>
              </a:defRPr>
            </a:pPr>
            <a:r>
              <a:rPr sz="3150" b="1">
                <a:solidFill>
                  <a:srgbClr val="102A43"/>
                </a:solidFill>
                <a:latin typeface="Arial"/>
                <a:ea typeface="Arial"/>
                <a:cs typeface="Arial"/>
              </a:rPr>
              <a:t>Nhu cầu trọng tâm</a:t>
            </a:r>
          </a:p>
        </p:txBody>
      </p:sp>
      <p:pic>
        <p:nvPicPr>
          <p:cNvPr id="2" name="">
            <a:extLst xmlns:a="http://schemas.openxmlformats.org/drawingml/2006/main">
              <a:ext uri="{FF2B5EF4-FFF2-40B4-BE49-F238E27FC236}">
                <a16:creationId xmlns:a16="http://schemas.microsoft.com/office/drawing/2014/main" id="{1FFE5282-84E8-4E10-81CA-BE14BF0B60C4}"/>
              </a:ext>
            </a:extLst>
          </p:cNvPr>
          <p:cNvPicPr>
            <a:picLocks xmlns:a="http://schemas.openxmlformats.org/drawingml/2006/main" noChangeAspect="1"/>
          </p:cNvPicPr>
          <p:nvPr/>
        </p:nvPicPr>
        <p:blipFill>
          <a:blip xmlns:r="http://schemas.openxmlformats.org/officeDocument/2006/relationships" xmlns:a="http://schemas.openxmlformats.org/drawingml/2006/main" r:embed="R5abd3fdaf27745e3">
            <a:extLst>
              <a:ext uri="{96DAC541-7B7A-43D3-8B79-37D633B846F1}">
                <asvg:svgBlip xmlns:asvg="http://schemas.microsoft.com/office/drawing/2016/SVG/main" r:embed="R01100fb5f9c14a57"/>
              </a:ext>
            </a:extLst>
          </a:blip>
          <a:stretch xmlns:a="http://schemas.openxmlformats.org/drawingml/2006/main"/>
        </p:blipFill>
        <p:spPr>
          <a:xfrm xmlns:a="http://schemas.openxmlformats.org/drawingml/2006/main">
            <a:off x="10668000" y="428625"/>
            <a:ext cx="533400" cy="5334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A7DBE04-CDBA-4446-8748-EE3D85B34EE8}"/>
              </a:ext>
            </a:extLst>
          </p:cNvPr>
          <p:cNvPicPr>
            <a:picLocks xmlns:a="http://schemas.openxmlformats.org/drawingml/2006/main" noChangeAspect="1"/>
          </p:cNvPicPr>
          <p:nvPr/>
        </p:nvPicPr>
        <p:blipFill>
          <a:blip xmlns:r="http://schemas.openxmlformats.org/officeDocument/2006/relationships" xmlns:a="http://schemas.openxmlformats.org/drawingml/2006/main" r:embed="R67f332171ee34881">
            <a:extLst>
              <a:ext uri="{96DAC541-7B7A-43D3-8B79-37D633B846F1}">
                <asvg:svgBlip xmlns:asvg="http://schemas.microsoft.com/office/drawing/2016/SVG/main" r:embed="R78fb789ea528421a"/>
              </a:ext>
            </a:extLst>
          </a:blip>
          <a:stretch xmlns:a="http://schemas.openxmlformats.org/drawingml/2006/main"/>
        </p:blipFill>
        <p:spPr>
          <a:xfrm xmlns:a="http://schemas.openxmlformats.org/drawingml/2006/main">
            <a:off x="666750" y="3438525"/>
            <a:ext cx="304800" cy="3048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A3E4845-691C-44E9-837B-08070653D8C8}"/>
              </a:ext>
            </a:extLst>
          </p:cNvPr>
          <p:cNvPicPr>
            <a:picLocks xmlns:a="http://schemas.openxmlformats.org/drawingml/2006/main" noChangeAspect="1"/>
          </p:cNvPicPr>
          <p:nvPr/>
        </p:nvPicPr>
        <p:blipFill>
          <a:blip xmlns:r="http://schemas.openxmlformats.org/officeDocument/2006/relationships" xmlns:a="http://schemas.openxmlformats.org/drawingml/2006/main" r:embed="Rdd552334697b4e79">
            <a:extLst>
              <a:ext uri="{96DAC541-7B7A-43D3-8B79-37D633B846F1}">
                <asvg:svgBlip xmlns:asvg="http://schemas.microsoft.com/office/drawing/2016/SVG/main" r:embed="Re7f3676311c945f4"/>
              </a:ext>
            </a:extLst>
          </a:blip>
          <a:stretch xmlns:a="http://schemas.openxmlformats.org/drawingml/2006/main"/>
        </p:blipFill>
        <p:spPr>
          <a:xfrm xmlns:a="http://schemas.openxmlformats.org/drawingml/2006/main">
            <a:off x="4667250" y="3438525"/>
            <a:ext cx="304800" cy="3048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FE2B7B4-99E9-49D3-BEA5-1A14B0379CDE}"/>
              </a:ext>
            </a:extLst>
          </p:cNvPr>
          <p:cNvPicPr>
            <a:picLocks xmlns:a="http://schemas.openxmlformats.org/drawingml/2006/main" noChangeAspect="1"/>
          </p:cNvPicPr>
          <p:nvPr/>
        </p:nvPicPr>
        <p:blipFill>
          <a:blip xmlns:r="http://schemas.openxmlformats.org/officeDocument/2006/relationships" xmlns:a="http://schemas.openxmlformats.org/drawingml/2006/main" r:embed="R25f6c1cc02884eee">
            <a:extLst>
              <a:ext uri="{96DAC541-7B7A-43D3-8B79-37D633B846F1}">
                <asvg:svgBlip xmlns:asvg="http://schemas.microsoft.com/office/drawing/2016/SVG/main" r:embed="R5bcc300f136243c3"/>
              </a:ext>
            </a:extLst>
          </a:blip>
          <a:stretch xmlns:a="http://schemas.openxmlformats.org/drawingml/2006/main"/>
        </p:blipFill>
        <p:spPr>
          <a:xfrm xmlns:a="http://schemas.openxmlformats.org/drawingml/2006/main">
            <a:off x="8572500" y="3438525"/>
            <a:ext cx="304800" cy="304800"/>
          </a:xfrm>
          <a:prstGeom xmlns:a="http://schemas.openxmlformats.org/drawingml/2006/main" prst="rect">
            <a:avLst/>
          </a:prstGeom>
        </p:spPr>
      </p:pic>
      <p:sp>
        <p:nvSpPr>
          <p:cNvPr id="6" name="diagram-53">
            <a:extLst xmlns:a="http://schemas.openxmlformats.org/drawingml/2006/main">
              <a:ext uri="{FF2B5EF4-FFF2-40B4-BE49-F238E27FC236}">
                <a16:creationId xmlns:a16="http://schemas.microsoft.com/office/drawing/2014/main" id="{EF01B861-8074-457F-8BC0-D5BD3AD49B90}"/>
              </a:ext>
            </a:extLst>
          </p:cNvPr>
          <p:cNvSpPr>
            <a:spLocks xmlns:a="http://schemas.openxmlformats.org/drawingml/2006/main" noGrp="1"/>
          </p:cNvSpPr>
          <p:nvPr/>
        </p:nvSpPr>
        <p:spPr>
          <a:xfrm xmlns:a="http://schemas.openxmlformats.org/drawingml/2006/main">
            <a:off x="619125" y="1657350"/>
            <a:ext cx="7239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02A43"/>
                </a:solidFill>
                <a:latin typeface="Arial"/>
                <a:ea typeface="Arial"/>
                <a:cs typeface="Arial"/>
              </a:defRPr>
            </a:defPPr>
            <a:lvl1pPr algn="l">
              <a:buNone/>
              <a:defRPr sz="3225" b="1">
                <a:solidFill>
                  <a:srgbClr val="102A43"/>
                </a:solidFill>
                <a:latin typeface="Arial"/>
                <a:ea typeface="Arial"/>
                <a:cs typeface="Arial"/>
              </a:defRPr>
            </a:lvl1pPr>
            <a:lvl2pPr algn="l">
              <a:buNone/>
              <a:defRPr sz="3225" b="1">
                <a:solidFill>
                  <a:srgbClr val="102A43"/>
                </a:solidFill>
                <a:latin typeface="Arial"/>
                <a:ea typeface="Arial"/>
                <a:cs typeface="Arial"/>
              </a:defRPr>
            </a:lvl2pPr>
            <a:lvl3pPr algn="l">
              <a:buNone/>
              <a:defRPr sz="3225" b="1">
                <a:solidFill>
                  <a:srgbClr val="102A43"/>
                </a:solidFill>
                <a:latin typeface="Arial"/>
                <a:ea typeface="Arial"/>
                <a:cs typeface="Arial"/>
              </a:defRPr>
            </a:lvl3pPr>
            <a:lvl4pPr algn="l">
              <a:buNone/>
              <a:defRPr sz="3225" b="1">
                <a:solidFill>
                  <a:srgbClr val="102A43"/>
                </a:solidFill>
                <a:latin typeface="Arial"/>
                <a:ea typeface="Arial"/>
                <a:cs typeface="Arial"/>
              </a:defRPr>
            </a:lvl4pPr>
            <a:lvl5pPr algn="l">
              <a:buNone/>
              <a:defRPr sz="3225" b="1">
                <a:solidFill>
                  <a:srgbClr val="102A43"/>
                </a:solidFill>
                <a:latin typeface="Arial"/>
                <a:ea typeface="Arial"/>
                <a:cs typeface="Arial"/>
              </a:defRPr>
            </a:lvl5pPr>
            <a:lvl6pPr algn="l">
              <a:buNone/>
              <a:defRPr sz="3225" b="1">
                <a:solidFill>
                  <a:srgbClr val="102A43"/>
                </a:solidFill>
                <a:latin typeface="Arial"/>
                <a:ea typeface="Arial"/>
                <a:cs typeface="Arial"/>
              </a:defRPr>
            </a:lvl6pPr>
            <a:lvl7pPr algn="l">
              <a:buNone/>
              <a:defRPr sz="3225" b="1">
                <a:solidFill>
                  <a:srgbClr val="102A43"/>
                </a:solidFill>
                <a:latin typeface="Arial"/>
                <a:ea typeface="Arial"/>
                <a:cs typeface="Arial"/>
              </a:defRPr>
            </a:lvl7pPr>
            <a:lvl8pPr algn="l">
              <a:buNone/>
              <a:defRPr sz="3225" b="1">
                <a:solidFill>
                  <a:srgbClr val="102A43"/>
                </a:solidFill>
                <a:latin typeface="Arial"/>
                <a:ea typeface="Arial"/>
                <a:cs typeface="Arial"/>
              </a:defRPr>
            </a:lvl8pPr>
            <a:lvl9pPr algn="l">
              <a:buNone/>
              <a:defRPr sz="3225" b="1">
                <a:solidFill>
                  <a:srgbClr val="102A43"/>
                </a:solidFill>
                <a:latin typeface="Arial"/>
                <a:ea typeface="Arial"/>
                <a:cs typeface="Arial"/>
              </a:defRPr>
            </a:lvl9pPr>
          </a:lstStyle>
          <a:p xmlns:a="http://schemas.openxmlformats.org/drawingml/2006/main">
            <a:pPr algn="l">
              <a:buNone/>
              <a:defRPr sz="3225" b="1">
                <a:solidFill>
                  <a:srgbClr val="102A43"/>
                </a:solidFill>
                <a:latin typeface="Arial"/>
                <a:ea typeface="Arial"/>
                <a:cs typeface="Arial"/>
              </a:defRPr>
            </a:pPr>
            <a:r>
              <a:rPr sz="3225" b="1">
                <a:solidFill>
                  <a:srgbClr val="102A43"/>
                </a:solidFill>
                <a:latin typeface="Arial"/>
                <a:ea typeface="Arial"/>
                <a:cs typeface="Arial"/>
              </a:rPr>
              <a:t>Biết đúng bước tiếp theo,</a:t>
            </a:r>
          </a:p>
          <a:p xmlns:a="http://schemas.openxmlformats.org/drawingml/2006/main">
            <a:pPr algn="l">
              <a:buNone/>
              <a:defRPr sz="3225" b="1">
                <a:solidFill>
                  <a:srgbClr val="102A43"/>
                </a:solidFill>
                <a:latin typeface="Arial"/>
                <a:ea typeface="Arial"/>
                <a:cs typeface="Arial"/>
              </a:defRPr>
            </a:pPr>
            <a:r>
              <a:rPr sz="3225" b="1">
                <a:solidFill>
                  <a:srgbClr val="102A43"/>
                </a:solidFill>
                <a:latin typeface="Arial"/>
                <a:ea typeface="Arial"/>
                <a:cs typeface="Arial"/>
              </a:rPr>
              <a:t>đúng nơi và đúng thời điểm.</a:t>
            </a:r>
          </a:p>
        </p:txBody>
      </p:sp>
      <p:pic>
        <p:nvPicPr>
          <p:cNvPr id="7" name="">
            <a:extLst xmlns:a="http://schemas.openxmlformats.org/drawingml/2006/main">
              <a:ext uri="{FF2B5EF4-FFF2-40B4-BE49-F238E27FC236}">
                <a16:creationId xmlns:a16="http://schemas.microsoft.com/office/drawing/2014/main" id="{3AE22B9F-157D-4869-911A-96846F793FAD}"/>
              </a:ext>
            </a:extLst>
          </p:cNvPr>
          <p:cNvPicPr>
            <a:picLocks xmlns:a="http://schemas.openxmlformats.org/drawingml/2006/main" noChangeAspect="1"/>
          </p:cNvPicPr>
          <p:nvPr/>
        </p:nvPicPr>
        <p:blipFill>
          <a:blip xmlns:r="http://schemas.openxmlformats.org/officeDocument/2006/relationships" xmlns:a="http://schemas.openxmlformats.org/drawingml/2006/main" r:embed="Recf68f7b26684075"/>
          <a:stretch xmlns:a="http://schemas.openxmlformats.org/drawingml/2006/main"/>
        </p:blipFill>
        <p:spPr>
          <a:xfrm xmlns:a="http://schemas.openxmlformats.org/drawingml/2006/main">
            <a:off x="8227219" y="1666875"/>
            <a:ext cx="3071813" cy="2047875"/>
          </a:xfrm>
          <a:prstGeom xmlns:a="http://schemas.openxmlformats.org/drawingml/2006/main" prst="rect">
            <a:avLst/>
          </a:prstGeom>
        </p:spPr>
      </p:pic>
      <p:sp>
        <p:nvSpPr>
          <p:cNvPr id="8" name="diagram-54">
            <a:extLst xmlns:a="http://schemas.openxmlformats.org/drawingml/2006/main">
              <a:ext uri="{FF2B5EF4-FFF2-40B4-BE49-F238E27FC236}">
                <a16:creationId xmlns:a16="http://schemas.microsoft.com/office/drawing/2014/main" id="{5010979A-70CA-4230-AA11-7DF87B2E9132}"/>
              </a:ext>
            </a:extLst>
          </p:cNvPr>
          <p:cNvSpPr>
            <a:spLocks xmlns:a="http://schemas.openxmlformats.org/drawingml/2006/main" noGrp="1"/>
          </p:cNvSpPr>
          <p:nvPr/>
        </p:nvSpPr>
        <p:spPr>
          <a:xfrm xmlns:a="http://schemas.openxmlformats.org/drawingml/2006/main">
            <a:off x="66675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buNone/>
              <a:defRPr sz="1425" b="1">
                <a:solidFill>
                  <a:srgbClr val="246BCE"/>
                </a:solidFill>
                <a:latin typeface="Arial"/>
                <a:ea typeface="Arial"/>
                <a:cs typeface="Arial"/>
              </a:defRPr>
            </a:lvl1pPr>
            <a:lvl2pPr algn="l">
              <a:buNone/>
              <a:defRPr sz="1425" b="1">
                <a:solidFill>
                  <a:srgbClr val="246BCE"/>
                </a:solidFill>
                <a:latin typeface="Arial"/>
                <a:ea typeface="Arial"/>
                <a:cs typeface="Arial"/>
              </a:defRPr>
            </a:lvl2pPr>
            <a:lvl3pPr algn="l">
              <a:buNone/>
              <a:defRPr sz="1425" b="1">
                <a:solidFill>
                  <a:srgbClr val="246BCE"/>
                </a:solidFill>
                <a:latin typeface="Arial"/>
                <a:ea typeface="Arial"/>
                <a:cs typeface="Arial"/>
              </a:defRPr>
            </a:lvl3pPr>
            <a:lvl4pPr algn="l">
              <a:buNone/>
              <a:defRPr sz="1425" b="1">
                <a:solidFill>
                  <a:srgbClr val="246BCE"/>
                </a:solidFill>
                <a:latin typeface="Arial"/>
                <a:ea typeface="Arial"/>
                <a:cs typeface="Arial"/>
              </a:defRPr>
            </a:lvl4pPr>
            <a:lvl5pPr algn="l">
              <a:buNone/>
              <a:defRPr sz="1425" b="1">
                <a:solidFill>
                  <a:srgbClr val="246BCE"/>
                </a:solidFill>
                <a:latin typeface="Arial"/>
                <a:ea typeface="Arial"/>
                <a:cs typeface="Arial"/>
              </a:defRPr>
            </a:lvl5pPr>
            <a:lvl6pPr algn="l">
              <a:buNone/>
              <a:defRPr sz="1425" b="1">
                <a:solidFill>
                  <a:srgbClr val="246BCE"/>
                </a:solidFill>
                <a:latin typeface="Arial"/>
                <a:ea typeface="Arial"/>
                <a:cs typeface="Arial"/>
              </a:defRPr>
            </a:lvl6pPr>
            <a:lvl7pPr algn="l">
              <a:buNone/>
              <a:defRPr sz="1425" b="1">
                <a:solidFill>
                  <a:srgbClr val="246BCE"/>
                </a:solidFill>
                <a:latin typeface="Arial"/>
                <a:ea typeface="Arial"/>
                <a:cs typeface="Arial"/>
              </a:defRPr>
            </a:lvl7pPr>
            <a:lvl8pPr algn="l">
              <a:buNone/>
              <a:defRPr sz="1425" b="1">
                <a:solidFill>
                  <a:srgbClr val="246BCE"/>
                </a:solidFill>
                <a:latin typeface="Arial"/>
                <a:ea typeface="Arial"/>
                <a:cs typeface="Arial"/>
              </a:defRPr>
            </a:lvl8pPr>
            <a:lvl9pPr algn="l">
              <a:buNone/>
              <a:defRPr sz="1425" b="1">
                <a:solidFill>
                  <a:srgbClr val="246BCE"/>
                </a:solidFill>
                <a:latin typeface="Arial"/>
                <a:ea typeface="Arial"/>
                <a:cs typeface="Arial"/>
              </a:defRPr>
            </a:lvl9pPr>
          </a:lstStyle>
          <a:p xmlns:a="http://schemas.openxmlformats.org/drawingml/2006/main">
            <a:pPr algn="l">
              <a:buNone/>
              <a:defRPr sz="1425" b="1">
                <a:solidFill>
                  <a:srgbClr val="246BCE"/>
                </a:solidFill>
                <a:latin typeface="Arial"/>
                <a:ea typeface="Arial"/>
                <a:cs typeface="Arial"/>
              </a:defRPr>
            </a:pPr>
            <a:r>
              <a:rPr sz="1425" b="1">
                <a:solidFill>
                  <a:srgbClr val="246BCE"/>
                </a:solidFill>
                <a:latin typeface="Arial"/>
                <a:ea typeface="Arial"/>
                <a:cs typeface="Arial"/>
              </a:rPr>
              <a:t>CHO AI</a:t>
            </a:r>
          </a:p>
        </p:txBody>
      </p:sp>
      <p:sp>
        <p:nvSpPr>
          <p:cNvPr id="9" name="diagram-55">
            <a:extLst xmlns:a="http://schemas.openxmlformats.org/drawingml/2006/main">
              <a:ext uri="{FF2B5EF4-FFF2-40B4-BE49-F238E27FC236}">
                <a16:creationId xmlns:a16="http://schemas.microsoft.com/office/drawing/2014/main" id="{0EA257C4-BE57-4B0B-BF7B-6F2BEFC5C6FA}"/>
              </a:ext>
            </a:extLst>
          </p:cNvPr>
          <p:cNvSpPr>
            <a:spLocks xmlns:a="http://schemas.openxmlformats.org/drawingml/2006/main" noGrp="1"/>
          </p:cNvSpPr>
          <p:nvPr/>
        </p:nvSpPr>
        <p:spPr>
          <a:xfrm xmlns:a="http://schemas.openxmlformats.org/drawingml/2006/main">
            <a:off x="666750" y="4429125"/>
            <a:ext cx="3476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buNone/>
              <a:defRPr sz="2100" b="0">
                <a:solidFill>
                  <a:srgbClr val="102A43"/>
                </a:solidFill>
                <a:latin typeface="Arial"/>
                <a:ea typeface="Arial"/>
                <a:cs typeface="Arial"/>
              </a:defRPr>
            </a:lvl1pPr>
            <a:lvl2pPr algn="l">
              <a:buNone/>
              <a:defRPr sz="2100" b="0">
                <a:solidFill>
                  <a:srgbClr val="102A43"/>
                </a:solidFill>
                <a:latin typeface="Arial"/>
                <a:ea typeface="Arial"/>
                <a:cs typeface="Arial"/>
              </a:defRPr>
            </a:lvl2pPr>
            <a:lvl3pPr algn="l">
              <a:buNone/>
              <a:defRPr sz="2100" b="0">
                <a:solidFill>
                  <a:srgbClr val="102A43"/>
                </a:solidFill>
                <a:latin typeface="Arial"/>
                <a:ea typeface="Arial"/>
                <a:cs typeface="Arial"/>
              </a:defRPr>
            </a:lvl3pPr>
            <a:lvl4pPr algn="l">
              <a:buNone/>
              <a:defRPr sz="2100" b="0">
                <a:solidFill>
                  <a:srgbClr val="102A43"/>
                </a:solidFill>
                <a:latin typeface="Arial"/>
                <a:ea typeface="Arial"/>
                <a:cs typeface="Arial"/>
              </a:defRPr>
            </a:lvl4pPr>
            <a:lvl5pPr algn="l">
              <a:buNone/>
              <a:defRPr sz="2100" b="0">
                <a:solidFill>
                  <a:srgbClr val="102A43"/>
                </a:solidFill>
                <a:latin typeface="Arial"/>
                <a:ea typeface="Arial"/>
                <a:cs typeface="Arial"/>
              </a:defRPr>
            </a:lvl5pPr>
            <a:lvl6pPr algn="l">
              <a:buNone/>
              <a:defRPr sz="2100" b="0">
                <a:solidFill>
                  <a:srgbClr val="102A43"/>
                </a:solidFill>
                <a:latin typeface="Arial"/>
                <a:ea typeface="Arial"/>
                <a:cs typeface="Arial"/>
              </a:defRPr>
            </a:lvl6pPr>
            <a:lvl7pPr algn="l">
              <a:buNone/>
              <a:defRPr sz="2100" b="0">
                <a:solidFill>
                  <a:srgbClr val="102A43"/>
                </a:solidFill>
                <a:latin typeface="Arial"/>
                <a:ea typeface="Arial"/>
                <a:cs typeface="Arial"/>
              </a:defRPr>
            </a:lvl7pPr>
            <a:lvl8pPr algn="l">
              <a:buNone/>
              <a:defRPr sz="2100" b="0">
                <a:solidFill>
                  <a:srgbClr val="102A43"/>
                </a:solidFill>
                <a:latin typeface="Arial"/>
                <a:ea typeface="Arial"/>
                <a:cs typeface="Arial"/>
              </a:defRPr>
            </a:lvl8pPr>
            <a:lvl9pPr algn="l">
              <a:buNone/>
              <a:defRPr sz="2100" b="0">
                <a:solidFill>
                  <a:srgbClr val="102A43"/>
                </a:solidFill>
                <a:latin typeface="Arial"/>
                <a:ea typeface="Arial"/>
                <a:cs typeface="Arial"/>
              </a:defRPr>
            </a:lvl9pPr>
          </a:lstStyle>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Người khám ngoại trú</a:t>
            </a:r>
          </a:p>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qua nhiều điểm dịch vụ</a:t>
            </a:r>
          </a:p>
        </p:txBody>
      </p:sp>
      <p:sp>
        <p:nvSpPr>
          <p:cNvPr id="10" name="diagram-56">
            <a:extLst xmlns:a="http://schemas.openxmlformats.org/drawingml/2006/main">
              <a:ext uri="{FF2B5EF4-FFF2-40B4-BE49-F238E27FC236}">
                <a16:creationId xmlns:a16="http://schemas.microsoft.com/office/drawing/2014/main" id="{CA9E3056-5D17-44C1-87B9-B8E267E01E66}"/>
              </a:ext>
            </a:extLst>
          </p:cNvPr>
          <p:cNvSpPr>
            <a:spLocks xmlns:a="http://schemas.openxmlformats.org/drawingml/2006/main" noGrp="1"/>
          </p:cNvSpPr>
          <p:nvPr/>
        </p:nvSpPr>
        <p:spPr>
          <a:xfrm xmlns:a="http://schemas.openxmlformats.org/drawingml/2006/main">
            <a:off x="466725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buNone/>
              <a:defRPr sz="1425" b="1">
                <a:solidFill>
                  <a:srgbClr val="246BCE"/>
                </a:solidFill>
                <a:latin typeface="Arial"/>
                <a:ea typeface="Arial"/>
                <a:cs typeface="Arial"/>
              </a:defRPr>
            </a:lvl1pPr>
            <a:lvl2pPr algn="l">
              <a:buNone/>
              <a:defRPr sz="1425" b="1">
                <a:solidFill>
                  <a:srgbClr val="246BCE"/>
                </a:solidFill>
                <a:latin typeface="Arial"/>
                <a:ea typeface="Arial"/>
                <a:cs typeface="Arial"/>
              </a:defRPr>
            </a:lvl2pPr>
            <a:lvl3pPr algn="l">
              <a:buNone/>
              <a:defRPr sz="1425" b="1">
                <a:solidFill>
                  <a:srgbClr val="246BCE"/>
                </a:solidFill>
                <a:latin typeface="Arial"/>
                <a:ea typeface="Arial"/>
                <a:cs typeface="Arial"/>
              </a:defRPr>
            </a:lvl3pPr>
            <a:lvl4pPr algn="l">
              <a:buNone/>
              <a:defRPr sz="1425" b="1">
                <a:solidFill>
                  <a:srgbClr val="246BCE"/>
                </a:solidFill>
                <a:latin typeface="Arial"/>
                <a:ea typeface="Arial"/>
                <a:cs typeface="Arial"/>
              </a:defRPr>
            </a:lvl4pPr>
            <a:lvl5pPr algn="l">
              <a:buNone/>
              <a:defRPr sz="1425" b="1">
                <a:solidFill>
                  <a:srgbClr val="246BCE"/>
                </a:solidFill>
                <a:latin typeface="Arial"/>
                <a:ea typeface="Arial"/>
                <a:cs typeface="Arial"/>
              </a:defRPr>
            </a:lvl5pPr>
            <a:lvl6pPr algn="l">
              <a:buNone/>
              <a:defRPr sz="1425" b="1">
                <a:solidFill>
                  <a:srgbClr val="246BCE"/>
                </a:solidFill>
                <a:latin typeface="Arial"/>
                <a:ea typeface="Arial"/>
                <a:cs typeface="Arial"/>
              </a:defRPr>
            </a:lvl6pPr>
            <a:lvl7pPr algn="l">
              <a:buNone/>
              <a:defRPr sz="1425" b="1">
                <a:solidFill>
                  <a:srgbClr val="246BCE"/>
                </a:solidFill>
                <a:latin typeface="Arial"/>
                <a:ea typeface="Arial"/>
                <a:cs typeface="Arial"/>
              </a:defRPr>
            </a:lvl7pPr>
            <a:lvl8pPr algn="l">
              <a:buNone/>
              <a:defRPr sz="1425" b="1">
                <a:solidFill>
                  <a:srgbClr val="246BCE"/>
                </a:solidFill>
                <a:latin typeface="Arial"/>
                <a:ea typeface="Arial"/>
                <a:cs typeface="Arial"/>
              </a:defRPr>
            </a:lvl8pPr>
            <a:lvl9pPr algn="l">
              <a:buNone/>
              <a:defRPr sz="1425" b="1">
                <a:solidFill>
                  <a:srgbClr val="246BCE"/>
                </a:solidFill>
                <a:latin typeface="Arial"/>
                <a:ea typeface="Arial"/>
                <a:cs typeface="Arial"/>
              </a:defRPr>
            </a:lvl9pPr>
          </a:lstStyle>
          <a:p xmlns:a="http://schemas.openxmlformats.org/drawingml/2006/main">
            <a:pPr algn="l">
              <a:buNone/>
              <a:defRPr sz="1425" b="1">
                <a:solidFill>
                  <a:srgbClr val="246BCE"/>
                </a:solidFill>
                <a:latin typeface="Arial"/>
                <a:ea typeface="Arial"/>
                <a:cs typeface="Arial"/>
              </a:defRPr>
            </a:pPr>
            <a:r>
              <a:rPr sz="1425" b="1">
                <a:solidFill>
                  <a:srgbClr val="246BCE"/>
                </a:solidFill>
                <a:latin typeface="Arial"/>
                <a:ea typeface="Arial"/>
                <a:cs typeface="Arial"/>
              </a:rPr>
              <a:t>VẤN ĐỀ</a:t>
            </a:r>
          </a:p>
        </p:txBody>
      </p:sp>
      <p:sp>
        <p:nvSpPr>
          <p:cNvPr id="11" name="diagram-57">
            <a:extLst xmlns:a="http://schemas.openxmlformats.org/drawingml/2006/main">
              <a:ext uri="{FF2B5EF4-FFF2-40B4-BE49-F238E27FC236}">
                <a16:creationId xmlns:a16="http://schemas.microsoft.com/office/drawing/2014/main" id="{1E4FCE50-90A4-483C-9E54-A585DD23DC8A}"/>
              </a:ext>
            </a:extLst>
          </p:cNvPr>
          <p:cNvSpPr>
            <a:spLocks xmlns:a="http://schemas.openxmlformats.org/drawingml/2006/main" noGrp="1"/>
          </p:cNvSpPr>
          <p:nvPr/>
        </p:nvSpPr>
        <p:spPr>
          <a:xfrm xmlns:a="http://schemas.openxmlformats.org/drawingml/2006/main">
            <a:off x="4667250" y="4429125"/>
            <a:ext cx="323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buNone/>
              <a:defRPr sz="2100" b="0">
                <a:solidFill>
                  <a:srgbClr val="102A43"/>
                </a:solidFill>
                <a:latin typeface="Arial"/>
                <a:ea typeface="Arial"/>
                <a:cs typeface="Arial"/>
              </a:defRPr>
            </a:lvl1pPr>
            <a:lvl2pPr algn="l">
              <a:buNone/>
              <a:defRPr sz="2100" b="0">
                <a:solidFill>
                  <a:srgbClr val="102A43"/>
                </a:solidFill>
                <a:latin typeface="Arial"/>
                <a:ea typeface="Arial"/>
                <a:cs typeface="Arial"/>
              </a:defRPr>
            </a:lvl2pPr>
            <a:lvl3pPr algn="l">
              <a:buNone/>
              <a:defRPr sz="2100" b="0">
                <a:solidFill>
                  <a:srgbClr val="102A43"/>
                </a:solidFill>
                <a:latin typeface="Arial"/>
                <a:ea typeface="Arial"/>
                <a:cs typeface="Arial"/>
              </a:defRPr>
            </a:lvl3pPr>
            <a:lvl4pPr algn="l">
              <a:buNone/>
              <a:defRPr sz="2100" b="0">
                <a:solidFill>
                  <a:srgbClr val="102A43"/>
                </a:solidFill>
                <a:latin typeface="Arial"/>
                <a:ea typeface="Arial"/>
                <a:cs typeface="Arial"/>
              </a:defRPr>
            </a:lvl4pPr>
            <a:lvl5pPr algn="l">
              <a:buNone/>
              <a:defRPr sz="2100" b="0">
                <a:solidFill>
                  <a:srgbClr val="102A43"/>
                </a:solidFill>
                <a:latin typeface="Arial"/>
                <a:ea typeface="Arial"/>
                <a:cs typeface="Arial"/>
              </a:defRPr>
            </a:lvl5pPr>
            <a:lvl6pPr algn="l">
              <a:buNone/>
              <a:defRPr sz="2100" b="0">
                <a:solidFill>
                  <a:srgbClr val="102A43"/>
                </a:solidFill>
                <a:latin typeface="Arial"/>
                <a:ea typeface="Arial"/>
                <a:cs typeface="Arial"/>
              </a:defRPr>
            </a:lvl6pPr>
            <a:lvl7pPr algn="l">
              <a:buNone/>
              <a:defRPr sz="2100" b="0">
                <a:solidFill>
                  <a:srgbClr val="102A43"/>
                </a:solidFill>
                <a:latin typeface="Arial"/>
                <a:ea typeface="Arial"/>
                <a:cs typeface="Arial"/>
              </a:defRPr>
            </a:lvl7pPr>
            <a:lvl8pPr algn="l">
              <a:buNone/>
              <a:defRPr sz="2100" b="0">
                <a:solidFill>
                  <a:srgbClr val="102A43"/>
                </a:solidFill>
                <a:latin typeface="Arial"/>
                <a:ea typeface="Arial"/>
                <a:cs typeface="Arial"/>
              </a:defRPr>
            </a:lvl8pPr>
            <a:lvl9pPr algn="l">
              <a:buNone/>
              <a:defRPr sz="2100" b="0">
                <a:solidFill>
                  <a:srgbClr val="102A43"/>
                </a:solidFill>
                <a:latin typeface="Arial"/>
                <a:ea typeface="Arial"/>
                <a:cs typeface="Arial"/>
              </a:defRPr>
            </a:lvl9pPr>
          </a:lstStyle>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Thông tin chuyển bước</a:t>
            </a:r>
          </a:p>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chưa liền mạch</a:t>
            </a:r>
          </a:p>
        </p:txBody>
      </p:sp>
      <p:sp>
        <p:nvSpPr>
          <p:cNvPr id="12" name="diagram-58">
            <a:extLst xmlns:a="http://schemas.openxmlformats.org/drawingml/2006/main">
              <a:ext uri="{FF2B5EF4-FFF2-40B4-BE49-F238E27FC236}">
                <a16:creationId xmlns:a16="http://schemas.microsoft.com/office/drawing/2014/main" id="{D2A80C2F-C1E8-4273-A4E8-642A635813A8}"/>
              </a:ext>
            </a:extLst>
          </p:cNvPr>
          <p:cNvSpPr>
            <a:spLocks xmlns:a="http://schemas.openxmlformats.org/drawingml/2006/main" noGrp="1"/>
          </p:cNvSpPr>
          <p:nvPr/>
        </p:nvSpPr>
        <p:spPr>
          <a:xfrm xmlns:a="http://schemas.openxmlformats.org/drawingml/2006/main">
            <a:off x="857250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buNone/>
              <a:defRPr sz="1425" b="1">
                <a:solidFill>
                  <a:srgbClr val="246BCE"/>
                </a:solidFill>
                <a:latin typeface="Arial"/>
                <a:ea typeface="Arial"/>
                <a:cs typeface="Arial"/>
              </a:defRPr>
            </a:lvl1pPr>
            <a:lvl2pPr algn="l">
              <a:buNone/>
              <a:defRPr sz="1425" b="1">
                <a:solidFill>
                  <a:srgbClr val="246BCE"/>
                </a:solidFill>
                <a:latin typeface="Arial"/>
                <a:ea typeface="Arial"/>
                <a:cs typeface="Arial"/>
              </a:defRPr>
            </a:lvl2pPr>
            <a:lvl3pPr algn="l">
              <a:buNone/>
              <a:defRPr sz="1425" b="1">
                <a:solidFill>
                  <a:srgbClr val="246BCE"/>
                </a:solidFill>
                <a:latin typeface="Arial"/>
                <a:ea typeface="Arial"/>
                <a:cs typeface="Arial"/>
              </a:defRPr>
            </a:lvl3pPr>
            <a:lvl4pPr algn="l">
              <a:buNone/>
              <a:defRPr sz="1425" b="1">
                <a:solidFill>
                  <a:srgbClr val="246BCE"/>
                </a:solidFill>
                <a:latin typeface="Arial"/>
                <a:ea typeface="Arial"/>
                <a:cs typeface="Arial"/>
              </a:defRPr>
            </a:lvl4pPr>
            <a:lvl5pPr algn="l">
              <a:buNone/>
              <a:defRPr sz="1425" b="1">
                <a:solidFill>
                  <a:srgbClr val="246BCE"/>
                </a:solidFill>
                <a:latin typeface="Arial"/>
                <a:ea typeface="Arial"/>
                <a:cs typeface="Arial"/>
              </a:defRPr>
            </a:lvl5pPr>
            <a:lvl6pPr algn="l">
              <a:buNone/>
              <a:defRPr sz="1425" b="1">
                <a:solidFill>
                  <a:srgbClr val="246BCE"/>
                </a:solidFill>
                <a:latin typeface="Arial"/>
                <a:ea typeface="Arial"/>
                <a:cs typeface="Arial"/>
              </a:defRPr>
            </a:lvl6pPr>
            <a:lvl7pPr algn="l">
              <a:buNone/>
              <a:defRPr sz="1425" b="1">
                <a:solidFill>
                  <a:srgbClr val="246BCE"/>
                </a:solidFill>
                <a:latin typeface="Arial"/>
                <a:ea typeface="Arial"/>
                <a:cs typeface="Arial"/>
              </a:defRPr>
            </a:lvl7pPr>
            <a:lvl8pPr algn="l">
              <a:buNone/>
              <a:defRPr sz="1425" b="1">
                <a:solidFill>
                  <a:srgbClr val="246BCE"/>
                </a:solidFill>
                <a:latin typeface="Arial"/>
                <a:ea typeface="Arial"/>
                <a:cs typeface="Arial"/>
              </a:defRPr>
            </a:lvl8pPr>
            <a:lvl9pPr algn="l">
              <a:buNone/>
              <a:defRPr sz="1425" b="1">
                <a:solidFill>
                  <a:srgbClr val="246BCE"/>
                </a:solidFill>
                <a:latin typeface="Arial"/>
                <a:ea typeface="Arial"/>
                <a:cs typeface="Arial"/>
              </a:defRPr>
            </a:lvl9pPr>
          </a:lstStyle>
          <a:p xmlns:a="http://schemas.openxmlformats.org/drawingml/2006/main">
            <a:pPr algn="l">
              <a:buNone/>
              <a:defRPr sz="1425" b="1">
                <a:solidFill>
                  <a:srgbClr val="246BCE"/>
                </a:solidFill>
                <a:latin typeface="Arial"/>
                <a:ea typeface="Arial"/>
                <a:cs typeface="Arial"/>
              </a:defRPr>
            </a:pPr>
            <a:r>
              <a:rPr sz="1425" b="1">
                <a:solidFill>
                  <a:srgbClr val="246BCE"/>
                </a:solidFill>
                <a:latin typeface="Arial"/>
                <a:ea typeface="Arial"/>
                <a:cs typeface="Arial"/>
              </a:rPr>
              <a:t>MONG MUỐN</a:t>
            </a:r>
          </a:p>
        </p:txBody>
      </p:sp>
      <p:sp>
        <p:nvSpPr>
          <p:cNvPr id="13" name="diagram-59">
            <a:extLst xmlns:a="http://schemas.openxmlformats.org/drawingml/2006/main">
              <a:ext uri="{FF2B5EF4-FFF2-40B4-BE49-F238E27FC236}">
                <a16:creationId xmlns:a16="http://schemas.microsoft.com/office/drawing/2014/main" id="{12C9CCD1-0B38-418F-A130-9B238A510E95}"/>
              </a:ext>
            </a:extLst>
          </p:cNvPr>
          <p:cNvSpPr>
            <a:spLocks xmlns:a="http://schemas.openxmlformats.org/drawingml/2006/main" noGrp="1"/>
          </p:cNvSpPr>
          <p:nvPr/>
        </p:nvSpPr>
        <p:spPr>
          <a:xfrm xmlns:a="http://schemas.openxmlformats.org/drawingml/2006/main">
            <a:off x="8572500" y="4429125"/>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buNone/>
              <a:defRPr sz="2100" b="0">
                <a:solidFill>
                  <a:srgbClr val="102A43"/>
                </a:solidFill>
                <a:latin typeface="Arial"/>
                <a:ea typeface="Arial"/>
                <a:cs typeface="Arial"/>
              </a:defRPr>
            </a:lvl1pPr>
            <a:lvl2pPr algn="l">
              <a:buNone/>
              <a:defRPr sz="2100" b="0">
                <a:solidFill>
                  <a:srgbClr val="102A43"/>
                </a:solidFill>
                <a:latin typeface="Arial"/>
                <a:ea typeface="Arial"/>
                <a:cs typeface="Arial"/>
              </a:defRPr>
            </a:lvl2pPr>
            <a:lvl3pPr algn="l">
              <a:buNone/>
              <a:defRPr sz="2100" b="0">
                <a:solidFill>
                  <a:srgbClr val="102A43"/>
                </a:solidFill>
                <a:latin typeface="Arial"/>
                <a:ea typeface="Arial"/>
                <a:cs typeface="Arial"/>
              </a:defRPr>
            </a:lvl3pPr>
            <a:lvl4pPr algn="l">
              <a:buNone/>
              <a:defRPr sz="2100" b="0">
                <a:solidFill>
                  <a:srgbClr val="102A43"/>
                </a:solidFill>
                <a:latin typeface="Arial"/>
                <a:ea typeface="Arial"/>
                <a:cs typeface="Arial"/>
              </a:defRPr>
            </a:lvl4pPr>
            <a:lvl5pPr algn="l">
              <a:buNone/>
              <a:defRPr sz="2100" b="0">
                <a:solidFill>
                  <a:srgbClr val="102A43"/>
                </a:solidFill>
                <a:latin typeface="Arial"/>
                <a:ea typeface="Arial"/>
                <a:cs typeface="Arial"/>
              </a:defRPr>
            </a:lvl5pPr>
            <a:lvl6pPr algn="l">
              <a:buNone/>
              <a:defRPr sz="2100" b="0">
                <a:solidFill>
                  <a:srgbClr val="102A43"/>
                </a:solidFill>
                <a:latin typeface="Arial"/>
                <a:ea typeface="Arial"/>
                <a:cs typeface="Arial"/>
              </a:defRPr>
            </a:lvl6pPr>
            <a:lvl7pPr algn="l">
              <a:buNone/>
              <a:defRPr sz="2100" b="0">
                <a:solidFill>
                  <a:srgbClr val="102A43"/>
                </a:solidFill>
                <a:latin typeface="Arial"/>
                <a:ea typeface="Arial"/>
                <a:cs typeface="Arial"/>
              </a:defRPr>
            </a:lvl7pPr>
            <a:lvl8pPr algn="l">
              <a:buNone/>
              <a:defRPr sz="2100" b="0">
                <a:solidFill>
                  <a:srgbClr val="102A43"/>
                </a:solidFill>
                <a:latin typeface="Arial"/>
                <a:ea typeface="Arial"/>
                <a:cs typeface="Arial"/>
              </a:defRPr>
            </a:lvl8pPr>
            <a:lvl9pPr algn="l">
              <a:buNone/>
              <a:defRPr sz="2100" b="0">
                <a:solidFill>
                  <a:srgbClr val="102A43"/>
                </a:solidFill>
                <a:latin typeface="Arial"/>
                <a:ea typeface="Arial"/>
                <a:cs typeface="Arial"/>
              </a:defRPr>
            </a:lvl9pPr>
          </a:lstStyle>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Giảm hỏi lại, chờ và</a:t>
            </a:r>
          </a:p>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di chuyển không cần thiết</a:t>
            </a:r>
          </a:p>
        </p:txBody>
      </p:sp>
      <p:sp>
        <p:nvSpPr>
          <p:cNvPr id="14" name="diagram-60">
            <a:extLst xmlns:a="http://schemas.openxmlformats.org/drawingml/2006/main">
              <a:ext uri="{FF2B5EF4-FFF2-40B4-BE49-F238E27FC236}">
                <a16:creationId xmlns:a16="http://schemas.microsoft.com/office/drawing/2014/main" id="{B9DDFC0E-16AC-4A29-9360-4B28B8FA9519}"/>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xmlns:a="http://schemas.openxmlformats.org/drawingml/2006/main">
            <a:pPr algn="l">
              <a:buNone/>
              <a:defRPr sz="1125" b="0">
                <a:solidFill>
                  <a:srgbClr val="526773"/>
                </a:solidFill>
                <a:latin typeface="Arial"/>
                <a:ea typeface="Arial"/>
                <a:cs typeface="Arial"/>
              </a:defRPr>
            </a:pPr>
            <a:r>
              <a:rPr sz="1125" b="0">
                <a:solidFill>
                  <a:srgbClr val="526773"/>
                </a:solidFill>
                <a:latin typeface="Arial"/>
                <a:ea typeface="Arial"/>
                <a:cs typeface="Arial"/>
              </a:rPr>
              <a:t>Giả thuyết thiết kế; cần kiểm chứng hiệu quả với người dùng.</a:t>
            </a:r>
          </a:p>
        </p:txBody>
      </p:sp>
      <p:sp>
        <p:nvSpPr>
          <p:cNvPr id="15" name="diagram-61">
            <a:extLst xmlns:a="http://schemas.openxmlformats.org/drawingml/2006/main">
              <a:ext uri="{FF2B5EF4-FFF2-40B4-BE49-F238E27FC236}">
                <a16:creationId xmlns:a16="http://schemas.microsoft.com/office/drawing/2014/main" id="{DD5DA6F9-FBC5-498A-9539-1DE34652AF55}"/>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xmlns:a="http://schemas.openxmlformats.org/drawingml/2006/main">
            <a:pPr algn="r">
              <a:buNone/>
              <a:defRPr sz="1275" b="1">
                <a:solidFill>
                  <a:srgbClr val="246BCE"/>
                </a:solidFill>
                <a:latin typeface="Arial"/>
                <a:ea typeface="Arial"/>
                <a:cs typeface="Arial"/>
              </a:defRPr>
            </a:pPr>
            <a:r>
              <a:rPr sz="1275" b="1">
                <a:solidFill>
                  <a:srgbClr val="246BCE"/>
                </a:solidFill>
                <a:latin typeface="Arial"/>
                <a:ea typeface="Arial"/>
                <a:cs typeface="Arial"/>
              </a:rPr>
              <a:t>04</a:t>
            </a:r>
          </a:p>
        </p:txBody>
      </p:sp>
    </p:spTree>
    <p:extLst>
      <p:ext uri="{BB962C8B-B14F-4D97-AF65-F5344CB8AC3E}">
        <p14:creationId xmlns:p14="http://schemas.microsoft.com/office/powerpoint/2010/main" val="1247863641"/>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0" name="diagram-62">
            <a:extLst xmlns:a="http://schemas.openxmlformats.org/drawingml/2006/main">
              <a:ext uri="{FF2B5EF4-FFF2-40B4-BE49-F238E27FC236}">
                <a16:creationId xmlns:a16="http://schemas.microsoft.com/office/drawing/2014/main" id="{8165653F-CC48-47F0-83BF-7F5036A2AD36}"/>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xmlns:a="http://schemas.openxmlformats.org/drawingml/2006/main">
            <a:pPr algn="l">
              <a:buNone/>
              <a:defRPr sz="3150" b="1">
                <a:solidFill>
                  <a:srgbClr val="102A43"/>
                </a:solidFill>
                <a:latin typeface="Arial"/>
                <a:ea typeface="Arial"/>
                <a:cs typeface="Arial"/>
              </a:defRPr>
            </a:pPr>
            <a:r>
              <a:rPr sz="3150" b="1">
                <a:solidFill>
                  <a:srgbClr val="102A43"/>
                </a:solidFill>
                <a:latin typeface="Arial"/>
                <a:ea typeface="Arial"/>
                <a:cs typeface="Arial"/>
              </a:rPr>
              <a:t>Ba thực hành quốc tế tham khảo</a:t>
            </a:r>
          </a:p>
        </p:txBody>
      </p:sp>
      <p:sp>
        <p:nvSpPr>
          <p:cNvPr id="2" name="diagram-63">
            <a:extLst xmlns:a="http://schemas.openxmlformats.org/drawingml/2006/main">
              <a:ext uri="{FF2B5EF4-FFF2-40B4-BE49-F238E27FC236}">
                <a16:creationId xmlns:a16="http://schemas.microsoft.com/office/drawing/2014/main" id="{DCCF413A-20DE-4438-A20C-5A42449D06BB}"/>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Bài học áp dụng cho hướng dẫn chuyển bước</a:t>
            </a:r>
          </a:p>
        </p:txBody>
      </p:sp>
      <p:pic>
        <p:nvPicPr>
          <p:cNvPr id="3" name="">
            <a:extLst xmlns:a="http://schemas.openxmlformats.org/drawingml/2006/main">
              <a:ext uri="{FF2B5EF4-FFF2-40B4-BE49-F238E27FC236}">
                <a16:creationId xmlns:a16="http://schemas.microsoft.com/office/drawing/2014/main" id="{ABD2AF39-ECE5-44A0-83E0-2D463D06C338}"/>
              </a:ext>
            </a:extLst>
          </p:cNvPr>
          <p:cNvPicPr>
            <a:picLocks xmlns:a="http://schemas.openxmlformats.org/drawingml/2006/main" noChangeAspect="1"/>
          </p:cNvPicPr>
          <p:nvPr/>
        </p:nvPicPr>
        <p:blipFill>
          <a:blip xmlns:r="http://schemas.openxmlformats.org/officeDocument/2006/relationships" xmlns:a="http://schemas.openxmlformats.org/drawingml/2006/main" r:embed="Ra2447316487e4776">
            <a:extLst>
              <a:ext uri="{96DAC541-7B7A-43D3-8B79-37D633B846F1}">
                <asvg:svgBlip xmlns:asvg="http://schemas.microsoft.com/office/drawing/2016/SVG/main" r:embed="R3732f4d6f9e3483b"/>
              </a:ext>
            </a:extLst>
          </a:blip>
          <a:stretch xmlns:a="http://schemas.openxmlformats.org/drawingml/2006/main"/>
        </p:blipFill>
        <p:spPr>
          <a:xfrm xmlns:a="http://schemas.openxmlformats.org/drawingml/2006/main">
            <a:off x="10763250" y="457200"/>
            <a:ext cx="476250" cy="476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CCF595C-3937-477B-9F19-841CA8816A3B}"/>
              </a:ext>
            </a:extLst>
          </p:cNvPr>
          <p:cNvPicPr>
            <a:picLocks xmlns:a="http://schemas.openxmlformats.org/drawingml/2006/main" noChangeAspect="1"/>
          </p:cNvPicPr>
          <p:nvPr/>
        </p:nvPicPr>
        <p:blipFill>
          <a:blip xmlns:r="http://schemas.openxmlformats.org/officeDocument/2006/relationships" xmlns:a="http://schemas.openxmlformats.org/drawingml/2006/main" r:embed="Rec270f048afc4d4d">
            <a:extLst>
              <a:ext uri="{96DAC541-7B7A-43D3-8B79-37D633B846F1}">
                <asvg:svgBlip xmlns:asvg="http://schemas.microsoft.com/office/drawing/2016/SVG/main" r:embed="R351364efdf7e41a8"/>
              </a:ext>
            </a:extLst>
          </a:blip>
          <a:stretch xmlns:a="http://schemas.openxmlformats.org/drawingml/2006/main"/>
        </p:blipFill>
        <p:spPr>
          <a:xfrm xmlns:a="http://schemas.openxmlformats.org/drawingml/2006/main">
            <a:off x="666750" y="2162175"/>
            <a:ext cx="438150" cy="438150"/>
          </a:xfrm>
          <a:prstGeom xmlns:a="http://schemas.openxmlformats.org/drawingml/2006/main" prst="rect">
            <a:avLst/>
          </a:prstGeom>
        </p:spPr>
      </p:pic>
      <p:sp>
        <p:nvSpPr>
          <p:cNvPr id="5" name="diagram-64">
            <a:extLst xmlns:a="http://schemas.openxmlformats.org/drawingml/2006/main">
              <a:ext uri="{FF2B5EF4-FFF2-40B4-BE49-F238E27FC236}">
                <a16:creationId xmlns:a16="http://schemas.microsoft.com/office/drawing/2014/main" id="{BF9995C2-5C54-4C8B-8834-2CA6F8C5607B}"/>
              </a:ext>
            </a:extLst>
          </p:cNvPr>
          <p:cNvSpPr>
            <a:spLocks xmlns:a="http://schemas.openxmlformats.org/drawingml/2006/main" noGrp="1"/>
          </p:cNvSpPr>
          <p:nvPr/>
        </p:nvSpPr>
        <p:spPr>
          <a:xfrm xmlns:a="http://schemas.openxmlformats.org/drawingml/2006/main">
            <a:off x="1381125" y="208597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xmlns:a="http://schemas.openxmlformats.org/drawingml/2006/main">
            <a:pPr algn="l">
              <a:buNone/>
              <a:defRPr sz="2175" b="1">
                <a:solidFill>
                  <a:srgbClr val="102A43"/>
                </a:solidFill>
                <a:latin typeface="Arial"/>
                <a:ea typeface="Arial"/>
                <a:cs typeface="Arial"/>
              </a:defRPr>
            </a:pPr>
            <a:r>
              <a:rPr sz="2175" b="1">
                <a:solidFill>
                  <a:srgbClr val="102A43"/>
                </a:solidFill>
                <a:latin typeface="Arial"/>
                <a:ea typeface="Arial"/>
                <a:cs typeface="Arial"/>
              </a:rPr>
              <a:t>CUH Directions</a:t>
            </a:r>
          </a:p>
        </p:txBody>
      </p:sp>
      <p:sp>
        <p:nvSpPr>
          <p:cNvPr id="6" name="diagram-65">
            <a:extLst xmlns:a="http://schemas.openxmlformats.org/drawingml/2006/main">
              <a:ext uri="{FF2B5EF4-FFF2-40B4-BE49-F238E27FC236}">
                <a16:creationId xmlns:a16="http://schemas.microsoft.com/office/drawing/2014/main" id="{ED002E69-ADF7-43ED-9B0B-1F0E7E0A1A0A}"/>
              </a:ext>
            </a:extLst>
          </p:cNvPr>
          <p:cNvSpPr>
            <a:spLocks xmlns:a="http://schemas.openxmlformats.org/drawingml/2006/main" noGrp="1"/>
          </p:cNvSpPr>
          <p:nvPr/>
        </p:nvSpPr>
        <p:spPr>
          <a:xfrm xmlns:a="http://schemas.openxmlformats.org/drawingml/2006/main">
            <a:off x="1381125" y="25336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buNone/>
              <a:defRPr sz="1650" b="0">
                <a:solidFill>
                  <a:srgbClr val="526773"/>
                </a:solidFill>
                <a:latin typeface="Arial"/>
                <a:ea typeface="Arial"/>
                <a:cs typeface="Arial"/>
              </a:defRPr>
            </a:lvl1pPr>
            <a:lvl2pPr algn="l">
              <a:buNone/>
              <a:defRPr sz="1650" b="0">
                <a:solidFill>
                  <a:srgbClr val="526773"/>
                </a:solidFill>
                <a:latin typeface="Arial"/>
                <a:ea typeface="Arial"/>
                <a:cs typeface="Arial"/>
              </a:defRPr>
            </a:lvl2pPr>
            <a:lvl3pPr algn="l">
              <a:buNone/>
              <a:defRPr sz="1650" b="0">
                <a:solidFill>
                  <a:srgbClr val="526773"/>
                </a:solidFill>
                <a:latin typeface="Arial"/>
                <a:ea typeface="Arial"/>
                <a:cs typeface="Arial"/>
              </a:defRPr>
            </a:lvl3pPr>
            <a:lvl4pPr algn="l">
              <a:buNone/>
              <a:defRPr sz="1650" b="0">
                <a:solidFill>
                  <a:srgbClr val="526773"/>
                </a:solidFill>
                <a:latin typeface="Arial"/>
                <a:ea typeface="Arial"/>
                <a:cs typeface="Arial"/>
              </a:defRPr>
            </a:lvl4pPr>
            <a:lvl5pPr algn="l">
              <a:buNone/>
              <a:defRPr sz="1650" b="0">
                <a:solidFill>
                  <a:srgbClr val="526773"/>
                </a:solidFill>
                <a:latin typeface="Arial"/>
                <a:ea typeface="Arial"/>
                <a:cs typeface="Arial"/>
              </a:defRPr>
            </a:lvl5pPr>
            <a:lvl6pPr algn="l">
              <a:buNone/>
              <a:defRPr sz="1650" b="0">
                <a:solidFill>
                  <a:srgbClr val="526773"/>
                </a:solidFill>
                <a:latin typeface="Arial"/>
                <a:ea typeface="Arial"/>
                <a:cs typeface="Arial"/>
              </a:defRPr>
            </a:lvl6pPr>
            <a:lvl7pPr algn="l">
              <a:buNone/>
              <a:defRPr sz="1650" b="0">
                <a:solidFill>
                  <a:srgbClr val="526773"/>
                </a:solidFill>
                <a:latin typeface="Arial"/>
                <a:ea typeface="Arial"/>
                <a:cs typeface="Arial"/>
              </a:defRPr>
            </a:lvl7pPr>
            <a:lvl8pPr algn="l">
              <a:buNone/>
              <a:defRPr sz="1650" b="0">
                <a:solidFill>
                  <a:srgbClr val="526773"/>
                </a:solidFill>
                <a:latin typeface="Arial"/>
                <a:ea typeface="Arial"/>
                <a:cs typeface="Arial"/>
              </a:defRPr>
            </a:lvl8pPr>
            <a:lvl9pPr algn="l">
              <a:buNone/>
              <a:defRPr sz="1650" b="0">
                <a:solidFill>
                  <a:srgbClr val="526773"/>
                </a:solidFill>
                <a:latin typeface="Arial"/>
                <a:ea typeface="Arial"/>
                <a:cs typeface="Arial"/>
              </a:defRPr>
            </a:lvl9pPr>
          </a:lstStyle>
          <a:p xmlns:a="http://schemas.openxmlformats.org/drawingml/2006/main">
            <a:pPr algn="l">
              <a:buNone/>
              <a:defRPr sz="1650" b="0">
                <a:solidFill>
                  <a:srgbClr val="526773"/>
                </a:solidFill>
                <a:latin typeface="Arial"/>
                <a:ea typeface="Arial"/>
                <a:cs typeface="Arial"/>
              </a:defRPr>
            </a:pPr>
            <a:r>
              <a:rPr sz="1650" b="0">
                <a:solidFill>
                  <a:srgbClr val="526773"/>
                </a:solidFill>
                <a:latin typeface="Arial"/>
                <a:ea typeface="Arial"/>
                <a:cs typeface="Arial"/>
              </a:rPr>
              <a:t>Anh</a:t>
            </a:r>
          </a:p>
        </p:txBody>
      </p:sp>
      <p:sp>
        <p:nvSpPr>
          <p:cNvPr id="7" name="diagram-66">
            <a:extLst xmlns:a="http://schemas.openxmlformats.org/drawingml/2006/main">
              <a:ext uri="{FF2B5EF4-FFF2-40B4-BE49-F238E27FC236}">
                <a16:creationId xmlns:a16="http://schemas.microsoft.com/office/drawing/2014/main" id="{566055A1-ADF6-4FC2-8435-AE3B00536722}"/>
              </a:ext>
            </a:extLst>
          </p:cNvPr>
          <p:cNvSpPr>
            <a:spLocks xmlns:a="http://schemas.openxmlformats.org/drawingml/2006/main" noGrp="1"/>
          </p:cNvSpPr>
          <p:nvPr/>
        </p:nvSpPr>
        <p:spPr>
          <a:xfrm xmlns:a="http://schemas.openxmlformats.org/drawingml/2006/main">
            <a:off x="4572000" y="2085975"/>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buNone/>
              <a:defRPr sz="2100" b="0">
                <a:solidFill>
                  <a:srgbClr val="102A43"/>
                </a:solidFill>
                <a:latin typeface="Arial"/>
                <a:ea typeface="Arial"/>
                <a:cs typeface="Arial"/>
              </a:defRPr>
            </a:lvl1pPr>
            <a:lvl2pPr algn="l">
              <a:buNone/>
              <a:defRPr sz="2100" b="0">
                <a:solidFill>
                  <a:srgbClr val="102A43"/>
                </a:solidFill>
                <a:latin typeface="Arial"/>
                <a:ea typeface="Arial"/>
                <a:cs typeface="Arial"/>
              </a:defRPr>
            </a:lvl2pPr>
            <a:lvl3pPr algn="l">
              <a:buNone/>
              <a:defRPr sz="2100" b="0">
                <a:solidFill>
                  <a:srgbClr val="102A43"/>
                </a:solidFill>
                <a:latin typeface="Arial"/>
                <a:ea typeface="Arial"/>
                <a:cs typeface="Arial"/>
              </a:defRPr>
            </a:lvl3pPr>
            <a:lvl4pPr algn="l">
              <a:buNone/>
              <a:defRPr sz="2100" b="0">
                <a:solidFill>
                  <a:srgbClr val="102A43"/>
                </a:solidFill>
                <a:latin typeface="Arial"/>
                <a:ea typeface="Arial"/>
                <a:cs typeface="Arial"/>
              </a:defRPr>
            </a:lvl4pPr>
            <a:lvl5pPr algn="l">
              <a:buNone/>
              <a:defRPr sz="2100" b="0">
                <a:solidFill>
                  <a:srgbClr val="102A43"/>
                </a:solidFill>
                <a:latin typeface="Arial"/>
                <a:ea typeface="Arial"/>
                <a:cs typeface="Arial"/>
              </a:defRPr>
            </a:lvl5pPr>
            <a:lvl6pPr algn="l">
              <a:buNone/>
              <a:defRPr sz="2100" b="0">
                <a:solidFill>
                  <a:srgbClr val="102A43"/>
                </a:solidFill>
                <a:latin typeface="Arial"/>
                <a:ea typeface="Arial"/>
                <a:cs typeface="Arial"/>
              </a:defRPr>
            </a:lvl6pPr>
            <a:lvl7pPr algn="l">
              <a:buNone/>
              <a:defRPr sz="2100" b="0">
                <a:solidFill>
                  <a:srgbClr val="102A43"/>
                </a:solidFill>
                <a:latin typeface="Arial"/>
                <a:ea typeface="Arial"/>
                <a:cs typeface="Arial"/>
              </a:defRPr>
            </a:lvl7pPr>
            <a:lvl8pPr algn="l">
              <a:buNone/>
              <a:defRPr sz="2100" b="0">
                <a:solidFill>
                  <a:srgbClr val="102A43"/>
                </a:solidFill>
                <a:latin typeface="Arial"/>
                <a:ea typeface="Arial"/>
                <a:cs typeface="Arial"/>
              </a:defRPr>
            </a:lvl8pPr>
            <a:lvl9pPr algn="l">
              <a:buNone/>
              <a:defRPr sz="2100" b="0">
                <a:solidFill>
                  <a:srgbClr val="102A43"/>
                </a:solidFill>
                <a:latin typeface="Arial"/>
                <a:ea typeface="Arial"/>
                <a:cs typeface="Arial"/>
              </a:defRPr>
            </a:lvl9pPr>
          </a:lstStyle>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Chỉ dẫn theo chặng, dùng mốc dễ nhận ra</a:t>
            </a:r>
          </a:p>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và xác nhận điểm xuất phát.</a:t>
            </a:r>
          </a:p>
        </p:txBody>
      </p:sp>
      <p:sp>
        <p:nvSpPr>
          <p:cNvPr id="8" name="diagram-67">
            <a:extLst xmlns:a="http://schemas.openxmlformats.org/drawingml/2006/main">
              <a:ext uri="{FF2B5EF4-FFF2-40B4-BE49-F238E27FC236}">
                <a16:creationId xmlns:a16="http://schemas.microsoft.com/office/drawing/2014/main" id="{69965733-DC36-4362-A88F-75215BF40922}"/>
              </a:ext>
            </a:extLst>
          </p:cNvPr>
          <p:cNvSpPr>
            <a:spLocks xmlns:a="http://schemas.openxmlformats.org/drawingml/2006/main" noGrp="1"/>
          </p:cNvSpPr>
          <p:nvPr/>
        </p:nvSpPr>
        <p:spPr>
          <a:xfrm xmlns:a="http://schemas.openxmlformats.org/drawingml/2006/main">
            <a:off x="666750" y="3162300"/>
            <a:ext cx="1076325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8122B387-7C43-49F2-ADA7-128CB5C22733}"/>
              </a:ext>
            </a:extLst>
          </p:cNvPr>
          <p:cNvPicPr>
            <a:picLocks xmlns:a="http://schemas.openxmlformats.org/drawingml/2006/main" noChangeAspect="1"/>
          </p:cNvPicPr>
          <p:nvPr/>
        </p:nvPicPr>
        <p:blipFill>
          <a:blip xmlns:r="http://schemas.openxmlformats.org/officeDocument/2006/relationships" xmlns:a="http://schemas.openxmlformats.org/drawingml/2006/main" r:embed="R0cb9af9cb46b460e">
            <a:extLst>
              <a:ext uri="{96DAC541-7B7A-43D3-8B79-37D633B846F1}">
                <asvg:svgBlip xmlns:asvg="http://schemas.microsoft.com/office/drawing/2016/SVG/main" r:embed="R168350ce48e84a81"/>
              </a:ext>
            </a:extLst>
          </a:blip>
          <a:stretch xmlns:a="http://schemas.openxmlformats.org/drawingml/2006/main"/>
        </p:blipFill>
        <p:spPr>
          <a:xfrm xmlns:a="http://schemas.openxmlformats.org/drawingml/2006/main">
            <a:off x="666750" y="3467100"/>
            <a:ext cx="438150" cy="438150"/>
          </a:xfrm>
          <a:prstGeom xmlns:a="http://schemas.openxmlformats.org/drawingml/2006/main" prst="rect">
            <a:avLst/>
          </a:prstGeom>
        </p:spPr>
      </p:pic>
      <p:sp>
        <p:nvSpPr>
          <p:cNvPr id="10" name="diagram-68">
            <a:extLst xmlns:a="http://schemas.openxmlformats.org/drawingml/2006/main">
              <a:ext uri="{FF2B5EF4-FFF2-40B4-BE49-F238E27FC236}">
                <a16:creationId xmlns:a16="http://schemas.microsoft.com/office/drawing/2014/main" id="{3CAE3B8A-33D1-4E8B-86BD-4C02006857CD}"/>
              </a:ext>
            </a:extLst>
          </p:cNvPr>
          <p:cNvSpPr>
            <a:spLocks xmlns:a="http://schemas.openxmlformats.org/drawingml/2006/main" noGrp="1"/>
          </p:cNvSpPr>
          <p:nvPr/>
        </p:nvSpPr>
        <p:spPr>
          <a:xfrm xmlns:a="http://schemas.openxmlformats.org/drawingml/2006/main">
            <a:off x="1381125" y="3390900"/>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xmlns:a="http://schemas.openxmlformats.org/drawingml/2006/main">
            <a:pPr algn="l">
              <a:buNone/>
              <a:defRPr sz="2175" b="1">
                <a:solidFill>
                  <a:srgbClr val="102A43"/>
                </a:solidFill>
                <a:latin typeface="Arial"/>
                <a:ea typeface="Arial"/>
                <a:cs typeface="Arial"/>
              </a:defRPr>
            </a:pPr>
            <a:r>
              <a:rPr sz="2175" b="1">
                <a:solidFill>
                  <a:srgbClr val="102A43"/>
                </a:solidFill>
                <a:latin typeface="Arial"/>
                <a:ea typeface="Arial"/>
                <a:cs typeface="Arial"/>
              </a:rPr>
              <a:t>Mayo Clinic</a:t>
            </a:r>
          </a:p>
        </p:txBody>
      </p:sp>
      <p:sp>
        <p:nvSpPr>
          <p:cNvPr id="11" name="diagram-69">
            <a:extLst xmlns:a="http://schemas.openxmlformats.org/drawingml/2006/main">
              <a:ext uri="{FF2B5EF4-FFF2-40B4-BE49-F238E27FC236}">
                <a16:creationId xmlns:a16="http://schemas.microsoft.com/office/drawing/2014/main" id="{67CCF427-1760-47A7-A382-AFD66509A43D}"/>
              </a:ext>
            </a:extLst>
          </p:cNvPr>
          <p:cNvSpPr>
            <a:spLocks xmlns:a="http://schemas.openxmlformats.org/drawingml/2006/main" noGrp="1"/>
          </p:cNvSpPr>
          <p:nvPr/>
        </p:nvSpPr>
        <p:spPr>
          <a:xfrm xmlns:a="http://schemas.openxmlformats.org/drawingml/2006/main">
            <a:off x="1381125" y="3838575"/>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buNone/>
              <a:defRPr sz="1650" b="0">
                <a:solidFill>
                  <a:srgbClr val="526773"/>
                </a:solidFill>
                <a:latin typeface="Arial"/>
                <a:ea typeface="Arial"/>
                <a:cs typeface="Arial"/>
              </a:defRPr>
            </a:lvl1pPr>
            <a:lvl2pPr algn="l">
              <a:buNone/>
              <a:defRPr sz="1650" b="0">
                <a:solidFill>
                  <a:srgbClr val="526773"/>
                </a:solidFill>
                <a:latin typeface="Arial"/>
                <a:ea typeface="Arial"/>
                <a:cs typeface="Arial"/>
              </a:defRPr>
            </a:lvl2pPr>
            <a:lvl3pPr algn="l">
              <a:buNone/>
              <a:defRPr sz="1650" b="0">
                <a:solidFill>
                  <a:srgbClr val="526773"/>
                </a:solidFill>
                <a:latin typeface="Arial"/>
                <a:ea typeface="Arial"/>
                <a:cs typeface="Arial"/>
              </a:defRPr>
            </a:lvl3pPr>
            <a:lvl4pPr algn="l">
              <a:buNone/>
              <a:defRPr sz="1650" b="0">
                <a:solidFill>
                  <a:srgbClr val="526773"/>
                </a:solidFill>
                <a:latin typeface="Arial"/>
                <a:ea typeface="Arial"/>
                <a:cs typeface="Arial"/>
              </a:defRPr>
            </a:lvl4pPr>
            <a:lvl5pPr algn="l">
              <a:buNone/>
              <a:defRPr sz="1650" b="0">
                <a:solidFill>
                  <a:srgbClr val="526773"/>
                </a:solidFill>
                <a:latin typeface="Arial"/>
                <a:ea typeface="Arial"/>
                <a:cs typeface="Arial"/>
              </a:defRPr>
            </a:lvl5pPr>
            <a:lvl6pPr algn="l">
              <a:buNone/>
              <a:defRPr sz="1650" b="0">
                <a:solidFill>
                  <a:srgbClr val="526773"/>
                </a:solidFill>
                <a:latin typeface="Arial"/>
                <a:ea typeface="Arial"/>
                <a:cs typeface="Arial"/>
              </a:defRPr>
            </a:lvl6pPr>
            <a:lvl7pPr algn="l">
              <a:buNone/>
              <a:defRPr sz="1650" b="0">
                <a:solidFill>
                  <a:srgbClr val="526773"/>
                </a:solidFill>
                <a:latin typeface="Arial"/>
                <a:ea typeface="Arial"/>
                <a:cs typeface="Arial"/>
              </a:defRPr>
            </a:lvl7pPr>
            <a:lvl8pPr algn="l">
              <a:buNone/>
              <a:defRPr sz="1650" b="0">
                <a:solidFill>
                  <a:srgbClr val="526773"/>
                </a:solidFill>
                <a:latin typeface="Arial"/>
                <a:ea typeface="Arial"/>
                <a:cs typeface="Arial"/>
              </a:defRPr>
            </a:lvl8pPr>
            <a:lvl9pPr algn="l">
              <a:buNone/>
              <a:defRPr sz="1650" b="0">
                <a:solidFill>
                  <a:srgbClr val="526773"/>
                </a:solidFill>
                <a:latin typeface="Arial"/>
                <a:ea typeface="Arial"/>
                <a:cs typeface="Arial"/>
              </a:defRPr>
            </a:lvl9pPr>
          </a:lstStyle>
          <a:p xmlns:a="http://schemas.openxmlformats.org/drawingml/2006/main">
            <a:pPr algn="l">
              <a:buNone/>
              <a:defRPr sz="1650" b="0">
                <a:solidFill>
                  <a:srgbClr val="526773"/>
                </a:solidFill>
                <a:latin typeface="Arial"/>
                <a:ea typeface="Arial"/>
                <a:cs typeface="Arial"/>
              </a:defRPr>
            </a:pPr>
            <a:r>
              <a:rPr sz="1650" b="0">
                <a:solidFill>
                  <a:srgbClr val="526773"/>
                </a:solidFill>
                <a:latin typeface="Arial"/>
                <a:ea typeface="Arial"/>
                <a:cs typeface="Arial"/>
              </a:rPr>
              <a:t>Đặt lịch trực tuyến</a:t>
            </a:r>
          </a:p>
        </p:txBody>
      </p:sp>
      <p:sp>
        <p:nvSpPr>
          <p:cNvPr id="12" name="diagram-70">
            <a:extLst xmlns:a="http://schemas.openxmlformats.org/drawingml/2006/main">
              <a:ext uri="{FF2B5EF4-FFF2-40B4-BE49-F238E27FC236}">
                <a16:creationId xmlns:a16="http://schemas.microsoft.com/office/drawing/2014/main" id="{AA5A4647-01DD-4C13-8DBA-A00B6B4812B3}"/>
              </a:ext>
            </a:extLst>
          </p:cNvPr>
          <p:cNvSpPr>
            <a:spLocks xmlns:a="http://schemas.openxmlformats.org/drawingml/2006/main" noGrp="1"/>
          </p:cNvSpPr>
          <p:nvPr/>
        </p:nvSpPr>
        <p:spPr>
          <a:xfrm xmlns:a="http://schemas.openxmlformats.org/drawingml/2006/main">
            <a:off x="4572000" y="3390900"/>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buNone/>
              <a:defRPr sz="2100" b="0">
                <a:solidFill>
                  <a:srgbClr val="102A43"/>
                </a:solidFill>
                <a:latin typeface="Arial"/>
                <a:ea typeface="Arial"/>
                <a:cs typeface="Arial"/>
              </a:defRPr>
            </a:lvl1pPr>
            <a:lvl2pPr algn="l">
              <a:buNone/>
              <a:defRPr sz="2100" b="0">
                <a:solidFill>
                  <a:srgbClr val="102A43"/>
                </a:solidFill>
                <a:latin typeface="Arial"/>
                <a:ea typeface="Arial"/>
                <a:cs typeface="Arial"/>
              </a:defRPr>
            </a:lvl2pPr>
            <a:lvl3pPr algn="l">
              <a:buNone/>
              <a:defRPr sz="2100" b="0">
                <a:solidFill>
                  <a:srgbClr val="102A43"/>
                </a:solidFill>
                <a:latin typeface="Arial"/>
                <a:ea typeface="Arial"/>
                <a:cs typeface="Arial"/>
              </a:defRPr>
            </a:lvl3pPr>
            <a:lvl4pPr algn="l">
              <a:buNone/>
              <a:defRPr sz="2100" b="0">
                <a:solidFill>
                  <a:srgbClr val="102A43"/>
                </a:solidFill>
                <a:latin typeface="Arial"/>
                <a:ea typeface="Arial"/>
                <a:cs typeface="Arial"/>
              </a:defRPr>
            </a:lvl4pPr>
            <a:lvl5pPr algn="l">
              <a:buNone/>
              <a:defRPr sz="2100" b="0">
                <a:solidFill>
                  <a:srgbClr val="102A43"/>
                </a:solidFill>
                <a:latin typeface="Arial"/>
                <a:ea typeface="Arial"/>
                <a:cs typeface="Arial"/>
              </a:defRPr>
            </a:lvl5pPr>
            <a:lvl6pPr algn="l">
              <a:buNone/>
              <a:defRPr sz="2100" b="0">
                <a:solidFill>
                  <a:srgbClr val="102A43"/>
                </a:solidFill>
                <a:latin typeface="Arial"/>
                <a:ea typeface="Arial"/>
                <a:cs typeface="Arial"/>
              </a:defRPr>
            </a:lvl6pPr>
            <a:lvl7pPr algn="l">
              <a:buNone/>
              <a:defRPr sz="2100" b="0">
                <a:solidFill>
                  <a:srgbClr val="102A43"/>
                </a:solidFill>
                <a:latin typeface="Arial"/>
                <a:ea typeface="Arial"/>
                <a:cs typeface="Arial"/>
              </a:defRPr>
            </a:lvl7pPr>
            <a:lvl8pPr algn="l">
              <a:buNone/>
              <a:defRPr sz="2100" b="0">
                <a:solidFill>
                  <a:srgbClr val="102A43"/>
                </a:solidFill>
                <a:latin typeface="Arial"/>
                <a:ea typeface="Arial"/>
                <a:cs typeface="Arial"/>
              </a:defRPr>
            </a:lvl8pPr>
            <a:lvl9pPr algn="l">
              <a:buNone/>
              <a:defRPr sz="2100" b="0">
                <a:solidFill>
                  <a:srgbClr val="102A43"/>
                </a:solidFill>
                <a:latin typeface="Arial"/>
                <a:ea typeface="Arial"/>
                <a:cs typeface="Arial"/>
              </a:defRPr>
            </a:lvl9pPr>
          </a:lstStyle>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Phân biệt gửi yêu cầu với đã hoàn tất;</a:t>
            </a:r>
          </a:p>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cho người dùng tìm lại chi tiết.</a:t>
            </a:r>
          </a:p>
        </p:txBody>
      </p:sp>
      <p:sp>
        <p:nvSpPr>
          <p:cNvPr id="13" name="diagram-71">
            <a:extLst xmlns:a="http://schemas.openxmlformats.org/drawingml/2006/main">
              <a:ext uri="{FF2B5EF4-FFF2-40B4-BE49-F238E27FC236}">
                <a16:creationId xmlns:a16="http://schemas.microsoft.com/office/drawing/2014/main" id="{C2DC3060-F8B5-444D-9A77-C4CCE40881A2}"/>
              </a:ext>
            </a:extLst>
          </p:cNvPr>
          <p:cNvSpPr>
            <a:spLocks xmlns:a="http://schemas.openxmlformats.org/drawingml/2006/main" noGrp="1"/>
          </p:cNvSpPr>
          <p:nvPr/>
        </p:nvSpPr>
        <p:spPr>
          <a:xfrm xmlns:a="http://schemas.openxmlformats.org/drawingml/2006/main">
            <a:off x="666750" y="4467225"/>
            <a:ext cx="1076325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123C2AFD-4B6B-4E7D-B345-568E6D667E40}"/>
              </a:ext>
            </a:extLst>
          </p:cNvPr>
          <p:cNvPicPr>
            <a:picLocks xmlns:a="http://schemas.openxmlformats.org/drawingml/2006/main" noChangeAspect="1"/>
          </p:cNvPicPr>
          <p:nvPr/>
        </p:nvPicPr>
        <p:blipFill>
          <a:blip xmlns:r="http://schemas.openxmlformats.org/officeDocument/2006/relationships" xmlns:a="http://schemas.openxmlformats.org/drawingml/2006/main" r:embed="R3e51f2ae0e5844c1">
            <a:extLst>
              <a:ext uri="{96DAC541-7B7A-43D3-8B79-37D633B846F1}">
                <asvg:svgBlip xmlns:asvg="http://schemas.microsoft.com/office/drawing/2016/SVG/main" r:embed="Rfd11ad33d19349be"/>
              </a:ext>
            </a:extLst>
          </a:blip>
          <a:stretch xmlns:a="http://schemas.openxmlformats.org/drawingml/2006/main"/>
        </p:blipFill>
        <p:spPr>
          <a:xfrm xmlns:a="http://schemas.openxmlformats.org/drawingml/2006/main">
            <a:off x="666750" y="4772025"/>
            <a:ext cx="438150" cy="438150"/>
          </a:xfrm>
          <a:prstGeom xmlns:a="http://schemas.openxmlformats.org/drawingml/2006/main" prst="rect">
            <a:avLst/>
          </a:prstGeom>
        </p:spPr>
      </p:pic>
      <p:sp>
        <p:nvSpPr>
          <p:cNvPr id="15" name="diagram-72">
            <a:extLst xmlns:a="http://schemas.openxmlformats.org/drawingml/2006/main">
              <a:ext uri="{FF2B5EF4-FFF2-40B4-BE49-F238E27FC236}">
                <a16:creationId xmlns:a16="http://schemas.microsoft.com/office/drawing/2014/main" id="{EF7ECAAC-43B6-45AD-8573-7541D3EE50D7}"/>
              </a:ext>
            </a:extLst>
          </p:cNvPr>
          <p:cNvSpPr>
            <a:spLocks xmlns:a="http://schemas.openxmlformats.org/drawingml/2006/main" noGrp="1"/>
          </p:cNvSpPr>
          <p:nvPr/>
        </p:nvSpPr>
        <p:spPr>
          <a:xfrm xmlns:a="http://schemas.openxmlformats.org/drawingml/2006/main">
            <a:off x="1381125" y="469582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xmlns:a="http://schemas.openxmlformats.org/drawingml/2006/main">
            <a:pPr algn="l">
              <a:buNone/>
              <a:defRPr sz="2175" b="1">
                <a:solidFill>
                  <a:srgbClr val="102A43"/>
                </a:solidFill>
                <a:latin typeface="Arial"/>
                <a:ea typeface="Arial"/>
                <a:cs typeface="Arial"/>
              </a:defRPr>
            </a:pPr>
            <a:r>
              <a:rPr sz="2175" b="1">
                <a:solidFill>
                  <a:srgbClr val="102A43"/>
                </a:solidFill>
                <a:latin typeface="Arial"/>
                <a:ea typeface="Arial"/>
                <a:cs typeface="Arial"/>
              </a:rPr>
              <a:t>Mayo Clinic</a:t>
            </a:r>
          </a:p>
        </p:txBody>
      </p:sp>
      <p:sp>
        <p:nvSpPr>
          <p:cNvPr id="16" name="diagram-73">
            <a:extLst xmlns:a="http://schemas.openxmlformats.org/drawingml/2006/main">
              <a:ext uri="{FF2B5EF4-FFF2-40B4-BE49-F238E27FC236}">
                <a16:creationId xmlns:a16="http://schemas.microsoft.com/office/drawing/2014/main" id="{35CCF4BF-B2E5-46CE-B468-47AE1C059544}"/>
              </a:ext>
            </a:extLst>
          </p:cNvPr>
          <p:cNvSpPr>
            <a:spLocks xmlns:a="http://schemas.openxmlformats.org/drawingml/2006/main" noGrp="1"/>
          </p:cNvSpPr>
          <p:nvPr/>
        </p:nvSpPr>
        <p:spPr>
          <a:xfrm xmlns:a="http://schemas.openxmlformats.org/drawingml/2006/main">
            <a:off x="1381125" y="51435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buNone/>
              <a:defRPr sz="1650" b="0">
                <a:solidFill>
                  <a:srgbClr val="526773"/>
                </a:solidFill>
                <a:latin typeface="Arial"/>
                <a:ea typeface="Arial"/>
                <a:cs typeface="Arial"/>
              </a:defRPr>
            </a:lvl1pPr>
            <a:lvl2pPr algn="l">
              <a:buNone/>
              <a:defRPr sz="1650" b="0">
                <a:solidFill>
                  <a:srgbClr val="526773"/>
                </a:solidFill>
                <a:latin typeface="Arial"/>
                <a:ea typeface="Arial"/>
                <a:cs typeface="Arial"/>
              </a:defRPr>
            </a:lvl2pPr>
            <a:lvl3pPr algn="l">
              <a:buNone/>
              <a:defRPr sz="1650" b="0">
                <a:solidFill>
                  <a:srgbClr val="526773"/>
                </a:solidFill>
                <a:latin typeface="Arial"/>
                <a:ea typeface="Arial"/>
                <a:cs typeface="Arial"/>
              </a:defRPr>
            </a:lvl3pPr>
            <a:lvl4pPr algn="l">
              <a:buNone/>
              <a:defRPr sz="1650" b="0">
                <a:solidFill>
                  <a:srgbClr val="526773"/>
                </a:solidFill>
                <a:latin typeface="Arial"/>
                <a:ea typeface="Arial"/>
                <a:cs typeface="Arial"/>
              </a:defRPr>
            </a:lvl4pPr>
            <a:lvl5pPr algn="l">
              <a:buNone/>
              <a:defRPr sz="1650" b="0">
                <a:solidFill>
                  <a:srgbClr val="526773"/>
                </a:solidFill>
                <a:latin typeface="Arial"/>
                <a:ea typeface="Arial"/>
                <a:cs typeface="Arial"/>
              </a:defRPr>
            </a:lvl5pPr>
            <a:lvl6pPr algn="l">
              <a:buNone/>
              <a:defRPr sz="1650" b="0">
                <a:solidFill>
                  <a:srgbClr val="526773"/>
                </a:solidFill>
                <a:latin typeface="Arial"/>
                <a:ea typeface="Arial"/>
                <a:cs typeface="Arial"/>
              </a:defRPr>
            </a:lvl6pPr>
            <a:lvl7pPr algn="l">
              <a:buNone/>
              <a:defRPr sz="1650" b="0">
                <a:solidFill>
                  <a:srgbClr val="526773"/>
                </a:solidFill>
                <a:latin typeface="Arial"/>
                <a:ea typeface="Arial"/>
                <a:cs typeface="Arial"/>
              </a:defRPr>
            </a:lvl7pPr>
            <a:lvl8pPr algn="l">
              <a:buNone/>
              <a:defRPr sz="1650" b="0">
                <a:solidFill>
                  <a:srgbClr val="526773"/>
                </a:solidFill>
                <a:latin typeface="Arial"/>
                <a:ea typeface="Arial"/>
                <a:cs typeface="Arial"/>
              </a:defRPr>
            </a:lvl8pPr>
            <a:lvl9pPr algn="l">
              <a:buNone/>
              <a:defRPr sz="1650" b="0">
                <a:solidFill>
                  <a:srgbClr val="526773"/>
                </a:solidFill>
                <a:latin typeface="Arial"/>
                <a:ea typeface="Arial"/>
                <a:cs typeface="Arial"/>
              </a:defRPr>
            </a:lvl9pPr>
          </a:lstStyle>
          <a:p xmlns:a="http://schemas.openxmlformats.org/drawingml/2006/main">
            <a:pPr algn="l">
              <a:buNone/>
              <a:defRPr sz="1650" b="0">
                <a:solidFill>
                  <a:srgbClr val="526773"/>
                </a:solidFill>
                <a:latin typeface="Arial"/>
                <a:ea typeface="Arial"/>
                <a:cs typeface="Arial"/>
              </a:defRPr>
            </a:pPr>
            <a:r>
              <a:rPr sz="1650" b="0">
                <a:solidFill>
                  <a:srgbClr val="526773"/>
                </a:solidFill>
                <a:latin typeface="Arial"/>
                <a:ea typeface="Arial"/>
                <a:cs typeface="Arial"/>
              </a:rPr>
              <a:t>Đăng ký</a:t>
            </a:r>
          </a:p>
        </p:txBody>
      </p:sp>
      <p:sp>
        <p:nvSpPr>
          <p:cNvPr id="17" name="diagram-74">
            <a:extLst xmlns:a="http://schemas.openxmlformats.org/drawingml/2006/main">
              <a:ext uri="{FF2B5EF4-FFF2-40B4-BE49-F238E27FC236}">
                <a16:creationId xmlns:a16="http://schemas.microsoft.com/office/drawing/2014/main" id="{603B6AF1-7F40-41ED-868D-B5A9F3249730}"/>
              </a:ext>
            </a:extLst>
          </p:cNvPr>
          <p:cNvSpPr>
            <a:spLocks xmlns:a="http://schemas.openxmlformats.org/drawingml/2006/main" noGrp="1"/>
          </p:cNvSpPr>
          <p:nvPr/>
        </p:nvSpPr>
        <p:spPr>
          <a:xfrm xmlns:a="http://schemas.openxmlformats.org/drawingml/2006/main">
            <a:off x="4572000" y="4695825"/>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buNone/>
              <a:defRPr sz="2100" b="0">
                <a:solidFill>
                  <a:srgbClr val="102A43"/>
                </a:solidFill>
                <a:latin typeface="Arial"/>
                <a:ea typeface="Arial"/>
                <a:cs typeface="Arial"/>
              </a:defRPr>
            </a:lvl1pPr>
            <a:lvl2pPr algn="l">
              <a:buNone/>
              <a:defRPr sz="2100" b="0">
                <a:solidFill>
                  <a:srgbClr val="102A43"/>
                </a:solidFill>
                <a:latin typeface="Arial"/>
                <a:ea typeface="Arial"/>
                <a:cs typeface="Arial"/>
              </a:defRPr>
            </a:lvl2pPr>
            <a:lvl3pPr algn="l">
              <a:buNone/>
              <a:defRPr sz="2100" b="0">
                <a:solidFill>
                  <a:srgbClr val="102A43"/>
                </a:solidFill>
                <a:latin typeface="Arial"/>
                <a:ea typeface="Arial"/>
                <a:cs typeface="Arial"/>
              </a:defRPr>
            </a:lvl3pPr>
            <a:lvl4pPr algn="l">
              <a:buNone/>
              <a:defRPr sz="2100" b="0">
                <a:solidFill>
                  <a:srgbClr val="102A43"/>
                </a:solidFill>
                <a:latin typeface="Arial"/>
                <a:ea typeface="Arial"/>
                <a:cs typeface="Arial"/>
              </a:defRPr>
            </a:lvl4pPr>
            <a:lvl5pPr algn="l">
              <a:buNone/>
              <a:defRPr sz="2100" b="0">
                <a:solidFill>
                  <a:srgbClr val="102A43"/>
                </a:solidFill>
                <a:latin typeface="Arial"/>
                <a:ea typeface="Arial"/>
                <a:cs typeface="Arial"/>
              </a:defRPr>
            </a:lvl5pPr>
            <a:lvl6pPr algn="l">
              <a:buNone/>
              <a:defRPr sz="2100" b="0">
                <a:solidFill>
                  <a:srgbClr val="102A43"/>
                </a:solidFill>
                <a:latin typeface="Arial"/>
                <a:ea typeface="Arial"/>
                <a:cs typeface="Arial"/>
              </a:defRPr>
            </a:lvl6pPr>
            <a:lvl7pPr algn="l">
              <a:buNone/>
              <a:defRPr sz="2100" b="0">
                <a:solidFill>
                  <a:srgbClr val="102A43"/>
                </a:solidFill>
                <a:latin typeface="Arial"/>
                <a:ea typeface="Arial"/>
                <a:cs typeface="Arial"/>
              </a:defRPr>
            </a:lvl7pPr>
            <a:lvl8pPr algn="l">
              <a:buNone/>
              <a:defRPr sz="2100" b="0">
                <a:solidFill>
                  <a:srgbClr val="102A43"/>
                </a:solidFill>
                <a:latin typeface="Arial"/>
                <a:ea typeface="Arial"/>
                <a:cs typeface="Arial"/>
              </a:defRPr>
            </a:lvl8pPr>
            <a:lvl9pPr algn="l">
              <a:buNone/>
              <a:defRPr sz="2100" b="0">
                <a:solidFill>
                  <a:srgbClr val="102A43"/>
                </a:solidFill>
                <a:latin typeface="Arial"/>
                <a:ea typeface="Arial"/>
                <a:cs typeface="Arial"/>
              </a:defRPr>
            </a:lvl9pPr>
          </a:lstStyle>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Nói rõ phần đã xong và</a:t>
            </a:r>
          </a:p>
          <a:p xmlns:a="http://schemas.openxmlformats.org/drawingml/2006/main">
            <a:pPr algn="l">
              <a:buNone/>
              <a:defRPr sz="2100" b="0">
                <a:solidFill>
                  <a:srgbClr val="102A43"/>
                </a:solidFill>
                <a:latin typeface="Arial"/>
                <a:ea typeface="Arial"/>
                <a:cs typeface="Arial"/>
              </a:defRPr>
            </a:pPr>
            <a:r>
              <a:rPr sz="2100" b="0">
                <a:solidFill>
                  <a:srgbClr val="102A43"/>
                </a:solidFill>
                <a:latin typeface="Arial"/>
                <a:ea typeface="Arial"/>
                <a:cs typeface="Arial"/>
              </a:rPr>
              <a:t>những việc còn cần xác minh.</a:t>
            </a:r>
          </a:p>
        </p:txBody>
      </p:sp>
      <p:sp>
        <p:nvSpPr>
          <p:cNvPr id="18" name="diagram-75">
            <a:extLst xmlns:a="http://schemas.openxmlformats.org/drawingml/2006/main">
              <a:ext uri="{FF2B5EF4-FFF2-40B4-BE49-F238E27FC236}">
                <a16:creationId xmlns:a16="http://schemas.microsoft.com/office/drawing/2014/main" id="{7B80B2BD-C544-4E5A-9A01-AE37E93A24A9}"/>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xmlns:a="http://schemas.openxmlformats.org/drawingml/2006/main">
            <a:pPr algn="l">
              <a:buNone/>
              <a:defRPr sz="1125" b="0">
                <a:solidFill>
                  <a:srgbClr val="526773"/>
                </a:solidFill>
                <a:latin typeface="Arial"/>
                <a:ea typeface="Arial"/>
                <a:cs typeface="Arial"/>
              </a:defRPr>
            </a:pPr>
            <a:r>
              <a:rPr sz="1125" b="0">
                <a:solidFill>
                  <a:srgbClr val="526773"/>
                </a:solidFill>
                <a:latin typeface="Arial"/>
                <a:ea typeface="Arial"/>
                <a:cs typeface="Arial"/>
              </a:rPr>
              <a:t>Nguồn chính thức và giới hạn áp dụng giữ trong ghi chú và repo.</a:t>
            </a:r>
          </a:p>
        </p:txBody>
      </p:sp>
      <p:sp>
        <p:nvSpPr>
          <p:cNvPr id="19" name="diagram-76">
            <a:extLst xmlns:a="http://schemas.openxmlformats.org/drawingml/2006/main">
              <a:ext uri="{FF2B5EF4-FFF2-40B4-BE49-F238E27FC236}">
                <a16:creationId xmlns:a16="http://schemas.microsoft.com/office/drawing/2014/main" id="{9F117C66-215A-4F29-9184-F5C59C04A334}"/>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xmlns:a="http://schemas.openxmlformats.org/drawingml/2006/main">
            <a:pPr algn="r">
              <a:buNone/>
              <a:defRPr sz="1275" b="1">
                <a:solidFill>
                  <a:srgbClr val="246BCE"/>
                </a:solidFill>
                <a:latin typeface="Arial"/>
                <a:ea typeface="Arial"/>
                <a:cs typeface="Arial"/>
              </a:defRPr>
            </a:pPr>
            <a:r>
              <a:rPr sz="1275" b="1">
                <a:solidFill>
                  <a:srgbClr val="246BCE"/>
                </a:solidFill>
                <a:latin typeface="Arial"/>
                <a:ea typeface="Arial"/>
                <a:cs typeface="Arial"/>
              </a:rPr>
              <a:t>05</a:t>
            </a:r>
          </a:p>
        </p:txBody>
      </p:sp>
    </p:spTree>
    <p:extLst>
      <p:ext uri="{BB962C8B-B14F-4D97-AF65-F5344CB8AC3E}">
        <p14:creationId xmlns:p14="http://schemas.microsoft.com/office/powerpoint/2010/main" val="2120136452"/>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2" name="diagram-77">
            <a:extLst xmlns:a="http://schemas.openxmlformats.org/drawingml/2006/main">
              <a:ext uri="{FF2B5EF4-FFF2-40B4-BE49-F238E27FC236}">
                <a16:creationId xmlns:a16="http://schemas.microsoft.com/office/drawing/2014/main" id="{210D8B86-48E3-4276-A60C-A40D98C75DF1}"/>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xmlns:a="http://schemas.openxmlformats.org/drawingml/2006/main">
            <a:pPr algn="l">
              <a:buNone/>
              <a:defRPr sz="3150" b="1">
                <a:solidFill>
                  <a:srgbClr val="102A43"/>
                </a:solidFill>
                <a:latin typeface="Arial"/>
                <a:ea typeface="Arial"/>
                <a:cs typeface="Arial"/>
              </a:defRPr>
            </a:pPr>
            <a:r>
              <a:rPr sz="3150" b="1">
                <a:solidFill>
                  <a:srgbClr val="102A43"/>
                </a:solidFill>
                <a:latin typeface="Arial"/>
                <a:ea typeface="Arial"/>
                <a:cs typeface="Arial"/>
              </a:rPr>
              <a:t>Điều phối thủ tục theo lượng người chờ</a:t>
            </a:r>
          </a:p>
        </p:txBody>
      </p:sp>
      <p:sp>
        <p:nvSpPr>
          <p:cNvPr id="2" name="diagram-78">
            <a:extLst xmlns:a="http://schemas.openxmlformats.org/drawingml/2006/main">
              <a:ext uri="{FF2B5EF4-FFF2-40B4-BE49-F238E27FC236}">
                <a16:creationId xmlns:a16="http://schemas.microsoft.com/office/drawing/2014/main" id="{0DD4B106-0483-4D4A-A80D-133F10F6EAC5}"/>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Chọn phòng ít người trước; cùng số người thì chọn phòng gần nhất</a:t>
            </a:r>
          </a:p>
        </p:txBody>
      </p:sp>
      <p:pic>
        <p:nvPicPr>
          <p:cNvPr id="3" name="">
            <a:extLst xmlns:a="http://schemas.openxmlformats.org/drawingml/2006/main">
              <a:ext uri="{FF2B5EF4-FFF2-40B4-BE49-F238E27FC236}">
                <a16:creationId xmlns:a16="http://schemas.microsoft.com/office/drawing/2014/main" id="{9E013666-1A8D-45BF-B6C8-536D8C5E9B06}"/>
              </a:ext>
            </a:extLst>
          </p:cNvPr>
          <p:cNvPicPr>
            <a:picLocks xmlns:a="http://schemas.openxmlformats.org/drawingml/2006/main" noChangeAspect="1"/>
          </p:cNvPicPr>
          <p:nvPr/>
        </p:nvPicPr>
        <p:blipFill>
          <a:blip xmlns:r="http://schemas.openxmlformats.org/officeDocument/2006/relationships" xmlns:a="http://schemas.openxmlformats.org/drawingml/2006/main" r:embed="Rcf81c6590ba24a2c">
            <a:extLst>
              <a:ext uri="{96DAC541-7B7A-43D3-8B79-37D633B846F1}">
                <asvg:svgBlip xmlns:asvg="http://schemas.microsoft.com/office/drawing/2016/SVG/main" r:embed="Rf6a11b4b2ae64d07"/>
              </a:ext>
            </a:extLst>
          </a:blip>
          <a:stretch xmlns:a="http://schemas.openxmlformats.org/drawingml/2006/main"/>
        </p:blipFill>
        <p:spPr>
          <a:xfrm xmlns:a="http://schemas.openxmlformats.org/drawingml/2006/main">
            <a:off x="1171575" y="1676400"/>
            <a:ext cx="323850" cy="3238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DCFE5C5-3CCB-4B62-94F5-72F75CF43509}"/>
              </a:ext>
            </a:extLst>
          </p:cNvPr>
          <p:cNvPicPr>
            <a:picLocks xmlns:a="http://schemas.openxmlformats.org/drawingml/2006/main" noChangeAspect="1"/>
          </p:cNvPicPr>
          <p:nvPr/>
        </p:nvPicPr>
        <p:blipFill>
          <a:blip xmlns:r="http://schemas.openxmlformats.org/officeDocument/2006/relationships" xmlns:a="http://schemas.openxmlformats.org/drawingml/2006/main" r:embed="R657627d52cd54f5c">
            <a:extLst>
              <a:ext uri="{96DAC541-7B7A-43D3-8B79-37D633B846F1}">
                <asvg:svgBlip xmlns:asvg="http://schemas.microsoft.com/office/drawing/2016/SVG/main" r:embed="R0456e3a9ca0246b9"/>
              </a:ext>
            </a:extLst>
          </a:blip>
          <a:stretch xmlns:a="http://schemas.openxmlformats.org/drawingml/2006/main"/>
        </p:blipFill>
        <p:spPr>
          <a:xfrm xmlns:a="http://schemas.openxmlformats.org/drawingml/2006/main">
            <a:off x="3076575" y="1676400"/>
            <a:ext cx="323850" cy="3238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8AA0963-9D43-4E75-8C55-BC78408CE186}"/>
              </a:ext>
            </a:extLst>
          </p:cNvPr>
          <p:cNvPicPr>
            <a:picLocks xmlns:a="http://schemas.openxmlformats.org/drawingml/2006/main" noChangeAspect="1"/>
          </p:cNvPicPr>
          <p:nvPr/>
        </p:nvPicPr>
        <p:blipFill>
          <a:blip xmlns:r="http://schemas.openxmlformats.org/officeDocument/2006/relationships" xmlns:a="http://schemas.openxmlformats.org/drawingml/2006/main" r:embed="R7bb72e9976d044b2">
            <a:extLst>
              <a:ext uri="{96DAC541-7B7A-43D3-8B79-37D633B846F1}">
                <asvg:svgBlip xmlns:asvg="http://schemas.microsoft.com/office/drawing/2016/SVG/main" r:embed="Re7a36849247e41ac"/>
              </a:ext>
            </a:extLst>
          </a:blip>
          <a:stretch xmlns:a="http://schemas.openxmlformats.org/drawingml/2006/main"/>
        </p:blipFill>
        <p:spPr>
          <a:xfrm xmlns:a="http://schemas.openxmlformats.org/drawingml/2006/main">
            <a:off x="4981575" y="1676400"/>
            <a:ext cx="323850" cy="3238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D90A6A9-BA58-487C-A1B3-DB155089B0F2}"/>
              </a:ext>
            </a:extLst>
          </p:cNvPr>
          <p:cNvPicPr>
            <a:picLocks xmlns:a="http://schemas.openxmlformats.org/drawingml/2006/main" noChangeAspect="1"/>
          </p:cNvPicPr>
          <p:nvPr/>
        </p:nvPicPr>
        <p:blipFill>
          <a:blip xmlns:r="http://schemas.openxmlformats.org/officeDocument/2006/relationships" xmlns:a="http://schemas.openxmlformats.org/drawingml/2006/main" r:embed="R4c9b48340953423e">
            <a:extLst>
              <a:ext uri="{96DAC541-7B7A-43D3-8B79-37D633B846F1}">
                <asvg:svgBlip xmlns:asvg="http://schemas.microsoft.com/office/drawing/2016/SVG/main" r:embed="R013e90ce51944a07"/>
              </a:ext>
            </a:extLst>
          </a:blip>
          <a:stretch xmlns:a="http://schemas.openxmlformats.org/drawingml/2006/main"/>
        </p:blipFill>
        <p:spPr>
          <a:xfrm xmlns:a="http://schemas.openxmlformats.org/drawingml/2006/main">
            <a:off x="6886575" y="1676400"/>
            <a:ext cx="323850" cy="3238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4B6E187-091F-4CC0-A623-9B251A85C97D}"/>
              </a:ext>
            </a:extLst>
          </p:cNvPr>
          <p:cNvPicPr>
            <a:picLocks xmlns:a="http://schemas.openxmlformats.org/drawingml/2006/main" noChangeAspect="1"/>
          </p:cNvPicPr>
          <p:nvPr/>
        </p:nvPicPr>
        <p:blipFill>
          <a:blip xmlns:r="http://schemas.openxmlformats.org/officeDocument/2006/relationships" xmlns:a="http://schemas.openxmlformats.org/drawingml/2006/main" r:embed="R68e1936883ea4805">
            <a:extLst>
              <a:ext uri="{96DAC541-7B7A-43D3-8B79-37D633B846F1}">
                <asvg:svgBlip xmlns:asvg="http://schemas.microsoft.com/office/drawing/2016/SVG/main" r:embed="R6f728dc28a734a6c"/>
              </a:ext>
            </a:extLst>
          </a:blip>
          <a:stretch xmlns:a="http://schemas.openxmlformats.org/drawingml/2006/main"/>
        </p:blipFill>
        <p:spPr>
          <a:xfrm xmlns:a="http://schemas.openxmlformats.org/drawingml/2006/main">
            <a:off x="8791575" y="1676400"/>
            <a:ext cx="323850" cy="3238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13B36CB-1877-4440-A27C-4A40AF0C6BA1}"/>
              </a:ext>
            </a:extLst>
          </p:cNvPr>
          <p:cNvPicPr>
            <a:picLocks xmlns:a="http://schemas.openxmlformats.org/drawingml/2006/main" noChangeAspect="1"/>
          </p:cNvPicPr>
          <p:nvPr/>
        </p:nvPicPr>
        <p:blipFill>
          <a:blip xmlns:r="http://schemas.openxmlformats.org/officeDocument/2006/relationships" xmlns:a="http://schemas.openxmlformats.org/drawingml/2006/main" r:embed="Ra566a795b38c4623">
            <a:extLst>
              <a:ext uri="{96DAC541-7B7A-43D3-8B79-37D633B846F1}">
                <asvg:svgBlip xmlns:asvg="http://schemas.microsoft.com/office/drawing/2016/SVG/main" r:embed="R4584d9e9d6f14232"/>
              </a:ext>
            </a:extLst>
          </a:blip>
          <a:stretch xmlns:a="http://schemas.openxmlformats.org/drawingml/2006/main"/>
        </p:blipFill>
        <p:spPr>
          <a:xfrm xmlns:a="http://schemas.openxmlformats.org/drawingml/2006/main">
            <a:off x="10696575" y="1676400"/>
            <a:ext cx="323850" cy="323850"/>
          </a:xfrm>
          <a:prstGeom xmlns:a="http://schemas.openxmlformats.org/drawingml/2006/main" prst="rect">
            <a:avLst/>
          </a:prstGeom>
        </p:spPr>
      </p:pic>
      <p:sp>
        <p:nvSpPr>
          <p:cNvPr id="9" name="diagram-79">
            <a:extLst xmlns:a="http://schemas.openxmlformats.org/drawingml/2006/main">
              <a:ext uri="{FF2B5EF4-FFF2-40B4-BE49-F238E27FC236}">
                <a16:creationId xmlns:a16="http://schemas.microsoft.com/office/drawing/2014/main" id="{1CFCC291-B3FE-4E5B-8652-56BD99DB67E9}"/>
              </a:ext>
            </a:extLst>
          </p:cNvPr>
          <p:cNvSpPr>
            <a:spLocks xmlns:a="http://schemas.openxmlformats.org/drawingml/2006/main" noGrp="1"/>
          </p:cNvSpPr>
          <p:nvPr/>
        </p:nvSpPr>
        <p:spPr>
          <a:xfrm xmlns:a="http://schemas.openxmlformats.org/drawingml/2006/main">
            <a:off x="57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0" name="diagram-80">
            <a:extLst xmlns:a="http://schemas.openxmlformats.org/drawingml/2006/main">
              <a:ext uri="{FF2B5EF4-FFF2-40B4-BE49-F238E27FC236}">
                <a16:creationId xmlns:a16="http://schemas.microsoft.com/office/drawing/2014/main" id="{2DB82579-3382-4D8F-9CD8-C0683A7E81E0}"/>
              </a:ext>
            </a:extLst>
          </p:cNvPr>
          <p:cNvSpPr>
            <a:spLocks xmlns:a="http://schemas.openxmlformats.org/drawingml/2006/main" noGrp="1"/>
          </p:cNvSpPr>
          <p:nvPr/>
        </p:nvSpPr>
        <p:spPr>
          <a:xfrm xmlns:a="http://schemas.openxmlformats.org/drawingml/2006/main">
            <a:off x="66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buNone/>
              <a:defRPr sz="1725" b="1">
                <a:solidFill>
                  <a:srgbClr val="102A43"/>
                </a:solidFill>
                <a:latin typeface="Arial"/>
                <a:ea typeface="Arial"/>
                <a:cs typeface="Arial"/>
              </a:defRPr>
            </a:lvl1pPr>
            <a:lvl2pPr algn="ctr">
              <a:buNone/>
              <a:defRPr sz="1725" b="1">
                <a:solidFill>
                  <a:srgbClr val="102A43"/>
                </a:solidFill>
                <a:latin typeface="Arial"/>
                <a:ea typeface="Arial"/>
                <a:cs typeface="Arial"/>
              </a:defRPr>
            </a:lvl2pPr>
            <a:lvl3pPr algn="ctr">
              <a:buNone/>
              <a:defRPr sz="1725" b="1">
                <a:solidFill>
                  <a:srgbClr val="102A43"/>
                </a:solidFill>
                <a:latin typeface="Arial"/>
                <a:ea typeface="Arial"/>
                <a:cs typeface="Arial"/>
              </a:defRPr>
            </a:lvl3pPr>
            <a:lvl4pPr algn="ctr">
              <a:buNone/>
              <a:defRPr sz="1725" b="1">
                <a:solidFill>
                  <a:srgbClr val="102A43"/>
                </a:solidFill>
                <a:latin typeface="Arial"/>
                <a:ea typeface="Arial"/>
                <a:cs typeface="Arial"/>
              </a:defRPr>
            </a:lvl4pPr>
            <a:lvl5pPr algn="ctr">
              <a:buNone/>
              <a:defRPr sz="1725" b="1">
                <a:solidFill>
                  <a:srgbClr val="102A43"/>
                </a:solidFill>
                <a:latin typeface="Arial"/>
                <a:ea typeface="Arial"/>
                <a:cs typeface="Arial"/>
              </a:defRPr>
            </a:lvl5pPr>
            <a:lvl6pPr algn="ctr">
              <a:buNone/>
              <a:defRPr sz="1725" b="1">
                <a:solidFill>
                  <a:srgbClr val="102A43"/>
                </a:solidFill>
                <a:latin typeface="Arial"/>
                <a:ea typeface="Arial"/>
                <a:cs typeface="Arial"/>
              </a:defRPr>
            </a:lvl6pPr>
            <a:lvl7pPr algn="ctr">
              <a:buNone/>
              <a:defRPr sz="1725" b="1">
                <a:solidFill>
                  <a:srgbClr val="102A43"/>
                </a:solidFill>
                <a:latin typeface="Arial"/>
                <a:ea typeface="Arial"/>
                <a:cs typeface="Arial"/>
              </a:defRPr>
            </a:lvl7pPr>
            <a:lvl8pPr algn="ctr">
              <a:buNone/>
              <a:defRPr sz="1725" b="1">
                <a:solidFill>
                  <a:srgbClr val="102A43"/>
                </a:solidFill>
                <a:latin typeface="Arial"/>
                <a:ea typeface="Arial"/>
                <a:cs typeface="Arial"/>
              </a:defRPr>
            </a:lvl8pPr>
            <a:lvl9pPr algn="ctr">
              <a:buNone/>
              <a:defRPr sz="1725" b="1">
                <a:solidFill>
                  <a:srgbClr val="102A43"/>
                </a:solidFill>
                <a:latin typeface="Arial"/>
                <a:ea typeface="Arial"/>
                <a:cs typeface="Arial"/>
              </a:defRPr>
            </a:lvl9pPr>
          </a:lstStyle>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Khám đầu</a:t>
            </a:r>
          </a:p>
        </p:txBody>
      </p:sp>
      <p:sp>
        <p:nvSpPr>
          <p:cNvPr id="11" name="diagram-81">
            <a:extLst xmlns:a="http://schemas.openxmlformats.org/drawingml/2006/main">
              <a:ext uri="{FF2B5EF4-FFF2-40B4-BE49-F238E27FC236}">
                <a16:creationId xmlns:a16="http://schemas.microsoft.com/office/drawing/2014/main" id="{A643F2E2-37CB-46F3-BB53-96802BDA3F4C}"/>
              </a:ext>
            </a:extLst>
          </p:cNvPr>
          <p:cNvSpPr>
            <a:spLocks xmlns:a="http://schemas.openxmlformats.org/drawingml/2006/main" noGrp="1"/>
          </p:cNvSpPr>
          <p:nvPr/>
        </p:nvSpPr>
        <p:spPr>
          <a:xfrm xmlns:a="http://schemas.openxmlformats.org/drawingml/2006/main">
            <a:off x="214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2" name="diagram-82">
            <a:extLst xmlns:a="http://schemas.openxmlformats.org/drawingml/2006/main">
              <a:ext uri="{FF2B5EF4-FFF2-40B4-BE49-F238E27FC236}">
                <a16:creationId xmlns:a16="http://schemas.microsoft.com/office/drawing/2014/main" id="{3E3A5C48-A119-4FE9-9C32-C0A5B42940E1}"/>
              </a:ext>
            </a:extLst>
          </p:cNvPr>
          <p:cNvSpPr>
            <a:spLocks xmlns:a="http://schemas.openxmlformats.org/drawingml/2006/main" noGrp="1"/>
          </p:cNvSpPr>
          <p:nvPr/>
        </p:nvSpPr>
        <p:spPr>
          <a:xfrm xmlns:a="http://schemas.openxmlformats.org/drawingml/2006/main">
            <a:off x="2476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3" name="diagram-83">
            <a:extLst xmlns:a="http://schemas.openxmlformats.org/drawingml/2006/main">
              <a:ext uri="{FF2B5EF4-FFF2-40B4-BE49-F238E27FC236}">
                <a16:creationId xmlns:a16="http://schemas.microsoft.com/office/drawing/2014/main" id="{FC4912EA-E3D5-443B-95E1-2554A119D6F1}"/>
              </a:ext>
            </a:extLst>
          </p:cNvPr>
          <p:cNvSpPr>
            <a:spLocks xmlns:a="http://schemas.openxmlformats.org/drawingml/2006/main" noGrp="1"/>
          </p:cNvSpPr>
          <p:nvPr/>
        </p:nvSpPr>
        <p:spPr>
          <a:xfrm xmlns:a="http://schemas.openxmlformats.org/drawingml/2006/main">
            <a:off x="257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buNone/>
              <a:defRPr sz="1725" b="1">
                <a:solidFill>
                  <a:srgbClr val="102A43"/>
                </a:solidFill>
                <a:latin typeface="Arial"/>
                <a:ea typeface="Arial"/>
                <a:cs typeface="Arial"/>
              </a:defRPr>
            </a:lvl1pPr>
            <a:lvl2pPr algn="ctr">
              <a:buNone/>
              <a:defRPr sz="1725" b="1">
                <a:solidFill>
                  <a:srgbClr val="102A43"/>
                </a:solidFill>
                <a:latin typeface="Arial"/>
                <a:ea typeface="Arial"/>
                <a:cs typeface="Arial"/>
              </a:defRPr>
            </a:lvl2pPr>
            <a:lvl3pPr algn="ctr">
              <a:buNone/>
              <a:defRPr sz="1725" b="1">
                <a:solidFill>
                  <a:srgbClr val="102A43"/>
                </a:solidFill>
                <a:latin typeface="Arial"/>
                <a:ea typeface="Arial"/>
                <a:cs typeface="Arial"/>
              </a:defRPr>
            </a:lvl3pPr>
            <a:lvl4pPr algn="ctr">
              <a:buNone/>
              <a:defRPr sz="1725" b="1">
                <a:solidFill>
                  <a:srgbClr val="102A43"/>
                </a:solidFill>
                <a:latin typeface="Arial"/>
                <a:ea typeface="Arial"/>
                <a:cs typeface="Arial"/>
              </a:defRPr>
            </a:lvl4pPr>
            <a:lvl5pPr algn="ctr">
              <a:buNone/>
              <a:defRPr sz="1725" b="1">
                <a:solidFill>
                  <a:srgbClr val="102A43"/>
                </a:solidFill>
                <a:latin typeface="Arial"/>
                <a:ea typeface="Arial"/>
                <a:cs typeface="Arial"/>
              </a:defRPr>
            </a:lvl5pPr>
            <a:lvl6pPr algn="ctr">
              <a:buNone/>
              <a:defRPr sz="1725" b="1">
                <a:solidFill>
                  <a:srgbClr val="102A43"/>
                </a:solidFill>
                <a:latin typeface="Arial"/>
                <a:ea typeface="Arial"/>
                <a:cs typeface="Arial"/>
              </a:defRPr>
            </a:lvl6pPr>
            <a:lvl7pPr algn="ctr">
              <a:buNone/>
              <a:defRPr sz="1725" b="1">
                <a:solidFill>
                  <a:srgbClr val="102A43"/>
                </a:solidFill>
                <a:latin typeface="Arial"/>
                <a:ea typeface="Arial"/>
                <a:cs typeface="Arial"/>
              </a:defRPr>
            </a:lvl7pPr>
            <a:lvl8pPr algn="ctr">
              <a:buNone/>
              <a:defRPr sz="1725" b="1">
                <a:solidFill>
                  <a:srgbClr val="102A43"/>
                </a:solidFill>
                <a:latin typeface="Arial"/>
                <a:ea typeface="Arial"/>
                <a:cs typeface="Arial"/>
              </a:defRPr>
            </a:lvl8pPr>
            <a:lvl9pPr algn="ctr">
              <a:buNone/>
              <a:defRPr sz="1725" b="1">
                <a:solidFill>
                  <a:srgbClr val="102A43"/>
                </a:solidFill>
                <a:latin typeface="Arial"/>
                <a:ea typeface="Arial"/>
                <a:cs typeface="Arial"/>
              </a:defRPr>
            </a:lvl9pPr>
          </a:lstStyle>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Chốt</a:t>
            </a:r>
          </a:p>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chỉ định</a:t>
            </a:r>
          </a:p>
        </p:txBody>
      </p:sp>
      <p:sp>
        <p:nvSpPr>
          <p:cNvPr id="14" name="diagram-84">
            <a:extLst xmlns:a="http://schemas.openxmlformats.org/drawingml/2006/main">
              <a:ext uri="{FF2B5EF4-FFF2-40B4-BE49-F238E27FC236}">
                <a16:creationId xmlns:a16="http://schemas.microsoft.com/office/drawing/2014/main" id="{DD9862EE-78F8-4616-9BD3-30BEA2C36A57}"/>
              </a:ext>
            </a:extLst>
          </p:cNvPr>
          <p:cNvSpPr>
            <a:spLocks xmlns:a="http://schemas.openxmlformats.org/drawingml/2006/main" noGrp="1"/>
          </p:cNvSpPr>
          <p:nvPr/>
        </p:nvSpPr>
        <p:spPr>
          <a:xfrm xmlns:a="http://schemas.openxmlformats.org/drawingml/2006/main">
            <a:off x="4048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5" name="diagram-85">
            <a:extLst xmlns:a="http://schemas.openxmlformats.org/drawingml/2006/main">
              <a:ext uri="{FF2B5EF4-FFF2-40B4-BE49-F238E27FC236}">
                <a16:creationId xmlns:a16="http://schemas.microsoft.com/office/drawing/2014/main" id="{FEF6C8A5-D189-4C81-913E-B0CED22D3531}"/>
              </a:ext>
            </a:extLst>
          </p:cNvPr>
          <p:cNvSpPr>
            <a:spLocks xmlns:a="http://schemas.openxmlformats.org/drawingml/2006/main" noGrp="1"/>
          </p:cNvSpPr>
          <p:nvPr/>
        </p:nvSpPr>
        <p:spPr>
          <a:xfrm xmlns:a="http://schemas.openxmlformats.org/drawingml/2006/main">
            <a:off x="438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6" name="diagram-86">
            <a:extLst xmlns:a="http://schemas.openxmlformats.org/drawingml/2006/main">
              <a:ext uri="{FF2B5EF4-FFF2-40B4-BE49-F238E27FC236}">
                <a16:creationId xmlns:a16="http://schemas.microsoft.com/office/drawing/2014/main" id="{4AA50FB5-1D22-4DAF-B8C1-57DA85A07AB5}"/>
              </a:ext>
            </a:extLst>
          </p:cNvPr>
          <p:cNvSpPr>
            <a:spLocks xmlns:a="http://schemas.openxmlformats.org/drawingml/2006/main" noGrp="1"/>
          </p:cNvSpPr>
          <p:nvPr/>
        </p:nvSpPr>
        <p:spPr>
          <a:xfrm xmlns:a="http://schemas.openxmlformats.org/drawingml/2006/main">
            <a:off x="447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buNone/>
              <a:defRPr sz="1725" b="1">
                <a:solidFill>
                  <a:srgbClr val="102A43"/>
                </a:solidFill>
                <a:latin typeface="Arial"/>
                <a:ea typeface="Arial"/>
                <a:cs typeface="Arial"/>
              </a:defRPr>
            </a:lvl1pPr>
            <a:lvl2pPr algn="ctr">
              <a:buNone/>
              <a:defRPr sz="1725" b="1">
                <a:solidFill>
                  <a:srgbClr val="102A43"/>
                </a:solidFill>
                <a:latin typeface="Arial"/>
                <a:ea typeface="Arial"/>
                <a:cs typeface="Arial"/>
              </a:defRPr>
            </a:lvl2pPr>
            <a:lvl3pPr algn="ctr">
              <a:buNone/>
              <a:defRPr sz="1725" b="1">
                <a:solidFill>
                  <a:srgbClr val="102A43"/>
                </a:solidFill>
                <a:latin typeface="Arial"/>
                <a:ea typeface="Arial"/>
                <a:cs typeface="Arial"/>
              </a:defRPr>
            </a:lvl3pPr>
            <a:lvl4pPr algn="ctr">
              <a:buNone/>
              <a:defRPr sz="1725" b="1">
                <a:solidFill>
                  <a:srgbClr val="102A43"/>
                </a:solidFill>
                <a:latin typeface="Arial"/>
                <a:ea typeface="Arial"/>
                <a:cs typeface="Arial"/>
              </a:defRPr>
            </a:lvl4pPr>
            <a:lvl5pPr algn="ctr">
              <a:buNone/>
              <a:defRPr sz="1725" b="1">
                <a:solidFill>
                  <a:srgbClr val="102A43"/>
                </a:solidFill>
                <a:latin typeface="Arial"/>
                <a:ea typeface="Arial"/>
                <a:cs typeface="Arial"/>
              </a:defRPr>
            </a:lvl5pPr>
            <a:lvl6pPr algn="ctr">
              <a:buNone/>
              <a:defRPr sz="1725" b="1">
                <a:solidFill>
                  <a:srgbClr val="102A43"/>
                </a:solidFill>
                <a:latin typeface="Arial"/>
                <a:ea typeface="Arial"/>
                <a:cs typeface="Arial"/>
              </a:defRPr>
            </a:lvl6pPr>
            <a:lvl7pPr algn="ctr">
              <a:buNone/>
              <a:defRPr sz="1725" b="1">
                <a:solidFill>
                  <a:srgbClr val="102A43"/>
                </a:solidFill>
                <a:latin typeface="Arial"/>
                <a:ea typeface="Arial"/>
                <a:cs typeface="Arial"/>
              </a:defRPr>
            </a:lvl7pPr>
            <a:lvl8pPr algn="ctr">
              <a:buNone/>
              <a:defRPr sz="1725" b="1">
                <a:solidFill>
                  <a:srgbClr val="102A43"/>
                </a:solidFill>
                <a:latin typeface="Arial"/>
                <a:ea typeface="Arial"/>
                <a:cs typeface="Arial"/>
              </a:defRPr>
            </a:lvl8pPr>
            <a:lvl9pPr algn="ctr">
              <a:buNone/>
              <a:defRPr sz="1725" b="1">
                <a:solidFill>
                  <a:srgbClr val="102A43"/>
                </a:solidFill>
                <a:latin typeface="Arial"/>
                <a:ea typeface="Arial"/>
                <a:cs typeface="Arial"/>
              </a:defRPr>
            </a:lvl9pPr>
          </a:lstStyle>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Chọn phòng</a:t>
            </a:r>
          </a:p>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ít người</a:t>
            </a:r>
          </a:p>
        </p:txBody>
      </p:sp>
      <p:sp>
        <p:nvSpPr>
          <p:cNvPr id="17" name="diagram-87">
            <a:extLst xmlns:a="http://schemas.openxmlformats.org/drawingml/2006/main">
              <a:ext uri="{FF2B5EF4-FFF2-40B4-BE49-F238E27FC236}">
                <a16:creationId xmlns:a16="http://schemas.microsoft.com/office/drawing/2014/main" id="{B18478B1-055A-43B4-A453-6D8A7A70AE8A}"/>
              </a:ext>
            </a:extLst>
          </p:cNvPr>
          <p:cNvSpPr>
            <a:spLocks xmlns:a="http://schemas.openxmlformats.org/drawingml/2006/main" noGrp="1"/>
          </p:cNvSpPr>
          <p:nvPr/>
        </p:nvSpPr>
        <p:spPr>
          <a:xfrm xmlns:a="http://schemas.openxmlformats.org/drawingml/2006/main">
            <a:off x="595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8" name="diagram-88">
            <a:extLst xmlns:a="http://schemas.openxmlformats.org/drawingml/2006/main">
              <a:ext uri="{FF2B5EF4-FFF2-40B4-BE49-F238E27FC236}">
                <a16:creationId xmlns:a16="http://schemas.microsoft.com/office/drawing/2014/main" id="{62888EC0-E08B-461A-A4EB-8DD798F448D4}"/>
              </a:ext>
            </a:extLst>
          </p:cNvPr>
          <p:cNvSpPr>
            <a:spLocks xmlns:a="http://schemas.openxmlformats.org/drawingml/2006/main" noGrp="1"/>
          </p:cNvSpPr>
          <p:nvPr/>
        </p:nvSpPr>
        <p:spPr>
          <a:xfrm xmlns:a="http://schemas.openxmlformats.org/drawingml/2006/main">
            <a:off x="6286500" y="2095500"/>
            <a:ext cx="1524000" cy="781050"/>
          </a:xfrm>
          <a:prstGeom xmlns:a="http://schemas.openxmlformats.org/drawingml/2006/main" prst="roundRect">
            <a:avLst>
              <a:gd name="adj" fmla="val 9756"/>
            </a:avLst>
          </a:prstGeom>
          <a:solidFill xmlns:a="http://schemas.openxmlformats.org/drawingml/2006/main">
            <a:srgbClr val="E5EFFC"/>
          </a:solidFill>
          <a:ln xmlns:a="http://schemas.openxmlformats.org/drawingml/2006/main" w="19050">
            <a:solidFill>
              <a:srgbClr val="246BCE"/>
            </a:solidFill>
            <a:prstDash val="solid"/>
          </a:ln>
        </p:spPr>
      </p:sp>
      <p:sp>
        <p:nvSpPr>
          <p:cNvPr id="19" name="diagram-89">
            <a:extLst xmlns:a="http://schemas.openxmlformats.org/drawingml/2006/main">
              <a:ext uri="{FF2B5EF4-FFF2-40B4-BE49-F238E27FC236}">
                <a16:creationId xmlns:a16="http://schemas.microsoft.com/office/drawing/2014/main" id="{199EF97C-0D40-4F3C-8DCA-B644CA0D77F9}"/>
              </a:ext>
            </a:extLst>
          </p:cNvPr>
          <p:cNvSpPr>
            <a:spLocks xmlns:a="http://schemas.openxmlformats.org/drawingml/2006/main" noGrp="1"/>
          </p:cNvSpPr>
          <p:nvPr/>
        </p:nvSpPr>
        <p:spPr>
          <a:xfrm xmlns:a="http://schemas.openxmlformats.org/drawingml/2006/main">
            <a:off x="638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buNone/>
              <a:defRPr sz="1725" b="1">
                <a:solidFill>
                  <a:srgbClr val="102A43"/>
                </a:solidFill>
                <a:latin typeface="Arial"/>
                <a:ea typeface="Arial"/>
                <a:cs typeface="Arial"/>
              </a:defRPr>
            </a:lvl1pPr>
            <a:lvl2pPr algn="ctr">
              <a:buNone/>
              <a:defRPr sz="1725" b="1">
                <a:solidFill>
                  <a:srgbClr val="102A43"/>
                </a:solidFill>
                <a:latin typeface="Arial"/>
                <a:ea typeface="Arial"/>
                <a:cs typeface="Arial"/>
              </a:defRPr>
            </a:lvl2pPr>
            <a:lvl3pPr algn="ctr">
              <a:buNone/>
              <a:defRPr sz="1725" b="1">
                <a:solidFill>
                  <a:srgbClr val="102A43"/>
                </a:solidFill>
                <a:latin typeface="Arial"/>
                <a:ea typeface="Arial"/>
                <a:cs typeface="Arial"/>
              </a:defRPr>
            </a:lvl3pPr>
            <a:lvl4pPr algn="ctr">
              <a:buNone/>
              <a:defRPr sz="1725" b="1">
                <a:solidFill>
                  <a:srgbClr val="102A43"/>
                </a:solidFill>
                <a:latin typeface="Arial"/>
                <a:ea typeface="Arial"/>
                <a:cs typeface="Arial"/>
              </a:defRPr>
            </a:lvl4pPr>
            <a:lvl5pPr algn="ctr">
              <a:buNone/>
              <a:defRPr sz="1725" b="1">
                <a:solidFill>
                  <a:srgbClr val="102A43"/>
                </a:solidFill>
                <a:latin typeface="Arial"/>
                <a:ea typeface="Arial"/>
                <a:cs typeface="Arial"/>
              </a:defRPr>
            </a:lvl5pPr>
            <a:lvl6pPr algn="ctr">
              <a:buNone/>
              <a:defRPr sz="1725" b="1">
                <a:solidFill>
                  <a:srgbClr val="102A43"/>
                </a:solidFill>
                <a:latin typeface="Arial"/>
                <a:ea typeface="Arial"/>
                <a:cs typeface="Arial"/>
              </a:defRPr>
            </a:lvl6pPr>
            <a:lvl7pPr algn="ctr">
              <a:buNone/>
              <a:defRPr sz="1725" b="1">
                <a:solidFill>
                  <a:srgbClr val="102A43"/>
                </a:solidFill>
                <a:latin typeface="Arial"/>
                <a:ea typeface="Arial"/>
                <a:cs typeface="Arial"/>
              </a:defRPr>
            </a:lvl7pPr>
            <a:lvl8pPr algn="ctr">
              <a:buNone/>
              <a:defRPr sz="1725" b="1">
                <a:solidFill>
                  <a:srgbClr val="102A43"/>
                </a:solidFill>
                <a:latin typeface="Arial"/>
                <a:ea typeface="Arial"/>
                <a:cs typeface="Arial"/>
              </a:defRPr>
            </a:lvl8pPr>
            <a:lvl9pPr algn="ctr">
              <a:buNone/>
              <a:defRPr sz="1725" b="1">
                <a:solidFill>
                  <a:srgbClr val="102A43"/>
                </a:solidFill>
                <a:latin typeface="Arial"/>
                <a:ea typeface="Arial"/>
                <a:cs typeface="Arial"/>
              </a:defRPr>
            </a:lvl9pPr>
          </a:lstStyle>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Thực hiện</a:t>
            </a:r>
          </a:p>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thủ tục</a:t>
            </a:r>
          </a:p>
        </p:txBody>
      </p:sp>
      <p:sp>
        <p:nvSpPr>
          <p:cNvPr id="20" name="diagram-90">
            <a:extLst xmlns:a="http://schemas.openxmlformats.org/drawingml/2006/main">
              <a:ext uri="{FF2B5EF4-FFF2-40B4-BE49-F238E27FC236}">
                <a16:creationId xmlns:a16="http://schemas.microsoft.com/office/drawing/2014/main" id="{F453C62D-709C-4752-8249-C329AFA42EDF}"/>
              </a:ext>
            </a:extLst>
          </p:cNvPr>
          <p:cNvSpPr>
            <a:spLocks xmlns:a="http://schemas.openxmlformats.org/drawingml/2006/main" noGrp="1"/>
          </p:cNvSpPr>
          <p:nvPr/>
        </p:nvSpPr>
        <p:spPr>
          <a:xfrm xmlns:a="http://schemas.openxmlformats.org/drawingml/2006/main">
            <a:off x="7858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1" name="diagram-91">
            <a:extLst xmlns:a="http://schemas.openxmlformats.org/drawingml/2006/main">
              <a:ext uri="{FF2B5EF4-FFF2-40B4-BE49-F238E27FC236}">
                <a16:creationId xmlns:a16="http://schemas.microsoft.com/office/drawing/2014/main" id="{CC5C214D-2CE1-4321-A12E-06D0F40088A1}"/>
              </a:ext>
            </a:extLst>
          </p:cNvPr>
          <p:cNvSpPr>
            <a:spLocks xmlns:a="http://schemas.openxmlformats.org/drawingml/2006/main" noGrp="1"/>
          </p:cNvSpPr>
          <p:nvPr/>
        </p:nvSpPr>
        <p:spPr>
          <a:xfrm xmlns:a="http://schemas.openxmlformats.org/drawingml/2006/main">
            <a:off x="819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22" name="diagram-92">
            <a:extLst xmlns:a="http://schemas.openxmlformats.org/drawingml/2006/main">
              <a:ext uri="{FF2B5EF4-FFF2-40B4-BE49-F238E27FC236}">
                <a16:creationId xmlns:a16="http://schemas.microsoft.com/office/drawing/2014/main" id="{882C9AA8-4DED-4923-AF8F-DCF15EB5F8AA}"/>
              </a:ext>
            </a:extLst>
          </p:cNvPr>
          <p:cNvSpPr>
            <a:spLocks xmlns:a="http://schemas.openxmlformats.org/drawingml/2006/main" noGrp="1"/>
          </p:cNvSpPr>
          <p:nvPr/>
        </p:nvSpPr>
        <p:spPr>
          <a:xfrm xmlns:a="http://schemas.openxmlformats.org/drawingml/2006/main">
            <a:off x="828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buNone/>
              <a:defRPr sz="1725" b="1">
                <a:solidFill>
                  <a:srgbClr val="102A43"/>
                </a:solidFill>
                <a:latin typeface="Arial"/>
                <a:ea typeface="Arial"/>
                <a:cs typeface="Arial"/>
              </a:defRPr>
            </a:lvl1pPr>
            <a:lvl2pPr algn="ctr">
              <a:buNone/>
              <a:defRPr sz="1725" b="1">
                <a:solidFill>
                  <a:srgbClr val="102A43"/>
                </a:solidFill>
                <a:latin typeface="Arial"/>
                <a:ea typeface="Arial"/>
                <a:cs typeface="Arial"/>
              </a:defRPr>
            </a:lvl2pPr>
            <a:lvl3pPr algn="ctr">
              <a:buNone/>
              <a:defRPr sz="1725" b="1">
                <a:solidFill>
                  <a:srgbClr val="102A43"/>
                </a:solidFill>
                <a:latin typeface="Arial"/>
                <a:ea typeface="Arial"/>
                <a:cs typeface="Arial"/>
              </a:defRPr>
            </a:lvl3pPr>
            <a:lvl4pPr algn="ctr">
              <a:buNone/>
              <a:defRPr sz="1725" b="1">
                <a:solidFill>
                  <a:srgbClr val="102A43"/>
                </a:solidFill>
                <a:latin typeface="Arial"/>
                <a:ea typeface="Arial"/>
                <a:cs typeface="Arial"/>
              </a:defRPr>
            </a:lvl4pPr>
            <a:lvl5pPr algn="ctr">
              <a:buNone/>
              <a:defRPr sz="1725" b="1">
                <a:solidFill>
                  <a:srgbClr val="102A43"/>
                </a:solidFill>
                <a:latin typeface="Arial"/>
                <a:ea typeface="Arial"/>
                <a:cs typeface="Arial"/>
              </a:defRPr>
            </a:lvl5pPr>
            <a:lvl6pPr algn="ctr">
              <a:buNone/>
              <a:defRPr sz="1725" b="1">
                <a:solidFill>
                  <a:srgbClr val="102A43"/>
                </a:solidFill>
                <a:latin typeface="Arial"/>
                <a:ea typeface="Arial"/>
                <a:cs typeface="Arial"/>
              </a:defRPr>
            </a:lvl6pPr>
            <a:lvl7pPr algn="ctr">
              <a:buNone/>
              <a:defRPr sz="1725" b="1">
                <a:solidFill>
                  <a:srgbClr val="102A43"/>
                </a:solidFill>
                <a:latin typeface="Arial"/>
                <a:ea typeface="Arial"/>
                <a:cs typeface="Arial"/>
              </a:defRPr>
            </a:lvl7pPr>
            <a:lvl8pPr algn="ctr">
              <a:buNone/>
              <a:defRPr sz="1725" b="1">
                <a:solidFill>
                  <a:srgbClr val="102A43"/>
                </a:solidFill>
                <a:latin typeface="Arial"/>
                <a:ea typeface="Arial"/>
                <a:cs typeface="Arial"/>
              </a:defRPr>
            </a:lvl8pPr>
            <a:lvl9pPr algn="ctr">
              <a:buNone/>
              <a:defRPr sz="1725" b="1">
                <a:solidFill>
                  <a:srgbClr val="102A43"/>
                </a:solidFill>
                <a:latin typeface="Arial"/>
                <a:ea typeface="Arial"/>
                <a:cs typeface="Arial"/>
              </a:defRPr>
            </a:lvl9pPr>
          </a:lstStyle>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Tính lại</a:t>
            </a:r>
          </a:p>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việc còn lại</a:t>
            </a:r>
          </a:p>
        </p:txBody>
      </p:sp>
      <p:sp>
        <p:nvSpPr>
          <p:cNvPr id="23" name="diagram-93">
            <a:extLst xmlns:a="http://schemas.openxmlformats.org/drawingml/2006/main">
              <a:ext uri="{FF2B5EF4-FFF2-40B4-BE49-F238E27FC236}">
                <a16:creationId xmlns:a16="http://schemas.microsoft.com/office/drawing/2014/main" id="{A086E1C4-051F-446C-9367-CC8BCFF5152C}"/>
              </a:ext>
            </a:extLst>
          </p:cNvPr>
          <p:cNvSpPr>
            <a:spLocks xmlns:a="http://schemas.openxmlformats.org/drawingml/2006/main" noGrp="1"/>
          </p:cNvSpPr>
          <p:nvPr/>
        </p:nvSpPr>
        <p:spPr>
          <a:xfrm xmlns:a="http://schemas.openxmlformats.org/drawingml/2006/main">
            <a:off x="976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4" name="diagram-94">
            <a:extLst xmlns:a="http://schemas.openxmlformats.org/drawingml/2006/main">
              <a:ext uri="{FF2B5EF4-FFF2-40B4-BE49-F238E27FC236}">
                <a16:creationId xmlns:a16="http://schemas.microsoft.com/office/drawing/2014/main" id="{9A66CCB0-4E5C-4784-92FC-163C51A2BB6D}"/>
              </a:ext>
            </a:extLst>
          </p:cNvPr>
          <p:cNvSpPr>
            <a:spLocks xmlns:a="http://schemas.openxmlformats.org/drawingml/2006/main" noGrp="1"/>
          </p:cNvSpPr>
          <p:nvPr/>
        </p:nvSpPr>
        <p:spPr>
          <a:xfrm xmlns:a="http://schemas.openxmlformats.org/drawingml/2006/main">
            <a:off x="10096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25" name="diagram-95">
            <a:extLst xmlns:a="http://schemas.openxmlformats.org/drawingml/2006/main">
              <a:ext uri="{FF2B5EF4-FFF2-40B4-BE49-F238E27FC236}">
                <a16:creationId xmlns:a16="http://schemas.microsoft.com/office/drawing/2014/main" id="{828217FD-8089-4B99-9417-3E32AF829CCF}"/>
              </a:ext>
            </a:extLst>
          </p:cNvPr>
          <p:cNvSpPr>
            <a:spLocks xmlns:a="http://schemas.openxmlformats.org/drawingml/2006/main" noGrp="1"/>
          </p:cNvSpPr>
          <p:nvPr/>
        </p:nvSpPr>
        <p:spPr>
          <a:xfrm xmlns:a="http://schemas.openxmlformats.org/drawingml/2006/main">
            <a:off x="1019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buNone/>
              <a:defRPr sz="1725" b="1">
                <a:solidFill>
                  <a:srgbClr val="102A43"/>
                </a:solidFill>
                <a:latin typeface="Arial"/>
                <a:ea typeface="Arial"/>
                <a:cs typeface="Arial"/>
              </a:defRPr>
            </a:lvl1pPr>
            <a:lvl2pPr algn="ctr">
              <a:buNone/>
              <a:defRPr sz="1725" b="1">
                <a:solidFill>
                  <a:srgbClr val="102A43"/>
                </a:solidFill>
                <a:latin typeface="Arial"/>
                <a:ea typeface="Arial"/>
                <a:cs typeface="Arial"/>
              </a:defRPr>
            </a:lvl2pPr>
            <a:lvl3pPr algn="ctr">
              <a:buNone/>
              <a:defRPr sz="1725" b="1">
                <a:solidFill>
                  <a:srgbClr val="102A43"/>
                </a:solidFill>
                <a:latin typeface="Arial"/>
                <a:ea typeface="Arial"/>
                <a:cs typeface="Arial"/>
              </a:defRPr>
            </a:lvl3pPr>
            <a:lvl4pPr algn="ctr">
              <a:buNone/>
              <a:defRPr sz="1725" b="1">
                <a:solidFill>
                  <a:srgbClr val="102A43"/>
                </a:solidFill>
                <a:latin typeface="Arial"/>
                <a:ea typeface="Arial"/>
                <a:cs typeface="Arial"/>
              </a:defRPr>
            </a:lvl4pPr>
            <a:lvl5pPr algn="ctr">
              <a:buNone/>
              <a:defRPr sz="1725" b="1">
                <a:solidFill>
                  <a:srgbClr val="102A43"/>
                </a:solidFill>
                <a:latin typeface="Arial"/>
                <a:ea typeface="Arial"/>
                <a:cs typeface="Arial"/>
              </a:defRPr>
            </a:lvl5pPr>
            <a:lvl6pPr algn="ctr">
              <a:buNone/>
              <a:defRPr sz="1725" b="1">
                <a:solidFill>
                  <a:srgbClr val="102A43"/>
                </a:solidFill>
                <a:latin typeface="Arial"/>
                <a:ea typeface="Arial"/>
                <a:cs typeface="Arial"/>
              </a:defRPr>
            </a:lvl6pPr>
            <a:lvl7pPr algn="ctr">
              <a:buNone/>
              <a:defRPr sz="1725" b="1">
                <a:solidFill>
                  <a:srgbClr val="102A43"/>
                </a:solidFill>
                <a:latin typeface="Arial"/>
                <a:ea typeface="Arial"/>
                <a:cs typeface="Arial"/>
              </a:defRPr>
            </a:lvl7pPr>
            <a:lvl8pPr algn="ctr">
              <a:buNone/>
              <a:defRPr sz="1725" b="1">
                <a:solidFill>
                  <a:srgbClr val="102A43"/>
                </a:solidFill>
                <a:latin typeface="Arial"/>
                <a:ea typeface="Arial"/>
                <a:cs typeface="Arial"/>
              </a:defRPr>
            </a:lvl8pPr>
            <a:lvl9pPr algn="ctr">
              <a:buNone/>
              <a:defRPr sz="1725" b="1">
                <a:solidFill>
                  <a:srgbClr val="102A43"/>
                </a:solidFill>
                <a:latin typeface="Arial"/>
                <a:ea typeface="Arial"/>
                <a:cs typeface="Arial"/>
              </a:defRPr>
            </a:lvl9pPr>
          </a:lstStyle>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Quay lại</a:t>
            </a:r>
          </a:p>
          <a:p xmlns:a="http://schemas.openxmlformats.org/drawingml/2006/main">
            <a:pPr algn="ctr">
              <a:buNone/>
              <a:defRPr sz="1725" b="1">
                <a:solidFill>
                  <a:srgbClr val="102A43"/>
                </a:solidFill>
                <a:latin typeface="Arial"/>
                <a:ea typeface="Arial"/>
                <a:cs typeface="Arial"/>
              </a:defRPr>
            </a:pPr>
            <a:r>
              <a:rPr sz="1725" b="1">
                <a:solidFill>
                  <a:srgbClr val="102A43"/>
                </a:solidFill>
                <a:latin typeface="Arial"/>
                <a:ea typeface="Arial"/>
                <a:cs typeface="Arial"/>
              </a:rPr>
              <a:t>khoa đầu</a:t>
            </a:r>
          </a:p>
        </p:txBody>
      </p:sp>
      <p:sp>
        <p:nvSpPr>
          <p:cNvPr id="26" name="diagram-96">
            <a:extLst xmlns:a="http://schemas.openxmlformats.org/drawingml/2006/main">
              <a:ext uri="{FF2B5EF4-FFF2-40B4-BE49-F238E27FC236}">
                <a16:creationId xmlns:a16="http://schemas.microsoft.com/office/drawing/2014/main" id="{B59C0E73-5E54-4A1A-B2A3-19F38CA2399F}"/>
              </a:ext>
            </a:extLst>
          </p:cNvPr>
          <p:cNvSpPr>
            <a:spLocks xmlns:a="http://schemas.openxmlformats.org/drawingml/2006/main" noGrp="1"/>
          </p:cNvSpPr>
          <p:nvPr/>
        </p:nvSpPr>
        <p:spPr>
          <a:xfrm xmlns:a="http://schemas.openxmlformats.org/drawingml/2006/main">
            <a:off x="666750" y="3314700"/>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46BCE"/>
                </a:solidFill>
                <a:latin typeface="Arial"/>
                <a:ea typeface="Arial"/>
                <a:cs typeface="Arial"/>
              </a:defRPr>
            </a:defPPr>
            <a:lvl1pPr algn="l">
              <a:buNone/>
              <a:defRPr sz="1875" b="1">
                <a:solidFill>
                  <a:srgbClr val="246BCE"/>
                </a:solidFill>
                <a:latin typeface="Arial"/>
                <a:ea typeface="Arial"/>
                <a:cs typeface="Arial"/>
              </a:defRPr>
            </a:lvl1pPr>
            <a:lvl2pPr algn="l">
              <a:buNone/>
              <a:defRPr sz="1875" b="1">
                <a:solidFill>
                  <a:srgbClr val="246BCE"/>
                </a:solidFill>
                <a:latin typeface="Arial"/>
                <a:ea typeface="Arial"/>
                <a:cs typeface="Arial"/>
              </a:defRPr>
            </a:lvl2pPr>
            <a:lvl3pPr algn="l">
              <a:buNone/>
              <a:defRPr sz="1875" b="1">
                <a:solidFill>
                  <a:srgbClr val="246BCE"/>
                </a:solidFill>
                <a:latin typeface="Arial"/>
                <a:ea typeface="Arial"/>
                <a:cs typeface="Arial"/>
              </a:defRPr>
            </a:lvl3pPr>
            <a:lvl4pPr algn="l">
              <a:buNone/>
              <a:defRPr sz="1875" b="1">
                <a:solidFill>
                  <a:srgbClr val="246BCE"/>
                </a:solidFill>
                <a:latin typeface="Arial"/>
                <a:ea typeface="Arial"/>
                <a:cs typeface="Arial"/>
              </a:defRPr>
            </a:lvl4pPr>
            <a:lvl5pPr algn="l">
              <a:buNone/>
              <a:defRPr sz="1875" b="1">
                <a:solidFill>
                  <a:srgbClr val="246BCE"/>
                </a:solidFill>
                <a:latin typeface="Arial"/>
                <a:ea typeface="Arial"/>
                <a:cs typeface="Arial"/>
              </a:defRPr>
            </a:lvl5pPr>
            <a:lvl6pPr algn="l">
              <a:buNone/>
              <a:defRPr sz="1875" b="1">
                <a:solidFill>
                  <a:srgbClr val="246BCE"/>
                </a:solidFill>
                <a:latin typeface="Arial"/>
                <a:ea typeface="Arial"/>
                <a:cs typeface="Arial"/>
              </a:defRPr>
            </a:lvl6pPr>
            <a:lvl7pPr algn="l">
              <a:buNone/>
              <a:defRPr sz="1875" b="1">
                <a:solidFill>
                  <a:srgbClr val="246BCE"/>
                </a:solidFill>
                <a:latin typeface="Arial"/>
                <a:ea typeface="Arial"/>
                <a:cs typeface="Arial"/>
              </a:defRPr>
            </a:lvl7pPr>
            <a:lvl8pPr algn="l">
              <a:buNone/>
              <a:defRPr sz="1875" b="1">
                <a:solidFill>
                  <a:srgbClr val="246BCE"/>
                </a:solidFill>
                <a:latin typeface="Arial"/>
                <a:ea typeface="Arial"/>
                <a:cs typeface="Arial"/>
              </a:defRPr>
            </a:lvl8pPr>
            <a:lvl9pPr algn="l">
              <a:buNone/>
              <a:defRPr sz="1875" b="1">
                <a:solidFill>
                  <a:srgbClr val="246BCE"/>
                </a:solidFill>
                <a:latin typeface="Arial"/>
                <a:ea typeface="Arial"/>
                <a:cs typeface="Arial"/>
              </a:defRPr>
            </a:lvl9pPr>
          </a:lstStyle>
          <a:p xmlns:a="http://schemas.openxmlformats.org/drawingml/2006/main">
            <a:pPr algn="l">
              <a:buNone/>
              <a:defRPr sz="1875" b="1">
                <a:solidFill>
                  <a:srgbClr val="246BCE"/>
                </a:solidFill>
                <a:latin typeface="Arial"/>
                <a:ea typeface="Arial"/>
                <a:cs typeface="Arial"/>
              </a:defRPr>
            </a:pPr>
            <a:r>
              <a:rPr sz="1875" b="1">
                <a:solidFill>
                  <a:srgbClr val="246BCE"/>
                </a:solidFill>
                <a:latin typeface="Arial"/>
                <a:ea typeface="Arial"/>
                <a:cs typeface="Arial"/>
              </a:rPr>
              <a:t>Ví dụ: thứ tự được tính lại sau khi làm xong A</a:t>
            </a:r>
          </a:p>
        </p:txBody>
      </p:sp>
      <p:sp>
        <p:nvSpPr>
          <p:cNvPr id="27" name="diagram-97">
            <a:extLst xmlns:a="http://schemas.openxmlformats.org/drawingml/2006/main">
              <a:ext uri="{FF2B5EF4-FFF2-40B4-BE49-F238E27FC236}">
                <a16:creationId xmlns:a16="http://schemas.microsoft.com/office/drawing/2014/main" id="{F8B4B25D-B238-4EB3-AB97-9A296E5B7DC1}"/>
              </a:ext>
            </a:extLst>
          </p:cNvPr>
          <p:cNvSpPr>
            <a:spLocks xmlns:a="http://schemas.openxmlformats.org/drawingml/2006/main" noGrp="1"/>
          </p:cNvSpPr>
          <p:nvPr/>
        </p:nvSpPr>
        <p:spPr>
          <a:xfrm xmlns:a="http://schemas.openxmlformats.org/drawingml/2006/main">
            <a:off x="666750" y="4000500"/>
            <a:ext cx="219075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28" name="diagram-98">
            <a:extLst xmlns:a="http://schemas.openxmlformats.org/drawingml/2006/main">
              <a:ext uri="{FF2B5EF4-FFF2-40B4-BE49-F238E27FC236}">
                <a16:creationId xmlns:a16="http://schemas.microsoft.com/office/drawing/2014/main" id="{E04AB8CC-0469-4ECB-86D3-AFF4FB758B02}"/>
              </a:ext>
            </a:extLst>
          </p:cNvPr>
          <p:cNvSpPr>
            <a:spLocks xmlns:a="http://schemas.openxmlformats.org/drawingml/2006/main" noGrp="1"/>
          </p:cNvSpPr>
          <p:nvPr/>
        </p:nvSpPr>
        <p:spPr>
          <a:xfrm xmlns:a="http://schemas.openxmlformats.org/drawingml/2006/main">
            <a:off x="762000" y="404812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02A43"/>
                </a:solidFill>
                <a:latin typeface="Arial"/>
                <a:ea typeface="Arial"/>
                <a:cs typeface="Arial"/>
              </a:defRPr>
            </a:defPPr>
            <a:lvl1pPr algn="ctr">
              <a:buNone/>
              <a:defRPr sz="1950" b="1">
                <a:solidFill>
                  <a:srgbClr val="102A43"/>
                </a:solidFill>
                <a:latin typeface="Arial"/>
                <a:ea typeface="Arial"/>
                <a:cs typeface="Arial"/>
              </a:defRPr>
            </a:lvl1pPr>
            <a:lvl2pPr algn="ctr">
              <a:buNone/>
              <a:defRPr sz="1950" b="1">
                <a:solidFill>
                  <a:srgbClr val="102A43"/>
                </a:solidFill>
                <a:latin typeface="Arial"/>
                <a:ea typeface="Arial"/>
                <a:cs typeface="Arial"/>
              </a:defRPr>
            </a:lvl2pPr>
            <a:lvl3pPr algn="ctr">
              <a:buNone/>
              <a:defRPr sz="1950" b="1">
                <a:solidFill>
                  <a:srgbClr val="102A43"/>
                </a:solidFill>
                <a:latin typeface="Arial"/>
                <a:ea typeface="Arial"/>
                <a:cs typeface="Arial"/>
              </a:defRPr>
            </a:lvl3pPr>
            <a:lvl4pPr algn="ctr">
              <a:buNone/>
              <a:defRPr sz="1950" b="1">
                <a:solidFill>
                  <a:srgbClr val="102A43"/>
                </a:solidFill>
                <a:latin typeface="Arial"/>
                <a:ea typeface="Arial"/>
                <a:cs typeface="Arial"/>
              </a:defRPr>
            </a:lvl4pPr>
            <a:lvl5pPr algn="ctr">
              <a:buNone/>
              <a:defRPr sz="1950" b="1">
                <a:solidFill>
                  <a:srgbClr val="102A43"/>
                </a:solidFill>
                <a:latin typeface="Arial"/>
                <a:ea typeface="Arial"/>
                <a:cs typeface="Arial"/>
              </a:defRPr>
            </a:lvl5pPr>
            <a:lvl6pPr algn="ctr">
              <a:buNone/>
              <a:defRPr sz="1950" b="1">
                <a:solidFill>
                  <a:srgbClr val="102A43"/>
                </a:solidFill>
                <a:latin typeface="Arial"/>
                <a:ea typeface="Arial"/>
                <a:cs typeface="Arial"/>
              </a:defRPr>
            </a:lvl6pPr>
            <a:lvl7pPr algn="ctr">
              <a:buNone/>
              <a:defRPr sz="1950" b="1">
                <a:solidFill>
                  <a:srgbClr val="102A43"/>
                </a:solidFill>
                <a:latin typeface="Arial"/>
                <a:ea typeface="Arial"/>
                <a:cs typeface="Arial"/>
              </a:defRPr>
            </a:lvl7pPr>
            <a:lvl8pPr algn="ctr">
              <a:buNone/>
              <a:defRPr sz="1950" b="1">
                <a:solidFill>
                  <a:srgbClr val="102A43"/>
                </a:solidFill>
                <a:latin typeface="Arial"/>
                <a:ea typeface="Arial"/>
                <a:cs typeface="Arial"/>
              </a:defRPr>
            </a:lvl8pPr>
            <a:lvl9pPr algn="ctr">
              <a:buNone/>
              <a:defRPr sz="1950" b="1">
                <a:solidFill>
                  <a:srgbClr val="102A43"/>
                </a:solidFill>
                <a:latin typeface="Arial"/>
                <a:ea typeface="Arial"/>
                <a:cs typeface="Arial"/>
              </a:defRPr>
            </a:lvl9pPr>
          </a:lstStyle>
          <a:p xmlns:a="http://schemas.openxmlformats.org/drawingml/2006/main">
            <a:pPr algn="ctr">
              <a:buNone/>
              <a:defRPr sz="1950" b="1">
                <a:solidFill>
                  <a:srgbClr val="102A43"/>
                </a:solidFill>
                <a:latin typeface="Arial"/>
                <a:ea typeface="Arial"/>
                <a:cs typeface="Arial"/>
              </a:defRPr>
            </a:pPr>
            <a:r>
              <a:rPr sz="1950" b="1">
                <a:solidFill>
                  <a:srgbClr val="102A43"/>
                </a:solidFill>
                <a:latin typeface="Arial"/>
                <a:ea typeface="Arial"/>
                <a:cs typeface="Arial"/>
              </a:rPr>
              <a:t>A</a:t>
            </a:r>
          </a:p>
          <a:p xmlns:a="http://schemas.openxmlformats.org/drawingml/2006/main">
            <a:pPr algn="ctr">
              <a:buNone/>
              <a:defRPr sz="1950" b="1">
                <a:solidFill>
                  <a:srgbClr val="102A43"/>
                </a:solidFill>
                <a:latin typeface="Arial"/>
                <a:ea typeface="Arial"/>
                <a:cs typeface="Arial"/>
              </a:defRPr>
            </a:pPr>
            <a:r>
              <a:rPr sz="1950" b="1">
                <a:solidFill>
                  <a:srgbClr val="102A43"/>
                </a:solidFill>
                <a:latin typeface="Arial"/>
                <a:ea typeface="Arial"/>
                <a:cs typeface="Arial"/>
              </a:rPr>
              <a:t>Ít người nhất</a:t>
            </a:r>
          </a:p>
        </p:txBody>
      </p:sp>
      <p:sp>
        <p:nvSpPr>
          <p:cNvPr id="29" name="diagram-99">
            <a:extLst xmlns:a="http://schemas.openxmlformats.org/drawingml/2006/main">
              <a:ext uri="{FF2B5EF4-FFF2-40B4-BE49-F238E27FC236}">
                <a16:creationId xmlns:a16="http://schemas.microsoft.com/office/drawing/2014/main" id="{52DB1455-982D-4A20-B66A-927E0AE292C5}"/>
              </a:ext>
            </a:extLst>
          </p:cNvPr>
          <p:cNvSpPr>
            <a:spLocks xmlns:a="http://schemas.openxmlformats.org/drawingml/2006/main" noGrp="1"/>
          </p:cNvSpPr>
          <p:nvPr/>
        </p:nvSpPr>
        <p:spPr>
          <a:xfrm xmlns:a="http://schemas.openxmlformats.org/drawingml/2006/main">
            <a:off x="3238500" y="4000500"/>
            <a:ext cx="2667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30" name="diagram-100">
            <a:extLst xmlns:a="http://schemas.openxmlformats.org/drawingml/2006/main">
              <a:ext uri="{FF2B5EF4-FFF2-40B4-BE49-F238E27FC236}">
                <a16:creationId xmlns:a16="http://schemas.microsoft.com/office/drawing/2014/main" id="{0052567D-6699-43AB-802C-6C37DD4A648D}"/>
              </a:ext>
            </a:extLst>
          </p:cNvPr>
          <p:cNvSpPr>
            <a:spLocks xmlns:a="http://schemas.openxmlformats.org/drawingml/2006/main" noGrp="1"/>
          </p:cNvSpPr>
          <p:nvPr/>
        </p:nvSpPr>
        <p:spPr>
          <a:xfrm xmlns:a="http://schemas.openxmlformats.org/drawingml/2006/main">
            <a:off x="3333750" y="4048125"/>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buNone/>
              <a:defRPr sz="1875" b="1">
                <a:solidFill>
                  <a:srgbClr val="102A43"/>
                </a:solidFill>
                <a:latin typeface="Arial"/>
                <a:ea typeface="Arial"/>
                <a:cs typeface="Arial"/>
              </a:defRPr>
            </a:lvl1pPr>
            <a:lvl2pPr algn="ctr">
              <a:buNone/>
              <a:defRPr sz="1875" b="1">
                <a:solidFill>
                  <a:srgbClr val="102A43"/>
                </a:solidFill>
                <a:latin typeface="Arial"/>
                <a:ea typeface="Arial"/>
                <a:cs typeface="Arial"/>
              </a:defRPr>
            </a:lvl2pPr>
            <a:lvl3pPr algn="ctr">
              <a:buNone/>
              <a:defRPr sz="1875" b="1">
                <a:solidFill>
                  <a:srgbClr val="102A43"/>
                </a:solidFill>
                <a:latin typeface="Arial"/>
                <a:ea typeface="Arial"/>
                <a:cs typeface="Arial"/>
              </a:defRPr>
            </a:lvl3pPr>
            <a:lvl4pPr algn="ctr">
              <a:buNone/>
              <a:defRPr sz="1875" b="1">
                <a:solidFill>
                  <a:srgbClr val="102A43"/>
                </a:solidFill>
                <a:latin typeface="Arial"/>
                <a:ea typeface="Arial"/>
                <a:cs typeface="Arial"/>
              </a:defRPr>
            </a:lvl4pPr>
            <a:lvl5pPr algn="ctr">
              <a:buNone/>
              <a:defRPr sz="1875" b="1">
                <a:solidFill>
                  <a:srgbClr val="102A43"/>
                </a:solidFill>
                <a:latin typeface="Arial"/>
                <a:ea typeface="Arial"/>
                <a:cs typeface="Arial"/>
              </a:defRPr>
            </a:lvl5pPr>
            <a:lvl6pPr algn="ctr">
              <a:buNone/>
              <a:defRPr sz="1875" b="1">
                <a:solidFill>
                  <a:srgbClr val="102A43"/>
                </a:solidFill>
                <a:latin typeface="Arial"/>
                <a:ea typeface="Arial"/>
                <a:cs typeface="Arial"/>
              </a:defRPr>
            </a:lvl6pPr>
            <a:lvl7pPr algn="ctr">
              <a:buNone/>
              <a:defRPr sz="1875" b="1">
                <a:solidFill>
                  <a:srgbClr val="102A43"/>
                </a:solidFill>
                <a:latin typeface="Arial"/>
                <a:ea typeface="Arial"/>
                <a:cs typeface="Arial"/>
              </a:defRPr>
            </a:lvl7pPr>
            <a:lvl8pPr algn="ctr">
              <a:buNone/>
              <a:defRPr sz="1875" b="1">
                <a:solidFill>
                  <a:srgbClr val="102A43"/>
                </a:solidFill>
                <a:latin typeface="Arial"/>
                <a:ea typeface="Arial"/>
                <a:cs typeface="Arial"/>
              </a:defRPr>
            </a:lvl8pPr>
            <a:lvl9pPr algn="ctr">
              <a:buNone/>
              <a:defRPr sz="1875" b="1">
                <a:solidFill>
                  <a:srgbClr val="102A43"/>
                </a:solidFill>
                <a:latin typeface="Arial"/>
                <a:ea typeface="Arial"/>
                <a:cs typeface="Arial"/>
              </a:defRPr>
            </a:lvl9pPr>
          </a:lstStyle>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Dự kiến còn lại</a:t>
            </a:r>
          </a:p>
          <a:p xmlns:a="http://schemas.openxmlformats.org/drawingml/2006/main">
            <a:pPr algn="ctr">
              <a:buNone/>
              <a:defRPr sz="1875" b="1">
                <a:solidFill>
                  <a:srgbClr val="102A43"/>
                </a:solidFill>
                <a:latin typeface="Arial"/>
                <a:ea typeface="Arial"/>
                <a:cs typeface="Arial"/>
              </a:defRPr>
            </a:pPr>
            <a:r>
              <a:rPr sz="1875" b="1">
                <a:solidFill>
                  <a:srgbClr val="102A43"/>
                </a:solidFill>
                <a:latin typeface="Arial"/>
                <a:ea typeface="Arial"/>
                <a:cs typeface="Arial"/>
              </a:rPr>
              <a:t>B → C</a:t>
            </a:r>
          </a:p>
        </p:txBody>
      </p:sp>
      <p:sp>
        <p:nvSpPr>
          <p:cNvPr id="31" name="diagram-101">
            <a:extLst xmlns:a="http://schemas.openxmlformats.org/drawingml/2006/main">
              <a:ext uri="{FF2B5EF4-FFF2-40B4-BE49-F238E27FC236}">
                <a16:creationId xmlns:a16="http://schemas.microsoft.com/office/drawing/2014/main" id="{84370D08-372B-4175-B496-048106FD1E45}"/>
              </a:ext>
            </a:extLst>
          </p:cNvPr>
          <p:cNvSpPr>
            <a:spLocks xmlns:a="http://schemas.openxmlformats.org/drawingml/2006/main" noGrp="1"/>
          </p:cNvSpPr>
          <p:nvPr/>
        </p:nvSpPr>
        <p:spPr>
          <a:xfrm xmlns:a="http://schemas.openxmlformats.org/drawingml/2006/main">
            <a:off x="6096000" y="4371975"/>
            <a:ext cx="666750" cy="17145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32" name="diagram-102">
            <a:extLst xmlns:a="http://schemas.openxmlformats.org/drawingml/2006/main">
              <a:ext uri="{FF2B5EF4-FFF2-40B4-BE49-F238E27FC236}">
                <a16:creationId xmlns:a16="http://schemas.microsoft.com/office/drawing/2014/main" id="{28B2AA4A-C93F-4271-881B-03C3CCF7EB69}"/>
              </a:ext>
            </a:extLst>
          </p:cNvPr>
          <p:cNvSpPr>
            <a:spLocks xmlns:a="http://schemas.openxmlformats.org/drawingml/2006/main" noGrp="1"/>
          </p:cNvSpPr>
          <p:nvPr/>
        </p:nvSpPr>
        <p:spPr>
          <a:xfrm xmlns:a="http://schemas.openxmlformats.org/drawingml/2006/main">
            <a:off x="7000875" y="4000500"/>
            <a:ext cx="1952625" cy="952500"/>
          </a:xfrm>
          <a:prstGeom xmlns:a="http://schemas.openxmlformats.org/drawingml/2006/main" prst="roundRect">
            <a:avLst>
              <a:gd name="adj" fmla="val 8000"/>
            </a:avLst>
          </a:prstGeom>
          <a:solidFill xmlns:a="http://schemas.openxmlformats.org/drawingml/2006/main">
            <a:srgbClr val="E5EFFC"/>
          </a:solidFill>
          <a:ln xmlns:a="http://schemas.openxmlformats.org/drawingml/2006/main" w="19050">
            <a:solidFill>
              <a:srgbClr val="246BCE"/>
            </a:solidFill>
            <a:prstDash val="solid"/>
          </a:ln>
        </p:spPr>
      </p:sp>
      <p:sp>
        <p:nvSpPr>
          <p:cNvPr id="33" name="diagram-103">
            <a:extLst xmlns:a="http://schemas.openxmlformats.org/drawingml/2006/main">
              <a:ext uri="{FF2B5EF4-FFF2-40B4-BE49-F238E27FC236}">
                <a16:creationId xmlns:a16="http://schemas.microsoft.com/office/drawing/2014/main" id="{9E283169-8B4E-4C67-9515-C08A0C21F992}"/>
              </a:ext>
            </a:extLst>
          </p:cNvPr>
          <p:cNvSpPr>
            <a:spLocks xmlns:a="http://schemas.openxmlformats.org/drawingml/2006/main" noGrp="1"/>
          </p:cNvSpPr>
          <p:nvPr/>
        </p:nvSpPr>
        <p:spPr>
          <a:xfrm xmlns:a="http://schemas.openxmlformats.org/drawingml/2006/main">
            <a:off x="7096125" y="40481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102A43"/>
                </a:solidFill>
                <a:latin typeface="Arial"/>
                <a:ea typeface="Arial"/>
                <a:cs typeface="Arial"/>
              </a:defRPr>
            </a:defPPr>
            <a:lvl1pPr algn="ctr">
              <a:buNone/>
              <a:defRPr sz="2025" b="1">
                <a:solidFill>
                  <a:srgbClr val="102A43"/>
                </a:solidFill>
                <a:latin typeface="Arial"/>
                <a:ea typeface="Arial"/>
                <a:cs typeface="Arial"/>
              </a:defRPr>
            </a:lvl1pPr>
            <a:lvl2pPr algn="ctr">
              <a:buNone/>
              <a:defRPr sz="2025" b="1">
                <a:solidFill>
                  <a:srgbClr val="102A43"/>
                </a:solidFill>
                <a:latin typeface="Arial"/>
                <a:ea typeface="Arial"/>
                <a:cs typeface="Arial"/>
              </a:defRPr>
            </a:lvl2pPr>
            <a:lvl3pPr algn="ctr">
              <a:buNone/>
              <a:defRPr sz="2025" b="1">
                <a:solidFill>
                  <a:srgbClr val="102A43"/>
                </a:solidFill>
                <a:latin typeface="Arial"/>
                <a:ea typeface="Arial"/>
                <a:cs typeface="Arial"/>
              </a:defRPr>
            </a:lvl3pPr>
            <a:lvl4pPr algn="ctr">
              <a:buNone/>
              <a:defRPr sz="2025" b="1">
                <a:solidFill>
                  <a:srgbClr val="102A43"/>
                </a:solidFill>
                <a:latin typeface="Arial"/>
                <a:ea typeface="Arial"/>
                <a:cs typeface="Arial"/>
              </a:defRPr>
            </a:lvl4pPr>
            <a:lvl5pPr algn="ctr">
              <a:buNone/>
              <a:defRPr sz="2025" b="1">
                <a:solidFill>
                  <a:srgbClr val="102A43"/>
                </a:solidFill>
                <a:latin typeface="Arial"/>
                <a:ea typeface="Arial"/>
                <a:cs typeface="Arial"/>
              </a:defRPr>
            </a:lvl5pPr>
            <a:lvl6pPr algn="ctr">
              <a:buNone/>
              <a:defRPr sz="2025" b="1">
                <a:solidFill>
                  <a:srgbClr val="102A43"/>
                </a:solidFill>
                <a:latin typeface="Arial"/>
                <a:ea typeface="Arial"/>
                <a:cs typeface="Arial"/>
              </a:defRPr>
            </a:lvl6pPr>
            <a:lvl7pPr algn="ctr">
              <a:buNone/>
              <a:defRPr sz="2025" b="1">
                <a:solidFill>
                  <a:srgbClr val="102A43"/>
                </a:solidFill>
                <a:latin typeface="Arial"/>
                <a:ea typeface="Arial"/>
                <a:cs typeface="Arial"/>
              </a:defRPr>
            </a:lvl7pPr>
            <a:lvl8pPr algn="ctr">
              <a:buNone/>
              <a:defRPr sz="2025" b="1">
                <a:solidFill>
                  <a:srgbClr val="102A43"/>
                </a:solidFill>
                <a:latin typeface="Arial"/>
                <a:ea typeface="Arial"/>
                <a:cs typeface="Arial"/>
              </a:defRPr>
            </a:lvl8pPr>
            <a:lvl9pPr algn="ctr">
              <a:buNone/>
              <a:defRPr sz="2025" b="1">
                <a:solidFill>
                  <a:srgbClr val="102A43"/>
                </a:solidFill>
                <a:latin typeface="Arial"/>
                <a:ea typeface="Arial"/>
                <a:cs typeface="Arial"/>
              </a:defRPr>
            </a:lvl9pPr>
          </a:lstStyle>
          <a:p xmlns:a="http://schemas.openxmlformats.org/drawingml/2006/main">
            <a:pPr algn="ctr">
              <a:buNone/>
              <a:defRPr sz="2025" b="1">
                <a:solidFill>
                  <a:srgbClr val="102A43"/>
                </a:solidFill>
                <a:latin typeface="Arial"/>
                <a:ea typeface="Arial"/>
                <a:cs typeface="Arial"/>
              </a:defRPr>
            </a:pPr>
            <a:r>
              <a:rPr sz="2025" b="1">
                <a:solidFill>
                  <a:srgbClr val="102A43"/>
                </a:solidFill>
                <a:latin typeface="Arial"/>
                <a:ea typeface="Arial"/>
                <a:cs typeface="Arial"/>
              </a:rPr>
              <a:t>Làm xong A</a:t>
            </a:r>
          </a:p>
          <a:p xmlns:a="http://schemas.openxmlformats.org/drawingml/2006/main">
            <a:pPr algn="ctr">
              <a:buNone/>
              <a:defRPr sz="2025" b="1">
                <a:solidFill>
                  <a:srgbClr val="102A43"/>
                </a:solidFill>
                <a:latin typeface="Arial"/>
                <a:ea typeface="Arial"/>
                <a:cs typeface="Arial"/>
              </a:defRPr>
            </a:pPr>
            <a:r>
              <a:rPr sz="2025" b="1">
                <a:solidFill>
                  <a:srgbClr val="102A43"/>
                </a:solidFill>
                <a:latin typeface="Arial"/>
                <a:ea typeface="Arial"/>
                <a:cs typeface="Arial"/>
              </a:rPr>
              <a:t>Tính lại</a:t>
            </a:r>
          </a:p>
        </p:txBody>
      </p:sp>
      <p:sp>
        <p:nvSpPr>
          <p:cNvPr id="34" name="diagram-104">
            <a:extLst xmlns:a="http://schemas.openxmlformats.org/drawingml/2006/main">
              <a:ext uri="{FF2B5EF4-FFF2-40B4-BE49-F238E27FC236}">
                <a16:creationId xmlns:a16="http://schemas.microsoft.com/office/drawing/2014/main" id="{0E68B569-BFCF-4A07-8B42-7CB321242A17}"/>
              </a:ext>
            </a:extLst>
          </p:cNvPr>
          <p:cNvSpPr>
            <a:spLocks xmlns:a="http://schemas.openxmlformats.org/drawingml/2006/main" noGrp="1"/>
          </p:cNvSpPr>
          <p:nvPr/>
        </p:nvSpPr>
        <p:spPr>
          <a:xfrm xmlns:a="http://schemas.openxmlformats.org/drawingml/2006/main">
            <a:off x="9096375" y="4371975"/>
            <a:ext cx="619125" cy="17145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35" name="diagram-105">
            <a:extLst xmlns:a="http://schemas.openxmlformats.org/drawingml/2006/main">
              <a:ext uri="{FF2B5EF4-FFF2-40B4-BE49-F238E27FC236}">
                <a16:creationId xmlns:a16="http://schemas.microsoft.com/office/drawing/2014/main" id="{4B414FA3-6C18-4394-A4EE-B14B65BE9A6A}"/>
              </a:ext>
            </a:extLst>
          </p:cNvPr>
          <p:cNvSpPr>
            <a:spLocks xmlns:a="http://schemas.openxmlformats.org/drawingml/2006/main" noGrp="1"/>
          </p:cNvSpPr>
          <p:nvPr/>
        </p:nvSpPr>
        <p:spPr>
          <a:xfrm xmlns:a="http://schemas.openxmlformats.org/drawingml/2006/main">
            <a:off x="9906000" y="4000500"/>
            <a:ext cx="17145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36" name="diagram-106">
            <a:extLst xmlns:a="http://schemas.openxmlformats.org/drawingml/2006/main">
              <a:ext uri="{FF2B5EF4-FFF2-40B4-BE49-F238E27FC236}">
                <a16:creationId xmlns:a16="http://schemas.microsoft.com/office/drawing/2014/main" id="{08ABAEFF-893A-4701-B6BC-F13957032E7B}"/>
              </a:ext>
            </a:extLst>
          </p:cNvPr>
          <p:cNvSpPr>
            <a:spLocks xmlns:a="http://schemas.openxmlformats.org/drawingml/2006/main" noGrp="1"/>
          </p:cNvSpPr>
          <p:nvPr/>
        </p:nvSpPr>
        <p:spPr>
          <a:xfrm xmlns:a="http://schemas.openxmlformats.org/drawingml/2006/main">
            <a:off x="10001250" y="4048125"/>
            <a:ext cx="152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C ít hơn B</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Đi C trước</a:t>
            </a:r>
          </a:p>
        </p:txBody>
      </p:sp>
      <p:sp>
        <p:nvSpPr>
          <p:cNvPr id="37" name="diagram-107">
            <a:extLst xmlns:a="http://schemas.openxmlformats.org/drawingml/2006/main">
              <a:ext uri="{FF2B5EF4-FFF2-40B4-BE49-F238E27FC236}">
                <a16:creationId xmlns:a16="http://schemas.microsoft.com/office/drawing/2014/main" id="{A9A0F25E-3C80-4ED0-9019-74E6EC5D03F8}"/>
              </a:ext>
            </a:extLst>
          </p:cNvPr>
          <p:cNvSpPr>
            <a:spLocks xmlns:a="http://schemas.openxmlformats.org/drawingml/2006/main" noGrp="1"/>
          </p:cNvSpPr>
          <p:nvPr/>
        </p:nvSpPr>
        <p:spPr>
          <a:xfrm xmlns:a="http://schemas.openxmlformats.org/drawingml/2006/main">
            <a:off x="666750" y="542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Đếm người tại phòng</a:t>
            </a:r>
          </a:p>
        </p:txBody>
      </p:sp>
      <p:sp>
        <p:nvSpPr>
          <p:cNvPr id="38" name="diagram-108">
            <a:extLst xmlns:a="http://schemas.openxmlformats.org/drawingml/2006/main">
              <a:ext uri="{FF2B5EF4-FFF2-40B4-BE49-F238E27FC236}">
                <a16:creationId xmlns:a16="http://schemas.microsoft.com/office/drawing/2014/main" id="{2C2BCA00-9081-4371-806A-2C983A035A2A}"/>
              </a:ext>
            </a:extLst>
          </p:cNvPr>
          <p:cNvSpPr>
            <a:spLocks xmlns:a="http://schemas.openxmlformats.org/drawingml/2006/main" noGrp="1"/>
          </p:cNvSpPr>
          <p:nvPr/>
        </p:nvSpPr>
        <p:spPr>
          <a:xfrm xmlns:a="http://schemas.openxmlformats.org/drawingml/2006/main">
            <a:off x="4381500" y="5429250"/>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Bằng nhau: chọn gần nhất</a:t>
            </a:r>
          </a:p>
        </p:txBody>
      </p:sp>
      <p:sp>
        <p:nvSpPr>
          <p:cNvPr id="39" name="diagram-109">
            <a:extLst xmlns:a="http://schemas.openxmlformats.org/drawingml/2006/main">
              <a:ext uri="{FF2B5EF4-FFF2-40B4-BE49-F238E27FC236}">
                <a16:creationId xmlns:a16="http://schemas.microsoft.com/office/drawing/2014/main" id="{EDCFFD2F-94E8-44D5-BB62-9C61844120E2}"/>
              </a:ext>
            </a:extLst>
          </p:cNvPr>
          <p:cNvSpPr>
            <a:spLocks xmlns:a="http://schemas.openxmlformats.org/drawingml/2006/main" noGrp="1"/>
          </p:cNvSpPr>
          <p:nvPr/>
        </p:nvSpPr>
        <p:spPr>
          <a:xfrm xmlns:a="http://schemas.openxmlformats.org/drawingml/2006/main">
            <a:off x="8382000" y="54292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Một bác sĩ / phòng</a:t>
            </a:r>
          </a:p>
        </p:txBody>
      </p:sp>
      <p:sp>
        <p:nvSpPr>
          <p:cNvPr id="40" name="diagram-110">
            <a:extLst xmlns:a="http://schemas.openxmlformats.org/drawingml/2006/main">
              <a:ext uri="{FF2B5EF4-FFF2-40B4-BE49-F238E27FC236}">
                <a16:creationId xmlns:a16="http://schemas.microsoft.com/office/drawing/2014/main" id="{C9E6A667-1FE8-4012-A36B-EAC6F1D2BFF9}"/>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xmlns:a="http://schemas.openxmlformats.org/drawingml/2006/main">
            <a:pPr algn="l">
              <a:buNone/>
              <a:defRPr sz="1125" b="0">
                <a:solidFill>
                  <a:srgbClr val="526773"/>
                </a:solidFill>
                <a:latin typeface="Arial"/>
                <a:ea typeface="Arial"/>
                <a:cs typeface="Arial"/>
              </a:defRPr>
            </a:pPr>
            <a:r>
              <a:rPr sz="1125" b="0">
                <a:solidFill>
                  <a:srgbClr val="526773"/>
                </a:solidFill>
                <a:latin typeface="Arial"/>
                <a:ea typeface="Arial"/>
                <a:cs typeface="Arial"/>
              </a:rPr>
              <a:t>Ví dụ mô phỏng; hiệu quả giảm chờ cần được đo khi thử nghiệm thực tế.</a:t>
            </a:r>
          </a:p>
        </p:txBody>
      </p:sp>
      <p:sp>
        <p:nvSpPr>
          <p:cNvPr id="41" name="diagram-111">
            <a:extLst xmlns:a="http://schemas.openxmlformats.org/drawingml/2006/main">
              <a:ext uri="{FF2B5EF4-FFF2-40B4-BE49-F238E27FC236}">
                <a16:creationId xmlns:a16="http://schemas.microsoft.com/office/drawing/2014/main" id="{8211D537-95BE-4001-AAF9-4742D6B22872}"/>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xmlns:a="http://schemas.openxmlformats.org/drawingml/2006/main">
            <a:pPr algn="r">
              <a:buNone/>
              <a:defRPr sz="1275" b="1">
                <a:solidFill>
                  <a:srgbClr val="246BCE"/>
                </a:solidFill>
                <a:latin typeface="Arial"/>
                <a:ea typeface="Arial"/>
                <a:cs typeface="Arial"/>
              </a:defRPr>
            </a:pPr>
            <a:r>
              <a:rPr sz="1275" b="1">
                <a:solidFill>
                  <a:srgbClr val="246BCE"/>
                </a:solidFill>
                <a:latin typeface="Arial"/>
                <a:ea typeface="Arial"/>
                <a:cs typeface="Arial"/>
              </a:rPr>
              <a:t>06</a:t>
            </a:r>
          </a:p>
        </p:txBody>
      </p:sp>
      <p:sp>
        <p:nvSpPr>
          <p:cNvPr id="43" name="procedure-preview-arrow">
            <a:extLst xmlns:a="http://schemas.openxmlformats.org/drawingml/2006/main">
              <a:ext uri="{FF2B5EF4-FFF2-40B4-BE49-F238E27FC236}">
                <a16:creationId xmlns:a16="http://schemas.microsoft.com/office/drawing/2014/main" id="{9F04BB87-198C-4776-9D38-B6C411089926}"/>
              </a:ext>
            </a:extLst>
          </p:cNvPr>
          <p:cNvSpPr>
            <a:spLocks xmlns:a="http://schemas.openxmlformats.org/drawingml/2006/main" noGrp="1"/>
          </p:cNvSpPr>
          <p:nvPr/>
        </p:nvSpPr>
        <p:spPr>
          <a:xfrm xmlns:a="http://schemas.openxmlformats.org/drawingml/2006/main">
            <a:off x="2914650" y="4371975"/>
            <a:ext cx="266700" cy="171450"/>
          </a:xfrm>
          <a:prstGeom xmlns:a="http://schemas.openxmlformats.org/drawingml/2006/main" prst="rightArrow">
            <a:avLst/>
          </a:prstGeom>
          <a:solidFill xmlns:a="http://schemas.openxmlformats.org/drawingml/2006/main">
            <a:srgbClr val="246BCE"/>
          </a:solidFill>
          <a:ln xmlns:a="http://schemas.openxmlformats.org/drawingml/2006/main" w="0">
            <a:noFill/>
          </a:ln>
        </p:spPr>
      </p:sp>
    </p:spTree>
    <p:extLst>
      <p:ext uri="{BB962C8B-B14F-4D97-AF65-F5344CB8AC3E}">
        <p14:creationId xmlns:p14="http://schemas.microsoft.com/office/powerpoint/2010/main" val="414784344"/>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diagram-112">
            <a:extLst xmlns:a="http://schemas.openxmlformats.org/drawingml/2006/main">
              <a:ext uri="{FF2B5EF4-FFF2-40B4-BE49-F238E27FC236}">
                <a16:creationId xmlns:a16="http://schemas.microsoft.com/office/drawing/2014/main" id="{9321AE1D-081C-4EBC-931C-7E4A4CBC01D5}"/>
              </a:ext>
            </a:extLst>
          </p:cNvPr>
          <p:cNvSpPr>
            <a:spLocks xmlns:a="http://schemas.openxmlformats.org/drawingml/2006/main" noGrp="1"/>
          </p:cNvSpPr>
          <p:nvPr/>
        </p:nvSpPr>
        <p:spPr>
          <a:xfrm xmlns:a="http://schemas.openxmlformats.org/drawingml/2006/main">
            <a:off x="619125" y="952500"/>
            <a:ext cx="7239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875" b="1">
                <a:solidFill>
                  <a:srgbClr val="FFFFFF"/>
                </a:solidFill>
                <a:latin typeface="Arial"/>
                <a:ea typeface="Arial"/>
                <a:cs typeface="Arial"/>
              </a:defRPr>
            </a:defPPr>
            <a:lvl1pPr algn="l">
              <a:buNone/>
              <a:defRPr sz="4875" b="1">
                <a:solidFill>
                  <a:srgbClr val="FFFFFF"/>
                </a:solidFill>
                <a:latin typeface="Arial"/>
                <a:ea typeface="Arial"/>
                <a:cs typeface="Arial"/>
              </a:defRPr>
            </a:lvl1pPr>
            <a:lvl2pPr algn="l">
              <a:buNone/>
              <a:defRPr sz="4875" b="1">
                <a:solidFill>
                  <a:srgbClr val="FFFFFF"/>
                </a:solidFill>
                <a:latin typeface="Arial"/>
                <a:ea typeface="Arial"/>
                <a:cs typeface="Arial"/>
              </a:defRPr>
            </a:lvl2pPr>
            <a:lvl3pPr algn="l">
              <a:buNone/>
              <a:defRPr sz="4875" b="1">
                <a:solidFill>
                  <a:srgbClr val="FFFFFF"/>
                </a:solidFill>
                <a:latin typeface="Arial"/>
                <a:ea typeface="Arial"/>
                <a:cs typeface="Arial"/>
              </a:defRPr>
            </a:lvl3pPr>
            <a:lvl4pPr algn="l">
              <a:buNone/>
              <a:defRPr sz="4875" b="1">
                <a:solidFill>
                  <a:srgbClr val="FFFFFF"/>
                </a:solidFill>
                <a:latin typeface="Arial"/>
                <a:ea typeface="Arial"/>
                <a:cs typeface="Arial"/>
              </a:defRPr>
            </a:lvl4pPr>
            <a:lvl5pPr algn="l">
              <a:buNone/>
              <a:defRPr sz="4875" b="1">
                <a:solidFill>
                  <a:srgbClr val="FFFFFF"/>
                </a:solidFill>
                <a:latin typeface="Arial"/>
                <a:ea typeface="Arial"/>
                <a:cs typeface="Arial"/>
              </a:defRPr>
            </a:lvl5pPr>
            <a:lvl6pPr algn="l">
              <a:buNone/>
              <a:defRPr sz="4875" b="1">
                <a:solidFill>
                  <a:srgbClr val="FFFFFF"/>
                </a:solidFill>
                <a:latin typeface="Arial"/>
                <a:ea typeface="Arial"/>
                <a:cs typeface="Arial"/>
              </a:defRPr>
            </a:lvl6pPr>
            <a:lvl7pPr algn="l">
              <a:buNone/>
              <a:defRPr sz="4875" b="1">
                <a:solidFill>
                  <a:srgbClr val="FFFFFF"/>
                </a:solidFill>
                <a:latin typeface="Arial"/>
                <a:ea typeface="Arial"/>
                <a:cs typeface="Arial"/>
              </a:defRPr>
            </a:lvl7pPr>
            <a:lvl8pPr algn="l">
              <a:buNone/>
              <a:defRPr sz="4875" b="1">
                <a:solidFill>
                  <a:srgbClr val="FFFFFF"/>
                </a:solidFill>
                <a:latin typeface="Arial"/>
                <a:ea typeface="Arial"/>
                <a:cs typeface="Arial"/>
              </a:defRPr>
            </a:lvl8pPr>
            <a:lvl9pPr algn="l">
              <a:buNone/>
              <a:defRPr sz="4875" b="1">
                <a:solidFill>
                  <a:srgbClr val="FFFFFF"/>
                </a:solidFill>
                <a:latin typeface="Arial"/>
                <a:ea typeface="Arial"/>
                <a:cs typeface="Arial"/>
              </a:defRPr>
            </a:lvl9pPr>
          </a:lstStyle>
          <a:p xmlns:a="http://schemas.openxmlformats.org/drawingml/2006/main">
            <a:pPr algn="l">
              <a:buNone/>
              <a:defRPr sz="4875" b="1">
                <a:solidFill>
                  <a:srgbClr val="FFFFFF"/>
                </a:solidFill>
                <a:latin typeface="Arial"/>
                <a:ea typeface="Arial"/>
                <a:cs typeface="Arial"/>
              </a:defRPr>
            </a:pPr>
            <a:r>
              <a:rPr sz="4875" b="1">
                <a:solidFill>
                  <a:srgbClr val="FFFFFF"/>
                </a:solidFill>
                <a:latin typeface="Arial"/>
                <a:ea typeface="Arial"/>
                <a:cs typeface="Arial"/>
              </a:rPr>
              <a:t>Thử với</a:t>
            </a:r>
          </a:p>
          <a:p xmlns:a="http://schemas.openxmlformats.org/drawingml/2006/main">
            <a:pPr algn="l">
              <a:buNone/>
              <a:defRPr sz="4875" b="1">
                <a:solidFill>
                  <a:srgbClr val="FFFFFF"/>
                </a:solidFill>
                <a:latin typeface="Arial"/>
                <a:ea typeface="Arial"/>
                <a:cs typeface="Arial"/>
              </a:defRPr>
            </a:pPr>
            <a:r>
              <a:rPr sz="4875" b="1">
                <a:solidFill>
                  <a:srgbClr val="FFFFFF"/>
                </a:solidFill>
                <a:latin typeface="Arial"/>
                <a:ea typeface="Arial"/>
                <a:cs typeface="Arial"/>
              </a:rPr>
              <a:t>người dùng</a:t>
            </a:r>
          </a:p>
        </p:txBody>
      </p:sp>
      <p:sp>
        <p:nvSpPr>
          <p:cNvPr id="2" name="diagram-113">
            <a:extLst xmlns:a="http://schemas.openxmlformats.org/drawingml/2006/main">
              <a:ext uri="{FF2B5EF4-FFF2-40B4-BE49-F238E27FC236}">
                <a16:creationId xmlns:a16="http://schemas.microsoft.com/office/drawing/2014/main" id="{41A5BF79-B2BB-43C7-86A1-CCE13CE66FB0}"/>
              </a:ext>
            </a:extLst>
          </p:cNvPr>
          <p:cNvSpPr>
            <a:spLocks xmlns:a="http://schemas.openxmlformats.org/drawingml/2006/main" noGrp="1"/>
          </p:cNvSpPr>
          <p:nvPr/>
        </p:nvSpPr>
        <p:spPr>
          <a:xfrm xmlns:a="http://schemas.openxmlformats.org/drawingml/2006/main">
            <a:off x="619125" y="3095625"/>
            <a:ext cx="723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C1D2E0"/>
                </a:solidFill>
                <a:latin typeface="Arial"/>
                <a:ea typeface="Arial"/>
                <a:cs typeface="Arial"/>
              </a:defRPr>
            </a:defPPr>
            <a:lvl1pPr algn="l">
              <a:buNone/>
              <a:defRPr sz="2175" b="0">
                <a:solidFill>
                  <a:srgbClr val="C1D2E0"/>
                </a:solidFill>
                <a:latin typeface="Arial"/>
                <a:ea typeface="Arial"/>
                <a:cs typeface="Arial"/>
              </a:defRPr>
            </a:lvl1pPr>
            <a:lvl2pPr algn="l">
              <a:buNone/>
              <a:defRPr sz="2175" b="0">
                <a:solidFill>
                  <a:srgbClr val="C1D2E0"/>
                </a:solidFill>
                <a:latin typeface="Arial"/>
                <a:ea typeface="Arial"/>
                <a:cs typeface="Arial"/>
              </a:defRPr>
            </a:lvl2pPr>
            <a:lvl3pPr algn="l">
              <a:buNone/>
              <a:defRPr sz="2175" b="0">
                <a:solidFill>
                  <a:srgbClr val="C1D2E0"/>
                </a:solidFill>
                <a:latin typeface="Arial"/>
                <a:ea typeface="Arial"/>
                <a:cs typeface="Arial"/>
              </a:defRPr>
            </a:lvl3pPr>
            <a:lvl4pPr algn="l">
              <a:buNone/>
              <a:defRPr sz="2175" b="0">
                <a:solidFill>
                  <a:srgbClr val="C1D2E0"/>
                </a:solidFill>
                <a:latin typeface="Arial"/>
                <a:ea typeface="Arial"/>
                <a:cs typeface="Arial"/>
              </a:defRPr>
            </a:lvl4pPr>
            <a:lvl5pPr algn="l">
              <a:buNone/>
              <a:defRPr sz="2175" b="0">
                <a:solidFill>
                  <a:srgbClr val="C1D2E0"/>
                </a:solidFill>
                <a:latin typeface="Arial"/>
                <a:ea typeface="Arial"/>
                <a:cs typeface="Arial"/>
              </a:defRPr>
            </a:lvl5pPr>
            <a:lvl6pPr algn="l">
              <a:buNone/>
              <a:defRPr sz="2175" b="0">
                <a:solidFill>
                  <a:srgbClr val="C1D2E0"/>
                </a:solidFill>
                <a:latin typeface="Arial"/>
                <a:ea typeface="Arial"/>
                <a:cs typeface="Arial"/>
              </a:defRPr>
            </a:lvl6pPr>
            <a:lvl7pPr algn="l">
              <a:buNone/>
              <a:defRPr sz="2175" b="0">
                <a:solidFill>
                  <a:srgbClr val="C1D2E0"/>
                </a:solidFill>
                <a:latin typeface="Arial"/>
                <a:ea typeface="Arial"/>
                <a:cs typeface="Arial"/>
              </a:defRPr>
            </a:lvl7pPr>
            <a:lvl8pPr algn="l">
              <a:buNone/>
              <a:defRPr sz="2175" b="0">
                <a:solidFill>
                  <a:srgbClr val="C1D2E0"/>
                </a:solidFill>
                <a:latin typeface="Arial"/>
                <a:ea typeface="Arial"/>
                <a:cs typeface="Arial"/>
              </a:defRPr>
            </a:lvl8pPr>
            <a:lvl9pPr algn="l">
              <a:buNone/>
              <a:defRPr sz="2175" b="0">
                <a:solidFill>
                  <a:srgbClr val="C1D2E0"/>
                </a:solidFill>
                <a:latin typeface="Arial"/>
                <a:ea typeface="Arial"/>
                <a:cs typeface="Arial"/>
              </a:defRPr>
            </a:lvl9pPr>
          </a:lstStyle>
          <a:p xmlns:a="http://schemas.openxmlformats.org/drawingml/2006/main">
            <a:pPr algn="l">
              <a:buNone/>
              <a:defRPr sz="2175" b="0">
                <a:solidFill>
                  <a:srgbClr val="C1D2E0"/>
                </a:solidFill>
                <a:latin typeface="Arial"/>
                <a:ea typeface="Arial"/>
                <a:cs typeface="Arial"/>
              </a:defRPr>
            </a:pPr>
            <a:r>
              <a:rPr sz="2175" b="0">
                <a:solidFill>
                  <a:srgbClr val="C1D2E0"/>
                </a:solidFill>
                <a:latin typeface="Arial"/>
                <a:ea typeface="Arial"/>
                <a:cs typeface="Arial"/>
              </a:rPr>
              <a:t>Đã nhận phản hồi từ 2 người</a:t>
            </a:r>
          </a:p>
        </p:txBody>
      </p:sp>
      <p:sp>
        <p:nvSpPr>
          <p:cNvPr id="3" name="diagram-114">
            <a:extLst xmlns:a="http://schemas.openxmlformats.org/drawingml/2006/main">
              <a:ext uri="{FF2B5EF4-FFF2-40B4-BE49-F238E27FC236}">
                <a16:creationId xmlns:a16="http://schemas.microsoft.com/office/drawing/2014/main" id="{5F58462C-BD43-403F-9465-8B754137D76F}"/>
              </a:ext>
            </a:extLst>
          </p:cNvPr>
          <p:cNvSpPr>
            <a:spLocks xmlns:a="http://schemas.openxmlformats.org/drawingml/2006/main" noGrp="1"/>
          </p:cNvSpPr>
          <p:nvPr/>
        </p:nvSpPr>
        <p:spPr>
          <a:xfrm xmlns:a="http://schemas.openxmlformats.org/drawingml/2006/main">
            <a:off x="8572500" y="1104900"/>
            <a:ext cx="2952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950" b="1">
                <a:solidFill>
                  <a:srgbClr val="79B8FF"/>
                </a:solidFill>
                <a:latin typeface="Arial"/>
                <a:ea typeface="Arial"/>
                <a:cs typeface="Arial"/>
              </a:defRPr>
            </a:defPPr>
            <a:lvl1pPr algn="l">
              <a:buNone/>
              <a:defRPr sz="7950" b="1">
                <a:solidFill>
                  <a:srgbClr val="79B8FF"/>
                </a:solidFill>
                <a:latin typeface="Arial"/>
                <a:ea typeface="Arial"/>
                <a:cs typeface="Arial"/>
              </a:defRPr>
            </a:lvl1pPr>
            <a:lvl2pPr algn="l">
              <a:buNone/>
              <a:defRPr sz="7950" b="1">
                <a:solidFill>
                  <a:srgbClr val="79B8FF"/>
                </a:solidFill>
                <a:latin typeface="Arial"/>
                <a:ea typeface="Arial"/>
                <a:cs typeface="Arial"/>
              </a:defRPr>
            </a:lvl2pPr>
            <a:lvl3pPr algn="l">
              <a:buNone/>
              <a:defRPr sz="7950" b="1">
                <a:solidFill>
                  <a:srgbClr val="79B8FF"/>
                </a:solidFill>
                <a:latin typeface="Arial"/>
                <a:ea typeface="Arial"/>
                <a:cs typeface="Arial"/>
              </a:defRPr>
            </a:lvl3pPr>
            <a:lvl4pPr algn="l">
              <a:buNone/>
              <a:defRPr sz="7950" b="1">
                <a:solidFill>
                  <a:srgbClr val="79B8FF"/>
                </a:solidFill>
                <a:latin typeface="Arial"/>
                <a:ea typeface="Arial"/>
                <a:cs typeface="Arial"/>
              </a:defRPr>
            </a:lvl4pPr>
            <a:lvl5pPr algn="l">
              <a:buNone/>
              <a:defRPr sz="7950" b="1">
                <a:solidFill>
                  <a:srgbClr val="79B8FF"/>
                </a:solidFill>
                <a:latin typeface="Arial"/>
                <a:ea typeface="Arial"/>
                <a:cs typeface="Arial"/>
              </a:defRPr>
            </a:lvl5pPr>
            <a:lvl6pPr algn="l">
              <a:buNone/>
              <a:defRPr sz="7950" b="1">
                <a:solidFill>
                  <a:srgbClr val="79B8FF"/>
                </a:solidFill>
                <a:latin typeface="Arial"/>
                <a:ea typeface="Arial"/>
                <a:cs typeface="Arial"/>
              </a:defRPr>
            </a:lvl6pPr>
            <a:lvl7pPr algn="l">
              <a:buNone/>
              <a:defRPr sz="7950" b="1">
                <a:solidFill>
                  <a:srgbClr val="79B8FF"/>
                </a:solidFill>
                <a:latin typeface="Arial"/>
                <a:ea typeface="Arial"/>
                <a:cs typeface="Arial"/>
              </a:defRPr>
            </a:lvl7pPr>
            <a:lvl8pPr algn="l">
              <a:buNone/>
              <a:defRPr sz="7950" b="1">
                <a:solidFill>
                  <a:srgbClr val="79B8FF"/>
                </a:solidFill>
                <a:latin typeface="Arial"/>
                <a:ea typeface="Arial"/>
                <a:cs typeface="Arial"/>
              </a:defRPr>
            </a:lvl8pPr>
            <a:lvl9pPr algn="l">
              <a:buNone/>
              <a:defRPr sz="7950" b="1">
                <a:solidFill>
                  <a:srgbClr val="79B8FF"/>
                </a:solidFill>
                <a:latin typeface="Arial"/>
                <a:ea typeface="Arial"/>
                <a:cs typeface="Arial"/>
              </a:defRPr>
            </a:lvl9pPr>
          </a:lstStyle>
          <a:p xmlns:a="http://schemas.openxmlformats.org/drawingml/2006/main">
            <a:pPr algn="l">
              <a:buNone/>
              <a:defRPr sz="7950" b="1">
                <a:solidFill>
                  <a:srgbClr val="79B8FF"/>
                </a:solidFill>
                <a:latin typeface="Arial"/>
                <a:ea typeface="Arial"/>
                <a:cs typeface="Arial"/>
              </a:defRPr>
            </a:pPr>
            <a:r>
              <a:rPr sz="7950" b="1">
                <a:solidFill>
                  <a:srgbClr val="79B8FF"/>
                </a:solidFill>
                <a:latin typeface="Arial"/>
                <a:ea typeface="Arial"/>
                <a:cs typeface="Arial"/>
              </a:rPr>
              <a:t>2</a:t>
            </a:r>
          </a:p>
        </p:txBody>
      </p:sp>
      <p:sp>
        <p:nvSpPr>
          <p:cNvPr id="4" name="diagram-115">
            <a:extLst xmlns:a="http://schemas.openxmlformats.org/drawingml/2006/main">
              <a:ext uri="{FF2B5EF4-FFF2-40B4-BE49-F238E27FC236}">
                <a16:creationId xmlns:a16="http://schemas.microsoft.com/office/drawing/2014/main" id="{707DAD61-9C85-411C-A7AA-6A08E406C69D}"/>
              </a:ext>
            </a:extLst>
          </p:cNvPr>
          <p:cNvSpPr>
            <a:spLocks xmlns:a="http://schemas.openxmlformats.org/drawingml/2006/main" noGrp="1"/>
          </p:cNvSpPr>
          <p:nvPr/>
        </p:nvSpPr>
        <p:spPr>
          <a:xfrm xmlns:a="http://schemas.openxmlformats.org/drawingml/2006/main">
            <a:off x="8572500" y="26193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D5E4F0"/>
                </a:solidFill>
                <a:latin typeface="Arial"/>
                <a:ea typeface="Arial"/>
                <a:cs typeface="Arial"/>
              </a:defRPr>
            </a:defPPr>
            <a:lvl1pPr algn="l">
              <a:buNone/>
              <a:defRPr sz="2025" b="0">
                <a:solidFill>
                  <a:srgbClr val="D5E4F0"/>
                </a:solidFill>
                <a:latin typeface="Arial"/>
                <a:ea typeface="Arial"/>
                <a:cs typeface="Arial"/>
              </a:defRPr>
            </a:lvl1pPr>
            <a:lvl2pPr algn="l">
              <a:buNone/>
              <a:defRPr sz="2025" b="0">
                <a:solidFill>
                  <a:srgbClr val="D5E4F0"/>
                </a:solidFill>
                <a:latin typeface="Arial"/>
                <a:ea typeface="Arial"/>
                <a:cs typeface="Arial"/>
              </a:defRPr>
            </a:lvl2pPr>
            <a:lvl3pPr algn="l">
              <a:buNone/>
              <a:defRPr sz="2025" b="0">
                <a:solidFill>
                  <a:srgbClr val="D5E4F0"/>
                </a:solidFill>
                <a:latin typeface="Arial"/>
                <a:ea typeface="Arial"/>
                <a:cs typeface="Arial"/>
              </a:defRPr>
            </a:lvl3pPr>
            <a:lvl4pPr algn="l">
              <a:buNone/>
              <a:defRPr sz="2025" b="0">
                <a:solidFill>
                  <a:srgbClr val="D5E4F0"/>
                </a:solidFill>
                <a:latin typeface="Arial"/>
                <a:ea typeface="Arial"/>
                <a:cs typeface="Arial"/>
              </a:defRPr>
            </a:lvl4pPr>
            <a:lvl5pPr algn="l">
              <a:buNone/>
              <a:defRPr sz="2025" b="0">
                <a:solidFill>
                  <a:srgbClr val="D5E4F0"/>
                </a:solidFill>
                <a:latin typeface="Arial"/>
                <a:ea typeface="Arial"/>
                <a:cs typeface="Arial"/>
              </a:defRPr>
            </a:lvl5pPr>
            <a:lvl6pPr algn="l">
              <a:buNone/>
              <a:defRPr sz="2025" b="0">
                <a:solidFill>
                  <a:srgbClr val="D5E4F0"/>
                </a:solidFill>
                <a:latin typeface="Arial"/>
                <a:ea typeface="Arial"/>
                <a:cs typeface="Arial"/>
              </a:defRPr>
            </a:lvl6pPr>
            <a:lvl7pPr algn="l">
              <a:buNone/>
              <a:defRPr sz="2025" b="0">
                <a:solidFill>
                  <a:srgbClr val="D5E4F0"/>
                </a:solidFill>
                <a:latin typeface="Arial"/>
                <a:ea typeface="Arial"/>
                <a:cs typeface="Arial"/>
              </a:defRPr>
            </a:lvl7pPr>
            <a:lvl8pPr algn="l">
              <a:buNone/>
              <a:defRPr sz="2025" b="0">
                <a:solidFill>
                  <a:srgbClr val="D5E4F0"/>
                </a:solidFill>
                <a:latin typeface="Arial"/>
                <a:ea typeface="Arial"/>
                <a:cs typeface="Arial"/>
              </a:defRPr>
            </a:lvl8pPr>
            <a:lvl9pPr algn="l">
              <a:buNone/>
              <a:defRPr sz="2025" b="0">
                <a:solidFill>
                  <a:srgbClr val="D5E4F0"/>
                </a:solidFill>
                <a:latin typeface="Arial"/>
                <a:ea typeface="Arial"/>
                <a:cs typeface="Arial"/>
              </a:defRPr>
            </a:lvl9pPr>
          </a:lstStyle>
          <a:p xmlns:a="http://schemas.openxmlformats.org/drawingml/2006/main">
            <a:pPr algn="l">
              <a:buNone/>
              <a:defRPr sz="2025" b="0">
                <a:solidFill>
                  <a:srgbClr val="D5E4F0"/>
                </a:solidFill>
                <a:latin typeface="Arial"/>
                <a:ea typeface="Arial"/>
                <a:cs typeface="Arial"/>
              </a:defRPr>
            </a:pPr>
            <a:r>
              <a:rPr sz="2025" b="0">
                <a:solidFill>
                  <a:srgbClr val="D5E4F0"/>
                </a:solidFill>
                <a:latin typeface="Arial"/>
                <a:ea typeface="Arial"/>
                <a:cs typeface="Arial"/>
              </a:rPr>
              <a:t>người đã dùng thử</a:t>
            </a:r>
          </a:p>
        </p:txBody>
      </p:sp>
      <p:pic>
        <p:nvPicPr>
          <p:cNvPr id="5" name="">
            <a:extLst xmlns:a="http://schemas.openxmlformats.org/drawingml/2006/main">
              <a:ext uri="{FF2B5EF4-FFF2-40B4-BE49-F238E27FC236}">
                <a16:creationId xmlns:a16="http://schemas.microsoft.com/office/drawing/2014/main" id="{EEE4CF97-A321-458B-9D18-FA26791DBDDC}"/>
              </a:ext>
            </a:extLst>
          </p:cNvPr>
          <p:cNvPicPr>
            <a:picLocks xmlns:a="http://schemas.openxmlformats.org/drawingml/2006/main" noChangeAspect="1"/>
          </p:cNvPicPr>
          <p:nvPr/>
        </p:nvPicPr>
        <p:blipFill>
          <a:blip xmlns:r="http://schemas.openxmlformats.org/officeDocument/2006/relationships" xmlns:a="http://schemas.openxmlformats.org/drawingml/2006/main" r:embed="Rf63736b93ae14750"/>
          <a:stretch xmlns:a="http://schemas.openxmlformats.org/drawingml/2006/main"/>
        </p:blipFill>
        <p:spPr>
          <a:xfrm xmlns:a="http://schemas.openxmlformats.org/drawingml/2006/main">
            <a:off x="7429500" y="3429000"/>
            <a:ext cx="4000500" cy="2667000"/>
          </a:xfrm>
          <a:prstGeom xmlns:a="http://schemas.openxmlformats.org/drawingml/2006/main" prst="rect">
            <a:avLst/>
          </a:prstGeom>
        </p:spPr>
      </p:pic>
      <p:sp>
        <p:nvSpPr>
          <p:cNvPr id="6" name="diagram-116">
            <a:extLst xmlns:a="http://schemas.openxmlformats.org/drawingml/2006/main">
              <a:ext uri="{FF2B5EF4-FFF2-40B4-BE49-F238E27FC236}">
                <a16:creationId xmlns:a16="http://schemas.microsoft.com/office/drawing/2014/main" id="{3BB35366-A1CD-41BE-BF16-5D7759245746}"/>
              </a:ext>
            </a:extLst>
          </p:cNvPr>
          <p:cNvSpPr>
            <a:spLocks xmlns:a="http://schemas.openxmlformats.org/drawingml/2006/main" noGrp="1"/>
          </p:cNvSpPr>
          <p:nvPr/>
        </p:nvSpPr>
        <p:spPr>
          <a:xfrm xmlns:a="http://schemas.openxmlformats.org/drawingml/2006/main">
            <a:off x="619125" y="4238625"/>
            <a:ext cx="590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FFFFFF"/>
                </a:solidFill>
                <a:latin typeface="Arial"/>
                <a:ea typeface="Arial"/>
                <a:cs typeface="Arial"/>
              </a:defRPr>
            </a:defPPr>
            <a:lvl1pPr algn="l">
              <a:buNone/>
              <a:defRPr sz="2250" b="1">
                <a:solidFill>
                  <a:srgbClr val="FFFFFF"/>
                </a:solidFill>
                <a:latin typeface="Arial"/>
                <a:ea typeface="Arial"/>
                <a:cs typeface="Arial"/>
              </a:defRPr>
            </a:lvl1pPr>
            <a:lvl2pPr algn="l">
              <a:buNone/>
              <a:defRPr sz="2250" b="1">
                <a:solidFill>
                  <a:srgbClr val="FFFFFF"/>
                </a:solidFill>
                <a:latin typeface="Arial"/>
                <a:ea typeface="Arial"/>
                <a:cs typeface="Arial"/>
              </a:defRPr>
            </a:lvl2pPr>
            <a:lvl3pPr algn="l">
              <a:buNone/>
              <a:defRPr sz="2250" b="1">
                <a:solidFill>
                  <a:srgbClr val="FFFFFF"/>
                </a:solidFill>
                <a:latin typeface="Arial"/>
                <a:ea typeface="Arial"/>
                <a:cs typeface="Arial"/>
              </a:defRPr>
            </a:lvl3pPr>
            <a:lvl4pPr algn="l">
              <a:buNone/>
              <a:defRPr sz="2250" b="1">
                <a:solidFill>
                  <a:srgbClr val="FFFFFF"/>
                </a:solidFill>
                <a:latin typeface="Arial"/>
                <a:ea typeface="Arial"/>
                <a:cs typeface="Arial"/>
              </a:defRPr>
            </a:lvl4pPr>
            <a:lvl5pPr algn="l">
              <a:buNone/>
              <a:defRPr sz="2250" b="1">
                <a:solidFill>
                  <a:srgbClr val="FFFFFF"/>
                </a:solidFill>
                <a:latin typeface="Arial"/>
                <a:ea typeface="Arial"/>
                <a:cs typeface="Arial"/>
              </a:defRPr>
            </a:lvl5pPr>
            <a:lvl6pPr algn="l">
              <a:buNone/>
              <a:defRPr sz="2250" b="1">
                <a:solidFill>
                  <a:srgbClr val="FFFFFF"/>
                </a:solidFill>
                <a:latin typeface="Arial"/>
                <a:ea typeface="Arial"/>
                <a:cs typeface="Arial"/>
              </a:defRPr>
            </a:lvl6pPr>
            <a:lvl7pPr algn="l">
              <a:buNone/>
              <a:defRPr sz="2250" b="1">
                <a:solidFill>
                  <a:srgbClr val="FFFFFF"/>
                </a:solidFill>
                <a:latin typeface="Arial"/>
                <a:ea typeface="Arial"/>
                <a:cs typeface="Arial"/>
              </a:defRPr>
            </a:lvl7pPr>
            <a:lvl8pPr algn="l">
              <a:buNone/>
              <a:defRPr sz="2250" b="1">
                <a:solidFill>
                  <a:srgbClr val="FFFFFF"/>
                </a:solidFill>
                <a:latin typeface="Arial"/>
                <a:ea typeface="Arial"/>
                <a:cs typeface="Arial"/>
              </a:defRPr>
            </a:lvl8pPr>
            <a:lvl9pPr algn="l">
              <a:buNone/>
              <a:defRPr sz="2250" b="1">
                <a:solidFill>
                  <a:srgbClr val="FFFFFF"/>
                </a:solidFill>
                <a:latin typeface="Arial"/>
                <a:ea typeface="Arial"/>
                <a:cs typeface="Arial"/>
              </a:defRPr>
            </a:lvl9pPr>
          </a:lstStyle>
          <a:p xmlns:a="http://schemas.openxmlformats.org/drawingml/2006/main">
            <a:pPr algn="l">
              <a:buNone/>
              <a:defRPr sz="2250" b="1">
                <a:solidFill>
                  <a:srgbClr val="FFFFFF"/>
                </a:solidFill>
                <a:latin typeface="Arial"/>
                <a:ea typeface="Arial"/>
                <a:cs typeface="Arial"/>
              </a:defRPr>
            </a:pPr>
            <a:r>
              <a:rPr sz="2250" b="1">
                <a:solidFill>
                  <a:srgbClr val="FFFFFF"/>
                </a:solidFill>
                <a:latin typeface="Arial"/>
                <a:ea typeface="Arial"/>
                <a:cs typeface="Arial"/>
              </a:rPr>
              <a:t>T1: Khó nhìn, nhiều chữ thừa</a:t>
            </a:r>
          </a:p>
        </p:txBody>
      </p:sp>
      <p:sp>
        <p:nvSpPr>
          <p:cNvPr id="7" name="diagram-117">
            <a:extLst xmlns:a="http://schemas.openxmlformats.org/drawingml/2006/main">
              <a:ext uri="{FF2B5EF4-FFF2-40B4-BE49-F238E27FC236}">
                <a16:creationId xmlns:a16="http://schemas.microsoft.com/office/drawing/2014/main" id="{D7380712-4E68-4857-84D9-581D3DDE6BF2}"/>
              </a:ext>
            </a:extLst>
          </p:cNvPr>
          <p:cNvSpPr>
            <a:spLocks xmlns:a="http://schemas.openxmlformats.org/drawingml/2006/main" noGrp="1"/>
          </p:cNvSpPr>
          <p:nvPr/>
        </p:nvSpPr>
        <p:spPr>
          <a:xfrm xmlns:a="http://schemas.openxmlformats.org/drawingml/2006/main">
            <a:off x="619125" y="50673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C1D2E0"/>
                </a:solidFill>
                <a:latin typeface="Arial"/>
                <a:ea typeface="Arial"/>
                <a:cs typeface="Arial"/>
              </a:defRPr>
            </a:defPPr>
            <a:lvl1pPr algn="l">
              <a:buNone/>
              <a:defRPr sz="1875" b="0">
                <a:solidFill>
                  <a:srgbClr val="C1D2E0"/>
                </a:solidFill>
                <a:latin typeface="Arial"/>
                <a:ea typeface="Arial"/>
                <a:cs typeface="Arial"/>
              </a:defRPr>
            </a:lvl1pPr>
            <a:lvl2pPr algn="l">
              <a:buNone/>
              <a:defRPr sz="1875" b="0">
                <a:solidFill>
                  <a:srgbClr val="C1D2E0"/>
                </a:solidFill>
                <a:latin typeface="Arial"/>
                <a:ea typeface="Arial"/>
                <a:cs typeface="Arial"/>
              </a:defRPr>
            </a:lvl2pPr>
            <a:lvl3pPr algn="l">
              <a:buNone/>
              <a:defRPr sz="1875" b="0">
                <a:solidFill>
                  <a:srgbClr val="C1D2E0"/>
                </a:solidFill>
                <a:latin typeface="Arial"/>
                <a:ea typeface="Arial"/>
                <a:cs typeface="Arial"/>
              </a:defRPr>
            </a:lvl3pPr>
            <a:lvl4pPr algn="l">
              <a:buNone/>
              <a:defRPr sz="1875" b="0">
                <a:solidFill>
                  <a:srgbClr val="C1D2E0"/>
                </a:solidFill>
                <a:latin typeface="Arial"/>
                <a:ea typeface="Arial"/>
                <a:cs typeface="Arial"/>
              </a:defRPr>
            </a:lvl4pPr>
            <a:lvl5pPr algn="l">
              <a:buNone/>
              <a:defRPr sz="1875" b="0">
                <a:solidFill>
                  <a:srgbClr val="C1D2E0"/>
                </a:solidFill>
                <a:latin typeface="Arial"/>
                <a:ea typeface="Arial"/>
                <a:cs typeface="Arial"/>
              </a:defRPr>
            </a:lvl5pPr>
            <a:lvl6pPr algn="l">
              <a:buNone/>
              <a:defRPr sz="1875" b="0">
                <a:solidFill>
                  <a:srgbClr val="C1D2E0"/>
                </a:solidFill>
                <a:latin typeface="Arial"/>
                <a:ea typeface="Arial"/>
                <a:cs typeface="Arial"/>
              </a:defRPr>
            </a:lvl6pPr>
            <a:lvl7pPr algn="l">
              <a:buNone/>
              <a:defRPr sz="1875" b="0">
                <a:solidFill>
                  <a:srgbClr val="C1D2E0"/>
                </a:solidFill>
                <a:latin typeface="Arial"/>
                <a:ea typeface="Arial"/>
                <a:cs typeface="Arial"/>
              </a:defRPr>
            </a:lvl7pPr>
            <a:lvl8pPr algn="l">
              <a:buNone/>
              <a:defRPr sz="1875" b="0">
                <a:solidFill>
                  <a:srgbClr val="C1D2E0"/>
                </a:solidFill>
                <a:latin typeface="Arial"/>
                <a:ea typeface="Arial"/>
                <a:cs typeface="Arial"/>
              </a:defRPr>
            </a:lvl8pPr>
            <a:lvl9pPr algn="l">
              <a:buNone/>
              <a:defRPr sz="1875" b="0">
                <a:solidFill>
                  <a:srgbClr val="C1D2E0"/>
                </a:solidFill>
                <a:latin typeface="Arial"/>
                <a:ea typeface="Arial"/>
                <a:cs typeface="Arial"/>
              </a:defRPr>
            </a:lvl9pPr>
          </a:lstStyle>
          <a:p xmlns:a="http://schemas.openxmlformats.org/drawingml/2006/main">
            <a:pPr algn="l">
              <a:buNone/>
              <a:defRPr sz="1875" b="0">
                <a:solidFill>
                  <a:srgbClr val="C1D2E0"/>
                </a:solidFill>
                <a:latin typeface="Arial"/>
                <a:ea typeface="Arial"/>
                <a:cs typeface="Arial"/>
              </a:defRPr>
            </a:pPr>
            <a:r>
              <a:rPr sz="1875" b="0">
                <a:solidFill>
                  <a:srgbClr val="C1D2E0"/>
                </a:solidFill>
                <a:latin typeface="Arial"/>
                <a:ea typeface="Arial"/>
                <a:cs typeface="Arial"/>
              </a:rPr>
              <a:t>T2: Chưa rõ hướng rẽ, lo đi nhầm.</a:t>
            </a:r>
          </a:p>
          <a:p xmlns:a="http://schemas.openxmlformats.org/drawingml/2006/main">
            <a:pPr algn="l">
              <a:buNone/>
              <a:defRPr sz="1875" b="0">
                <a:solidFill>
                  <a:srgbClr val="C1D2E0"/>
                </a:solidFill>
                <a:latin typeface="Arial"/>
                <a:ea typeface="Arial"/>
                <a:cs typeface="Arial"/>
              </a:defRPr>
            </a:pPr>
            <a:r>
              <a:rPr sz="1875" b="0">
                <a:solidFill>
                  <a:srgbClr val="C1D2E0"/>
                </a:solidFill>
                <a:latin typeface="Arial"/>
                <a:ea typeface="Arial"/>
                <a:cs typeface="Arial"/>
              </a:rPr>
              <a:t>Đề nghị có giọng đọc chỉ đường.</a:t>
            </a:r>
          </a:p>
        </p:txBody>
      </p:sp>
      <p:sp>
        <p:nvSpPr>
          <p:cNvPr id="8" name="diagram-118">
            <a:extLst xmlns:a="http://schemas.openxmlformats.org/drawingml/2006/main">
              <a:ext uri="{FF2B5EF4-FFF2-40B4-BE49-F238E27FC236}">
                <a16:creationId xmlns:a16="http://schemas.microsoft.com/office/drawing/2014/main" id="{803CB48A-DA0B-4DE4-8FD5-6AA5E7F83F93}"/>
              </a:ext>
            </a:extLst>
          </p:cNvPr>
          <p:cNvSpPr>
            <a:spLocks xmlns:a="http://schemas.openxmlformats.org/drawingml/2006/main" noGrp="1"/>
          </p:cNvSpPr>
          <p:nvPr/>
        </p:nvSpPr>
        <p:spPr>
          <a:xfrm xmlns:a="http://schemas.openxmlformats.org/drawingml/2006/main">
            <a:off x="619125" y="6210300"/>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C1D2E0"/>
                </a:solidFill>
                <a:latin typeface="Arial"/>
                <a:ea typeface="Arial"/>
                <a:cs typeface="Arial"/>
              </a:defRPr>
            </a:defPPr>
            <a:lvl1pPr algn="l">
              <a:buNone/>
              <a:defRPr sz="1275" b="0">
                <a:solidFill>
                  <a:srgbClr val="C1D2E0"/>
                </a:solidFill>
                <a:latin typeface="Arial"/>
                <a:ea typeface="Arial"/>
                <a:cs typeface="Arial"/>
              </a:defRPr>
            </a:lvl1pPr>
            <a:lvl2pPr algn="l">
              <a:buNone/>
              <a:defRPr sz="1275" b="0">
                <a:solidFill>
                  <a:srgbClr val="C1D2E0"/>
                </a:solidFill>
                <a:latin typeface="Arial"/>
                <a:ea typeface="Arial"/>
                <a:cs typeface="Arial"/>
              </a:defRPr>
            </a:lvl2pPr>
            <a:lvl3pPr algn="l">
              <a:buNone/>
              <a:defRPr sz="1275" b="0">
                <a:solidFill>
                  <a:srgbClr val="C1D2E0"/>
                </a:solidFill>
                <a:latin typeface="Arial"/>
                <a:ea typeface="Arial"/>
                <a:cs typeface="Arial"/>
              </a:defRPr>
            </a:lvl3pPr>
            <a:lvl4pPr algn="l">
              <a:buNone/>
              <a:defRPr sz="1275" b="0">
                <a:solidFill>
                  <a:srgbClr val="C1D2E0"/>
                </a:solidFill>
                <a:latin typeface="Arial"/>
                <a:ea typeface="Arial"/>
                <a:cs typeface="Arial"/>
              </a:defRPr>
            </a:lvl4pPr>
            <a:lvl5pPr algn="l">
              <a:buNone/>
              <a:defRPr sz="1275" b="0">
                <a:solidFill>
                  <a:srgbClr val="C1D2E0"/>
                </a:solidFill>
                <a:latin typeface="Arial"/>
                <a:ea typeface="Arial"/>
                <a:cs typeface="Arial"/>
              </a:defRPr>
            </a:lvl5pPr>
            <a:lvl6pPr algn="l">
              <a:buNone/>
              <a:defRPr sz="1275" b="0">
                <a:solidFill>
                  <a:srgbClr val="C1D2E0"/>
                </a:solidFill>
                <a:latin typeface="Arial"/>
                <a:ea typeface="Arial"/>
                <a:cs typeface="Arial"/>
              </a:defRPr>
            </a:lvl6pPr>
            <a:lvl7pPr algn="l">
              <a:buNone/>
              <a:defRPr sz="1275" b="0">
                <a:solidFill>
                  <a:srgbClr val="C1D2E0"/>
                </a:solidFill>
                <a:latin typeface="Arial"/>
                <a:ea typeface="Arial"/>
                <a:cs typeface="Arial"/>
              </a:defRPr>
            </a:lvl7pPr>
            <a:lvl8pPr algn="l">
              <a:buNone/>
              <a:defRPr sz="1275" b="0">
                <a:solidFill>
                  <a:srgbClr val="C1D2E0"/>
                </a:solidFill>
                <a:latin typeface="Arial"/>
                <a:ea typeface="Arial"/>
                <a:cs typeface="Arial"/>
              </a:defRPr>
            </a:lvl8pPr>
            <a:lvl9pPr algn="l">
              <a:buNone/>
              <a:defRPr sz="1275" b="0">
                <a:solidFill>
                  <a:srgbClr val="C1D2E0"/>
                </a:solidFill>
                <a:latin typeface="Arial"/>
                <a:ea typeface="Arial"/>
                <a:cs typeface="Arial"/>
              </a:defRPr>
            </a:lvl9pPr>
          </a:lstStyle>
          <a:p xmlns:a="http://schemas.openxmlformats.org/drawingml/2006/main">
            <a:pPr algn="l">
              <a:buNone/>
              <a:defRPr sz="1275" b="0">
                <a:solidFill>
                  <a:srgbClr val="C1D2E0"/>
                </a:solidFill>
                <a:latin typeface="Arial"/>
                <a:ea typeface="Arial"/>
                <a:cs typeface="Arial"/>
              </a:defRPr>
            </a:pPr>
            <a:r>
              <a:rPr sz="1275" b="0">
                <a:solidFill>
                  <a:srgbClr val="C1D2E0"/>
                </a:solidFill>
                <a:latin typeface="Arial"/>
                <a:ea typeface="Arial"/>
                <a:cs typeface="Arial"/>
              </a:rPr>
              <a:t>Phản hồi do người làm bài thuật lại ngày 19/10. Chưa đo thời gian hoặc tỷ lệ hoàn thành.</a:t>
            </a:r>
          </a:p>
        </p:txBody>
      </p:sp>
      <p:sp>
        <p:nvSpPr>
          <p:cNvPr id="9" name="diagram-119">
            <a:extLst xmlns:a="http://schemas.openxmlformats.org/drawingml/2006/main">
              <a:ext uri="{FF2B5EF4-FFF2-40B4-BE49-F238E27FC236}">
                <a16:creationId xmlns:a16="http://schemas.microsoft.com/office/drawing/2014/main" id="{15B854DA-E1D2-413F-8411-3FBD0BACBCF0}"/>
              </a:ext>
            </a:extLst>
          </p:cNvPr>
          <p:cNvSpPr>
            <a:spLocks xmlns:a="http://schemas.openxmlformats.org/drawingml/2006/main" noGrp="1"/>
          </p:cNvSpPr>
          <p:nvPr/>
        </p:nvSpPr>
        <p:spPr>
          <a:xfrm xmlns:a="http://schemas.openxmlformats.org/drawingml/2006/main">
            <a:off x="11239500" y="62103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1">
                <a:solidFill>
                  <a:srgbClr val="79B8FF"/>
                </a:solidFill>
                <a:latin typeface="Arial"/>
                <a:ea typeface="Arial"/>
                <a:cs typeface="Arial"/>
              </a:defRPr>
            </a:defPPr>
            <a:lvl1pPr algn="r">
              <a:buNone/>
              <a:defRPr sz="1350" b="1">
                <a:solidFill>
                  <a:srgbClr val="79B8FF"/>
                </a:solidFill>
                <a:latin typeface="Arial"/>
                <a:ea typeface="Arial"/>
                <a:cs typeface="Arial"/>
              </a:defRPr>
            </a:lvl1pPr>
            <a:lvl2pPr algn="r">
              <a:buNone/>
              <a:defRPr sz="1350" b="1">
                <a:solidFill>
                  <a:srgbClr val="79B8FF"/>
                </a:solidFill>
                <a:latin typeface="Arial"/>
                <a:ea typeface="Arial"/>
                <a:cs typeface="Arial"/>
              </a:defRPr>
            </a:lvl2pPr>
            <a:lvl3pPr algn="r">
              <a:buNone/>
              <a:defRPr sz="1350" b="1">
                <a:solidFill>
                  <a:srgbClr val="79B8FF"/>
                </a:solidFill>
                <a:latin typeface="Arial"/>
                <a:ea typeface="Arial"/>
                <a:cs typeface="Arial"/>
              </a:defRPr>
            </a:lvl3pPr>
            <a:lvl4pPr algn="r">
              <a:buNone/>
              <a:defRPr sz="1350" b="1">
                <a:solidFill>
                  <a:srgbClr val="79B8FF"/>
                </a:solidFill>
                <a:latin typeface="Arial"/>
                <a:ea typeface="Arial"/>
                <a:cs typeface="Arial"/>
              </a:defRPr>
            </a:lvl4pPr>
            <a:lvl5pPr algn="r">
              <a:buNone/>
              <a:defRPr sz="1350" b="1">
                <a:solidFill>
                  <a:srgbClr val="79B8FF"/>
                </a:solidFill>
                <a:latin typeface="Arial"/>
                <a:ea typeface="Arial"/>
                <a:cs typeface="Arial"/>
              </a:defRPr>
            </a:lvl5pPr>
            <a:lvl6pPr algn="r">
              <a:buNone/>
              <a:defRPr sz="1350" b="1">
                <a:solidFill>
                  <a:srgbClr val="79B8FF"/>
                </a:solidFill>
                <a:latin typeface="Arial"/>
                <a:ea typeface="Arial"/>
                <a:cs typeface="Arial"/>
              </a:defRPr>
            </a:lvl6pPr>
            <a:lvl7pPr algn="r">
              <a:buNone/>
              <a:defRPr sz="1350" b="1">
                <a:solidFill>
                  <a:srgbClr val="79B8FF"/>
                </a:solidFill>
                <a:latin typeface="Arial"/>
                <a:ea typeface="Arial"/>
                <a:cs typeface="Arial"/>
              </a:defRPr>
            </a:lvl7pPr>
            <a:lvl8pPr algn="r">
              <a:buNone/>
              <a:defRPr sz="1350" b="1">
                <a:solidFill>
                  <a:srgbClr val="79B8FF"/>
                </a:solidFill>
                <a:latin typeface="Arial"/>
                <a:ea typeface="Arial"/>
                <a:cs typeface="Arial"/>
              </a:defRPr>
            </a:lvl8pPr>
            <a:lvl9pPr algn="r">
              <a:buNone/>
              <a:defRPr sz="1350" b="1">
                <a:solidFill>
                  <a:srgbClr val="79B8FF"/>
                </a:solidFill>
                <a:latin typeface="Arial"/>
                <a:ea typeface="Arial"/>
                <a:cs typeface="Arial"/>
              </a:defRPr>
            </a:lvl9pPr>
          </a:lstStyle>
          <a:p xmlns:a="http://schemas.openxmlformats.org/drawingml/2006/main">
            <a:pPr algn="r">
              <a:buNone/>
              <a:defRPr sz="1350" b="1">
                <a:solidFill>
                  <a:srgbClr val="79B8FF"/>
                </a:solidFill>
                <a:latin typeface="Arial"/>
                <a:ea typeface="Arial"/>
                <a:cs typeface="Arial"/>
              </a:defRPr>
            </a:pPr>
            <a:r>
              <a:rPr sz="1350" b="1">
                <a:solidFill>
                  <a:srgbClr val="79B8FF"/>
                </a:solidFill>
                <a:latin typeface="Arial"/>
                <a:ea typeface="Arial"/>
                <a:cs typeface="Arial"/>
              </a:rPr>
              <a:t>07</a:t>
            </a:r>
          </a:p>
        </p:txBody>
      </p:sp>
    </p:spTree>
    <p:extLst>
      <p:ext uri="{BB962C8B-B14F-4D97-AF65-F5344CB8AC3E}">
        <p14:creationId xmlns:p14="http://schemas.microsoft.com/office/powerpoint/2010/main" val="392052195"/>
      </p:ext>
    </p:extLst>
  </p:cSld>
</p:sld>
</file>

<file path=ppt/slides/slide8.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F5F7FA"/>
        </a:solidFill>
      </p:bgPr>
    </p:bg>
    <p:spTree>
      <p:nvGrpSpPr>
        <p:cNvPr id="1" name=""/>
        <p:cNvGrpSpPr/>
        <p:nvPr/>
      </p:nvGrpSpPr>
      <p:grpSpPr>
        <a:xfrm/>
      </p:grpSpPr>
      <p:sp>
        <p:nvSpPr>
          <p:cNvPr id="12" name="diagram-120">
            <a:extLst>
              <a:ext uri="{FF2B5EF4-FFF2-40B4-BE49-F238E27FC236}">
                <ns2:creationId id="{57BAEEE9-14FC-4C32-AABA-8682F61466FE}"/>
              </a:ext>
            </a:extLst>
          </p:cNvPr>
          <p:cNvSpPr>
            <a:spLocks noGrp="1"/>
          </p:cNvSpPr>
          <p:nvPr/>
        </p:nvSpPr>
        <p:spPr>
          <a:xfrm>
            <a:off x="571500" y="400050"/>
            <a:ext cx="11049000" cy="666750"/>
          </a:xfrm>
          <a:prstGeom prst="rect">
            <a:avLst/>
          </a:prstGeom>
          <a:noFill/>
          <a:ln w="0">
            <a:noFill/>
            <a:prstDash val="solid"/>
          </a:ln>
        </p:spPr>
        <p:txBody>
          <a:bodyPr wrap="square" lIns="0" tIns="0" rIns="0" bIns="0" anchor="ctr">
            <a:no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Cải tiến giao diện và đường đi</a:t>
            </a:r>
          </a:p>
        </p:txBody>
      </p:sp>
      <p:pic>
        <p:nvPicPr>
          <p:cNvPr id="2" name="">
            <a:extLst>
              <a:ext uri="{FF2B5EF4-FFF2-40B4-BE49-F238E27FC236}">
                <ns2:creationId id="{7AFD53BB-C761-459F-BD40-E75EFCDE3B7E}"/>
              </a:ext>
            </a:extLst>
          </p:cNvPr>
          <p:cNvPicPr>
            <a:picLocks noChangeAspect="1"/>
          </p:cNvPicPr>
          <p:nvPr/>
        </p:nvPicPr>
        <p:blipFill>
          <a:blip r:embed="R5400c189d3fe4c17">
            <a:extLst>
              <a:ext uri="{96DAC541-7B7A-43D3-8B79-37D633B846F1}">
                <ns4:svgBlip r:embed="R19ba5914bde844fd"/>
              </a:ext>
            </a:extLst>
          </a:blip>
          <a:stretch/>
        </p:blipFill>
        <p:spPr>
          <a:xfrm>
            <a:off x="10763250" y="571500"/>
            <a:ext cx="495300" cy="495300"/>
          </a:xfrm>
          <a:prstGeom prst="rect">
            <a:avLst/>
          </a:prstGeom>
        </p:spPr>
      </p:pic>
      <p:sp>
        <p:nvSpPr>
          <p:cNvPr id="3" name="diagram-121">
            <a:extLst>
              <a:ext uri="{FF2B5EF4-FFF2-40B4-BE49-F238E27FC236}">
                <ns2:creationId id="{A53133B0-501B-45FF-8154-CAEB252D5884}"/>
              </a:ext>
            </a:extLst>
          </p:cNvPr>
          <p:cNvSpPr>
            <a:spLocks noGrp="1"/>
          </p:cNvSpPr>
          <p:nvPr/>
        </p:nvSpPr>
        <p:spPr>
          <a:xfrm>
            <a:off x="619125" y="1924050"/>
            <a:ext cx="6000750" cy="1190625"/>
          </a:xfrm>
          <a:prstGeom prst="rect">
            <a:avLst/>
          </a:prstGeom>
          <a:noFill/>
          <a:ln w="0">
            <a:noFill/>
            <a:prstDash val="solid"/>
          </a:ln>
        </p:spPr>
        <p:txBody>
          <a:bodyPr wrap="square" lIns="0" tIns="0" rIns="0" bIns="0" anchor="ctr">
            <a:noAutofit/>
          </a:bodyPr>
          <a:lstStyle>
            <a:defPPr algn="l">
              <a:defRPr sz="3375" b="1">
                <a:solidFill>
                  <a:srgbClr val="102A43"/>
                </a:solidFill>
                <a:latin typeface="Arial"/>
                <a:ea typeface="Arial"/>
                <a:cs typeface="Arial"/>
              </a:defRPr>
            </a:defPPr>
            <a:lvl1pPr algn="l">
              <a:buNone/>
              <a:defRPr sz="3675" b="1">
                <a:solidFill>
                  <a:srgbClr val="102A43"/>
                </a:solidFill>
                <a:latin typeface="Arial"/>
                <a:ea typeface="Arial"/>
                <a:cs typeface="Arial"/>
              </a:defRPr>
            </a:lvl1pPr>
            <a:lvl2pPr algn="l">
              <a:buNone/>
              <a:defRPr sz="3675" b="1">
                <a:solidFill>
                  <a:srgbClr val="102A43"/>
                </a:solidFill>
                <a:latin typeface="Arial"/>
                <a:ea typeface="Arial"/>
                <a:cs typeface="Arial"/>
              </a:defRPr>
            </a:lvl2pPr>
            <a:lvl3pPr algn="l">
              <a:buNone/>
              <a:defRPr sz="3675" b="1">
                <a:solidFill>
                  <a:srgbClr val="102A43"/>
                </a:solidFill>
                <a:latin typeface="Arial"/>
                <a:ea typeface="Arial"/>
                <a:cs typeface="Arial"/>
              </a:defRPr>
            </a:lvl3pPr>
            <a:lvl4pPr algn="l">
              <a:buNone/>
              <a:defRPr sz="3675" b="1">
                <a:solidFill>
                  <a:srgbClr val="102A43"/>
                </a:solidFill>
                <a:latin typeface="Arial"/>
                <a:ea typeface="Arial"/>
                <a:cs typeface="Arial"/>
              </a:defRPr>
            </a:lvl4pPr>
            <a:lvl5pPr algn="l">
              <a:buNone/>
              <a:defRPr sz="3675" b="1">
                <a:solidFill>
                  <a:srgbClr val="102A43"/>
                </a:solidFill>
                <a:latin typeface="Arial"/>
                <a:ea typeface="Arial"/>
                <a:cs typeface="Arial"/>
              </a:defRPr>
            </a:lvl5pPr>
            <a:lvl6pPr algn="l">
              <a:buNone/>
              <a:defRPr sz="3675" b="1">
                <a:solidFill>
                  <a:srgbClr val="102A43"/>
                </a:solidFill>
                <a:latin typeface="Arial"/>
                <a:ea typeface="Arial"/>
                <a:cs typeface="Arial"/>
              </a:defRPr>
            </a:lvl6pPr>
            <a:lvl7pPr algn="l">
              <a:buNone/>
              <a:defRPr sz="3675" b="1">
                <a:solidFill>
                  <a:srgbClr val="102A43"/>
                </a:solidFill>
                <a:latin typeface="Arial"/>
                <a:ea typeface="Arial"/>
                <a:cs typeface="Arial"/>
              </a:defRPr>
            </a:lvl7pPr>
            <a:lvl8pPr algn="l">
              <a:buNone/>
              <a:defRPr sz="3675" b="1">
                <a:solidFill>
                  <a:srgbClr val="102A43"/>
                </a:solidFill>
                <a:latin typeface="Arial"/>
                <a:ea typeface="Arial"/>
                <a:cs typeface="Arial"/>
              </a:defRPr>
            </a:lvl8pPr>
            <a:lvl9pPr algn="l">
              <a:buNone/>
              <a:defRPr sz="3675" b="1">
                <a:solidFill>
                  <a:srgbClr val="102A43"/>
                </a:solidFill>
                <a:latin typeface="Arial"/>
                <a:ea typeface="Arial"/>
                <a:cs typeface="Arial"/>
              </a:defRPr>
            </a:lvl9pPr>
          </a:lstStyle>
          <a:p>
            <a:pPr algn="l">
              <a:buNone/>
              <a:defRPr sz="3375" b="1">
                <a:solidFill>
                  <a:srgbClr val="102A43"/>
                </a:solidFill>
                <a:latin typeface="Arial"/>
                <a:ea typeface="Arial"/>
                <a:cs typeface="Arial"/>
              </a:defRPr>
            </a:pPr>
            <a:r>
              <a:rPr sz="3375" b="1">
                <a:solidFill>
                  <a:srgbClr val="102A43"/>
                </a:solidFill>
                <a:latin typeface="Arial"/>
                <a:ea typeface="Arial"/>
                <a:cs typeface="Arial"/>
              </a:rPr>
              <a:t>Dễ theo dõi,</a:t>
            </a:r>
          </a:p>
          <a:p>
            <a:pPr algn="l">
              <a:buNone/>
              <a:defRPr sz="3375" b="1">
                <a:solidFill>
                  <a:srgbClr val="102A43"/>
                </a:solidFill>
                <a:latin typeface="Arial"/>
                <a:ea typeface="Arial"/>
                <a:cs typeface="Arial"/>
              </a:defRPr>
            </a:pPr>
            <a:r>
              <a:rPr sz="3375" b="1">
                <a:solidFill>
                  <a:srgbClr val="102A43"/>
                </a:solidFill>
                <a:latin typeface="Arial"/>
                <a:ea typeface="Arial"/>
                <a:cs typeface="Arial"/>
              </a:rPr>
              <a:t>linh hoạt đường đi</a:t>
            </a:r>
          </a:p>
        </p:txBody>
      </p:sp>
      <p:sp>
        <p:nvSpPr>
          <p:cNvPr id="4" name="diagram-122">
            <a:extLst>
              <a:ext uri="{FF2B5EF4-FFF2-40B4-BE49-F238E27FC236}">
                <ns2:creationId id="{FACD0A4E-50A5-4579-A039-3654F36D453A}"/>
              </a:ext>
            </a:extLst>
          </p:cNvPr>
          <p:cNvSpPr>
            <a:spLocks noGrp="1"/>
          </p:cNvSpPr>
          <p:nvPr/>
        </p:nvSpPr>
        <p:spPr>
          <a:xfrm>
            <a:off x="619125" y="3181350"/>
            <a:ext cx="5810250" cy="714375"/>
          </a:xfrm>
          <a:prstGeom prst="rect">
            <a:avLst/>
          </a:prstGeom>
          <a:noFill/>
          <a:ln w="0">
            <a:noFill/>
            <a:prstDash val="solid"/>
          </a:ln>
        </p:spPr>
        <p:txBody>
          <a:bodyPr wrap="square" lIns="0" tIns="0" rIns="0" bIns="0" anchor="ctr">
            <a:noAutofit/>
          </a:bodyPr>
          <a:lstStyle>
            <a:defPPr algn="l">
              <a:defRPr sz="1875" b="0">
                <a:solidFill>
                  <a:srgbClr val="526773"/>
                </a:solidFill>
                <a:latin typeface="Arial"/>
                <a:ea typeface="Arial"/>
                <a:cs typeface="Arial"/>
              </a:defRPr>
            </a:defPPr>
            <a:lvl1pPr algn="l">
              <a:buNone/>
              <a:defRPr sz="1875" b="0">
                <a:solidFill>
                  <a:srgbClr val="526773"/>
                </a:solidFill>
                <a:latin typeface="Arial"/>
                <a:ea typeface="Arial"/>
                <a:cs typeface="Arial"/>
              </a:defRPr>
            </a:lvl1pPr>
            <a:lvl2pPr algn="l">
              <a:buNone/>
              <a:defRPr sz="1875" b="0">
                <a:solidFill>
                  <a:srgbClr val="526773"/>
                </a:solidFill>
                <a:latin typeface="Arial"/>
                <a:ea typeface="Arial"/>
                <a:cs typeface="Arial"/>
              </a:defRPr>
            </a:lvl2pPr>
            <a:lvl3pPr algn="l">
              <a:buNone/>
              <a:defRPr sz="1875" b="0">
                <a:solidFill>
                  <a:srgbClr val="526773"/>
                </a:solidFill>
                <a:latin typeface="Arial"/>
                <a:ea typeface="Arial"/>
                <a:cs typeface="Arial"/>
              </a:defRPr>
            </a:lvl3pPr>
            <a:lvl4pPr algn="l">
              <a:buNone/>
              <a:defRPr sz="1875" b="0">
                <a:solidFill>
                  <a:srgbClr val="526773"/>
                </a:solidFill>
                <a:latin typeface="Arial"/>
                <a:ea typeface="Arial"/>
                <a:cs typeface="Arial"/>
              </a:defRPr>
            </a:lvl4pPr>
            <a:lvl5pPr algn="l">
              <a:buNone/>
              <a:defRPr sz="1875" b="0">
                <a:solidFill>
                  <a:srgbClr val="526773"/>
                </a:solidFill>
                <a:latin typeface="Arial"/>
                <a:ea typeface="Arial"/>
                <a:cs typeface="Arial"/>
              </a:defRPr>
            </a:lvl5pPr>
            <a:lvl6pPr algn="l">
              <a:buNone/>
              <a:defRPr sz="1875" b="0">
                <a:solidFill>
                  <a:srgbClr val="526773"/>
                </a:solidFill>
                <a:latin typeface="Arial"/>
                <a:ea typeface="Arial"/>
                <a:cs typeface="Arial"/>
              </a:defRPr>
            </a:lvl6pPr>
            <a:lvl7pPr algn="l">
              <a:buNone/>
              <a:defRPr sz="1875" b="0">
                <a:solidFill>
                  <a:srgbClr val="526773"/>
                </a:solidFill>
                <a:latin typeface="Arial"/>
                <a:ea typeface="Arial"/>
                <a:cs typeface="Arial"/>
              </a:defRPr>
            </a:lvl7pPr>
            <a:lvl8pPr algn="l">
              <a:buNone/>
              <a:defRPr sz="1875" b="0">
                <a:solidFill>
                  <a:srgbClr val="526773"/>
                </a:solidFill>
                <a:latin typeface="Arial"/>
                <a:ea typeface="Arial"/>
                <a:cs typeface="Arial"/>
              </a:defRPr>
            </a:lvl8pPr>
            <a:lvl9pPr algn="l">
              <a:buNone/>
              <a:defRPr sz="1875" b="0">
                <a:solidFill>
                  <a:srgbClr val="526773"/>
                </a:solidFill>
                <a:latin typeface="Arial"/>
                <a:ea typeface="Arial"/>
                <a:cs typeface="Arial"/>
              </a:defRPr>
            </a:lvl9pPr>
          </a:lstStyle>
          <a:p>
            <a:pPr algn="l">
              <a:buNone/>
              <a:defRPr sz="1875" b="0">
                <a:solidFill>
                  <a:srgbClr val="526773"/>
                </a:solidFill>
                <a:latin typeface="Arial"/>
                <a:ea typeface="Arial"/>
                <a:cs typeface="Arial"/>
              </a:defRPr>
            </a:pPr>
            <a:r>
              <a:rPr sz="1875" b="0">
                <a:solidFill>
                  <a:srgbClr val="526773"/>
                </a:solidFill>
                <a:latin typeface="Arial"/>
                <a:ea typeface="Arial"/>
                <a:cs typeface="Arial"/>
              </a:rPr>
              <a:t>Thu gọn chữ; chỉ dẫn từng chặng.</a:t>
            </a:r>
          </a:p>
          <a:p>
            <a:pPr algn="l">
              <a:buNone/>
              <a:defRPr sz="1875" b="0">
                <a:solidFill>
                  <a:srgbClr val="526773"/>
                </a:solidFill>
                <a:latin typeface="Arial"/>
                <a:ea typeface="Arial"/>
                <a:cs typeface="Arial"/>
              </a:defRPr>
            </a:pPr>
            <a:r>
              <a:rPr sz="1875" b="0">
                <a:solidFill>
                  <a:srgbClr val="526773"/>
                </a:solidFill>
                <a:latin typeface="Arial"/>
                <a:ea typeface="Arial"/>
                <a:cs typeface="Arial"/>
              </a:rPr>
              <a:t>Chạm biểu tượng để xem giờ đồng bộ.</a:t>
            </a:r>
          </a:p>
        </p:txBody>
      </p:sp>
      <p:pic>
        <p:nvPicPr>
          <p:cNvPr id="5" name="">
            <a:extLst>
              <a:ext uri="{FF2B5EF4-FFF2-40B4-BE49-F238E27FC236}">
                <ns2:creationId id="{B0A93C9E-4193-48DA-90F9-6CF8AA007490}"/>
              </a:ext>
            </a:extLst>
          </p:cNvPr>
          <p:cNvPicPr>
            <a:picLocks noChangeAspect="1"/>
          </p:cNvPicPr>
          <p:nvPr/>
        </p:nvPicPr>
        <p:blipFill>
          <a:blip r:embed="R8d216153fac841ad"/>
          <a:stretch/>
        </p:blipFill>
        <p:spPr>
          <a:xfrm>
            <a:off x="1952625" y="3952875"/>
            <a:ext cx="3143250" cy="2095500"/>
          </a:xfrm>
          <a:prstGeom prst="rect">
            <a:avLst/>
          </a:prstGeom>
        </p:spPr>
      </p:pic>
      <p:sp>
        <p:nvSpPr>
          <p:cNvPr id="6" name="diagram-123">
            <a:extLst>
              <a:ext uri="{FF2B5EF4-FFF2-40B4-BE49-F238E27FC236}">
                <ns2:creationId id="{71078F10-3F44-4216-ABE4-DC210E7D8AE6}"/>
              </a:ext>
            </a:extLst>
          </p:cNvPr>
          <p:cNvSpPr>
            <a:spLocks noGrp="1"/>
          </p:cNvSpPr>
          <p:nvPr/>
        </p:nvSpPr>
        <p:spPr>
          <a:xfrm>
            <a:off x="7524750" y="2028825"/>
            <a:ext cx="4000500" cy="523875"/>
          </a:xfrm>
          <a:prstGeom prst="rect">
            <a:avLst/>
          </a:prstGeom>
          <a:noFill/>
          <a:ln w="0">
            <a:noFill/>
            <a:prstDash val="solid"/>
          </a:ln>
        </p:spPr>
        <p:txBody>
          <a:bodyPr wrap="square" lIns="0" tIns="0" rIns="0" bIns="0" anchor="ctr">
            <a:noAutofit/>
          </a:bodyPr>
          <a:lstStyle>
            <a:defPPr algn="l">
              <a:defRPr sz="2100" b="1">
                <a:solidFill>
                  <a:srgbClr val="246BCE"/>
                </a:solidFill>
                <a:latin typeface="Arial"/>
                <a:ea typeface="Arial"/>
                <a:cs typeface="Arial"/>
              </a:defRPr>
            </a:defPPr>
            <a:lvl1pPr algn="l">
              <a:buNone/>
              <a:defRPr sz="2175" b="1">
                <a:solidFill>
                  <a:srgbClr val="246BCE"/>
                </a:solidFill>
                <a:latin typeface="Arial"/>
                <a:ea typeface="Arial"/>
                <a:cs typeface="Arial"/>
              </a:defRPr>
            </a:lvl1pPr>
            <a:lvl2pPr algn="l">
              <a:buNone/>
              <a:defRPr sz="2175" b="1">
                <a:solidFill>
                  <a:srgbClr val="246BCE"/>
                </a:solidFill>
                <a:latin typeface="Arial"/>
                <a:ea typeface="Arial"/>
                <a:cs typeface="Arial"/>
              </a:defRPr>
            </a:lvl2pPr>
            <a:lvl3pPr algn="l">
              <a:buNone/>
              <a:defRPr sz="2175" b="1">
                <a:solidFill>
                  <a:srgbClr val="246BCE"/>
                </a:solidFill>
                <a:latin typeface="Arial"/>
                <a:ea typeface="Arial"/>
                <a:cs typeface="Arial"/>
              </a:defRPr>
            </a:lvl3pPr>
            <a:lvl4pPr algn="l">
              <a:buNone/>
              <a:defRPr sz="2175" b="1">
                <a:solidFill>
                  <a:srgbClr val="246BCE"/>
                </a:solidFill>
                <a:latin typeface="Arial"/>
                <a:ea typeface="Arial"/>
                <a:cs typeface="Arial"/>
              </a:defRPr>
            </a:lvl4pPr>
            <a:lvl5pPr algn="l">
              <a:buNone/>
              <a:defRPr sz="2175" b="1">
                <a:solidFill>
                  <a:srgbClr val="246BCE"/>
                </a:solidFill>
                <a:latin typeface="Arial"/>
                <a:ea typeface="Arial"/>
                <a:cs typeface="Arial"/>
              </a:defRPr>
            </a:lvl5pPr>
            <a:lvl6pPr algn="l">
              <a:buNone/>
              <a:defRPr sz="2175" b="1">
                <a:solidFill>
                  <a:srgbClr val="246BCE"/>
                </a:solidFill>
                <a:latin typeface="Arial"/>
                <a:ea typeface="Arial"/>
                <a:cs typeface="Arial"/>
              </a:defRPr>
            </a:lvl6pPr>
            <a:lvl7pPr algn="l">
              <a:buNone/>
              <a:defRPr sz="2175" b="1">
                <a:solidFill>
                  <a:srgbClr val="246BCE"/>
                </a:solidFill>
                <a:latin typeface="Arial"/>
                <a:ea typeface="Arial"/>
                <a:cs typeface="Arial"/>
              </a:defRPr>
            </a:lvl7pPr>
            <a:lvl8pPr algn="l">
              <a:buNone/>
              <a:defRPr sz="2175" b="1">
                <a:solidFill>
                  <a:srgbClr val="246BCE"/>
                </a:solidFill>
                <a:latin typeface="Arial"/>
                <a:ea typeface="Arial"/>
                <a:cs typeface="Arial"/>
              </a:defRPr>
            </a:lvl8pPr>
            <a:lvl9pPr algn="l">
              <a:buNone/>
              <a:defRPr sz="2175" b="1">
                <a:solidFill>
                  <a:srgbClr val="246BCE"/>
                </a:solidFill>
                <a:latin typeface="Arial"/>
                <a:ea typeface="Arial"/>
                <a:cs typeface="Arial"/>
              </a:defRPr>
            </a:lvl9pPr>
          </a:lstStyle>
          <a:p>
            <a:pPr algn="l">
              <a:buNone/>
              <a:defRPr sz="2100" b="1">
                <a:solidFill>
                  <a:srgbClr val="246BCE"/>
                </a:solidFill>
                <a:latin typeface="Arial"/>
                <a:ea typeface="Arial"/>
                <a:cs typeface="Arial"/>
              </a:defRPr>
            </a:pPr>
            <a:r>
              <a:rPr sz="2100" b="1">
                <a:solidFill>
                  <a:srgbClr val="246BCE"/>
                </a:solidFill>
                <a:latin typeface="Arial"/>
                <a:ea typeface="Arial"/>
                <a:cs typeface="Arial"/>
              </a:rPr>
              <a:t>Thang máy hoặc thang bộ</a:t>
            </a:r>
          </a:p>
        </p:txBody>
      </p:sp>
      <p:sp>
        <p:nvSpPr>
          <p:cNvPr id="7" name="diagram-124">
            <a:extLst>
              <a:ext uri="{FF2B5EF4-FFF2-40B4-BE49-F238E27FC236}">
                <ns2:creationId id="{5BD54AB1-A0BD-499F-9AE9-FBD7EADCB8AC}"/>
              </a:ext>
            </a:extLst>
          </p:cNvPr>
          <p:cNvSpPr>
            <a:spLocks noGrp="1"/>
          </p:cNvSpPr>
          <p:nvPr/>
        </p:nvSpPr>
        <p:spPr>
          <a:xfrm>
            <a:off x="7524750" y="2667000"/>
            <a:ext cx="4000500" cy="104775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75" b="0">
                <a:solidFill>
                  <a:srgbClr val="526773"/>
                </a:solidFill>
                <a:latin typeface="Arial"/>
                <a:ea typeface="Arial"/>
                <a:cs typeface="Arial"/>
              </a:defRPr>
            </a:lvl1pPr>
            <a:lvl2pPr algn="l">
              <a:buNone/>
              <a:defRPr sz="1875" b="0">
                <a:solidFill>
                  <a:srgbClr val="526773"/>
                </a:solidFill>
                <a:latin typeface="Arial"/>
                <a:ea typeface="Arial"/>
                <a:cs typeface="Arial"/>
              </a:defRPr>
            </a:lvl2pPr>
            <a:lvl3pPr algn="l">
              <a:buNone/>
              <a:defRPr sz="1875" b="0">
                <a:solidFill>
                  <a:srgbClr val="526773"/>
                </a:solidFill>
                <a:latin typeface="Arial"/>
                <a:ea typeface="Arial"/>
                <a:cs typeface="Arial"/>
              </a:defRPr>
            </a:lvl3pPr>
            <a:lvl4pPr algn="l">
              <a:buNone/>
              <a:defRPr sz="1875" b="0">
                <a:solidFill>
                  <a:srgbClr val="526773"/>
                </a:solidFill>
                <a:latin typeface="Arial"/>
                <a:ea typeface="Arial"/>
                <a:cs typeface="Arial"/>
              </a:defRPr>
            </a:lvl4pPr>
            <a:lvl5pPr algn="l">
              <a:buNone/>
              <a:defRPr sz="1875" b="0">
                <a:solidFill>
                  <a:srgbClr val="526773"/>
                </a:solidFill>
                <a:latin typeface="Arial"/>
                <a:ea typeface="Arial"/>
                <a:cs typeface="Arial"/>
              </a:defRPr>
            </a:lvl5pPr>
            <a:lvl6pPr algn="l">
              <a:buNone/>
              <a:defRPr sz="1875" b="0">
                <a:solidFill>
                  <a:srgbClr val="526773"/>
                </a:solidFill>
                <a:latin typeface="Arial"/>
                <a:ea typeface="Arial"/>
                <a:cs typeface="Arial"/>
              </a:defRPr>
            </a:lvl6pPr>
            <a:lvl7pPr algn="l">
              <a:buNone/>
              <a:defRPr sz="1875" b="0">
                <a:solidFill>
                  <a:srgbClr val="526773"/>
                </a:solidFill>
                <a:latin typeface="Arial"/>
                <a:ea typeface="Arial"/>
                <a:cs typeface="Arial"/>
              </a:defRPr>
            </a:lvl7pPr>
            <a:lvl8pPr algn="l">
              <a:buNone/>
              <a:defRPr sz="1875" b="0">
                <a:solidFill>
                  <a:srgbClr val="526773"/>
                </a:solidFill>
                <a:latin typeface="Arial"/>
                <a:ea typeface="Arial"/>
                <a:cs typeface="Arial"/>
              </a:defRPr>
            </a:lvl8pPr>
            <a:lvl9pPr algn="l">
              <a:buNone/>
              <a:defRPr sz="1875"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Mặc định thang máy; chọn thang bộ</a:t>
            </a:r>
          </a:p>
          <a:p>
            <a:pPr algn="l">
              <a:buNone/>
              <a:defRPr sz="1800" b="0">
                <a:solidFill>
                  <a:srgbClr val="526773"/>
                </a:solidFill>
                <a:latin typeface="Arial"/>
                <a:ea typeface="Arial"/>
                <a:cs typeface="Arial"/>
              </a:defRPr>
            </a:pPr>
            <a:r>
              <a:rPr sz="1800" b="0">
                <a:solidFill>
                  <a:srgbClr val="526773"/>
                </a:solidFill>
                <a:latin typeface="Arial"/>
                <a:ea typeface="Arial"/>
                <a:cs typeface="Arial"/>
              </a:rPr>
              <a:t>khi thang máy đông. Tuyến cập nhật</a:t>
            </a:r>
          </a:p>
          <a:p>
            <a:pPr algn="l">
              <a:buNone/>
              <a:defRPr sz="1800" b="0">
                <a:solidFill>
                  <a:srgbClr val="526773"/>
                </a:solidFill>
                <a:latin typeface="Arial"/>
                <a:ea typeface="Arial"/>
                <a:cs typeface="Arial"/>
              </a:defRPr>
            </a:pPr>
            <a:r>
              <a:rPr sz="1800" b="0">
                <a:solidFill>
                  <a:srgbClr val="526773"/>
                </a:solidFill>
                <a:latin typeface="Arial"/>
                <a:ea typeface="Arial"/>
                <a:cs typeface="Arial"/>
              </a:rPr>
              <a:t>theo lựa chọn.</a:t>
            </a:r>
          </a:p>
        </p:txBody>
      </p:sp>
      <p:sp>
        <p:nvSpPr>
          <p:cNvPr id="8" name="diagram-125">
            <a:extLst>
              <a:ext uri="{FF2B5EF4-FFF2-40B4-BE49-F238E27FC236}">
                <ns2:creationId id="{531F26A0-0A5F-4606-9413-1F99CD927000}"/>
              </a:ext>
            </a:extLst>
          </p:cNvPr>
          <p:cNvSpPr>
            <a:spLocks noGrp="1"/>
          </p:cNvSpPr>
          <p:nvPr/>
        </p:nvSpPr>
        <p:spPr>
          <a:xfrm>
            <a:off x="7524750" y="3838575"/>
            <a:ext cx="4000500" cy="523875"/>
          </a:xfrm>
          <a:prstGeom prst="rect">
            <a:avLst/>
          </a:prstGeom>
          <a:noFill/>
          <a:ln w="0">
            <a:noFill/>
            <a:prstDash val="solid"/>
          </a:ln>
        </p:spPr>
        <p:txBody>
          <a:bodyPr wrap="square" lIns="0" tIns="0" rIns="0" bIns="0" anchor="ctr">
            <a:noAutofit/>
          </a:bodyPr>
          <a:lstStyle>
            <a:defPPr algn="l">
              <a:defRPr sz="2100" b="1">
                <a:solidFill>
                  <a:srgbClr val="246BCE"/>
                </a:solidFill>
                <a:latin typeface="Arial"/>
                <a:ea typeface="Arial"/>
                <a:cs typeface="Arial"/>
              </a:defRPr>
            </a:defPPr>
            <a:lvl1pPr algn="l">
              <a:buNone/>
              <a:defRPr sz="2175" b="1">
                <a:solidFill>
                  <a:srgbClr val="246BCE"/>
                </a:solidFill>
                <a:latin typeface="Arial"/>
                <a:ea typeface="Arial"/>
                <a:cs typeface="Arial"/>
              </a:defRPr>
            </a:lvl1pPr>
            <a:lvl2pPr algn="l">
              <a:buNone/>
              <a:defRPr sz="2175" b="1">
                <a:solidFill>
                  <a:srgbClr val="246BCE"/>
                </a:solidFill>
                <a:latin typeface="Arial"/>
                <a:ea typeface="Arial"/>
                <a:cs typeface="Arial"/>
              </a:defRPr>
            </a:lvl2pPr>
            <a:lvl3pPr algn="l">
              <a:buNone/>
              <a:defRPr sz="2175" b="1">
                <a:solidFill>
                  <a:srgbClr val="246BCE"/>
                </a:solidFill>
                <a:latin typeface="Arial"/>
                <a:ea typeface="Arial"/>
                <a:cs typeface="Arial"/>
              </a:defRPr>
            </a:lvl3pPr>
            <a:lvl4pPr algn="l">
              <a:buNone/>
              <a:defRPr sz="2175" b="1">
                <a:solidFill>
                  <a:srgbClr val="246BCE"/>
                </a:solidFill>
                <a:latin typeface="Arial"/>
                <a:ea typeface="Arial"/>
                <a:cs typeface="Arial"/>
              </a:defRPr>
            </a:lvl4pPr>
            <a:lvl5pPr algn="l">
              <a:buNone/>
              <a:defRPr sz="2175" b="1">
                <a:solidFill>
                  <a:srgbClr val="246BCE"/>
                </a:solidFill>
                <a:latin typeface="Arial"/>
                <a:ea typeface="Arial"/>
                <a:cs typeface="Arial"/>
              </a:defRPr>
            </a:lvl5pPr>
            <a:lvl6pPr algn="l">
              <a:buNone/>
              <a:defRPr sz="2175" b="1">
                <a:solidFill>
                  <a:srgbClr val="246BCE"/>
                </a:solidFill>
                <a:latin typeface="Arial"/>
                <a:ea typeface="Arial"/>
                <a:cs typeface="Arial"/>
              </a:defRPr>
            </a:lvl6pPr>
            <a:lvl7pPr algn="l">
              <a:buNone/>
              <a:defRPr sz="2175" b="1">
                <a:solidFill>
                  <a:srgbClr val="246BCE"/>
                </a:solidFill>
                <a:latin typeface="Arial"/>
                <a:ea typeface="Arial"/>
                <a:cs typeface="Arial"/>
              </a:defRPr>
            </a:lvl7pPr>
            <a:lvl8pPr algn="l">
              <a:buNone/>
              <a:defRPr sz="2175" b="1">
                <a:solidFill>
                  <a:srgbClr val="246BCE"/>
                </a:solidFill>
                <a:latin typeface="Arial"/>
                <a:ea typeface="Arial"/>
                <a:cs typeface="Arial"/>
              </a:defRPr>
            </a:lvl8pPr>
            <a:lvl9pPr algn="l">
              <a:buNone/>
              <a:defRPr sz="2175" b="1">
                <a:solidFill>
                  <a:srgbClr val="246BCE"/>
                </a:solidFill>
                <a:latin typeface="Arial"/>
                <a:ea typeface="Arial"/>
                <a:cs typeface="Arial"/>
              </a:defRPr>
            </a:lvl9pPr>
          </a:lstStyle>
          <a:p>
            <a:pPr algn="l">
              <a:buNone/>
              <a:defRPr sz="2100" b="1">
                <a:solidFill>
                  <a:srgbClr val="246BCE"/>
                </a:solidFill>
                <a:latin typeface="Arial"/>
                <a:ea typeface="Arial"/>
                <a:cs typeface="Arial"/>
              </a:defRPr>
            </a:pPr>
            <a:r>
              <a:rPr sz="2100" b="1">
                <a:solidFill>
                  <a:srgbClr val="246BCE"/>
                </a:solidFill>
                <a:latin typeface="Arial"/>
                <a:ea typeface="Arial"/>
                <a:cs typeface="Arial"/>
              </a:rPr>
              <a:t>Đi lạc hoặc vừa quay lại</a:t>
            </a:r>
          </a:p>
        </p:txBody>
      </p:sp>
      <p:sp>
        <p:nvSpPr>
          <p:cNvPr id="9" name="diagram-126">
            <a:extLst>
              <a:ext uri="{FF2B5EF4-FFF2-40B4-BE49-F238E27FC236}">
                <ns2:creationId id="{54610B75-5824-45DB-8498-2ACD50650F26}"/>
              </a:ext>
            </a:extLst>
          </p:cNvPr>
          <p:cNvSpPr>
            <a:spLocks noGrp="1"/>
          </p:cNvSpPr>
          <p:nvPr/>
        </p:nvSpPr>
        <p:spPr>
          <a:xfrm>
            <a:off x="7524750" y="4476750"/>
            <a:ext cx="4000500" cy="95250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75" b="0">
                <a:solidFill>
                  <a:srgbClr val="526773"/>
                </a:solidFill>
                <a:latin typeface="Arial"/>
                <a:ea typeface="Arial"/>
                <a:cs typeface="Arial"/>
              </a:defRPr>
            </a:lvl1pPr>
            <a:lvl2pPr algn="l">
              <a:buNone/>
              <a:defRPr sz="1875" b="0">
                <a:solidFill>
                  <a:srgbClr val="526773"/>
                </a:solidFill>
                <a:latin typeface="Arial"/>
                <a:ea typeface="Arial"/>
                <a:cs typeface="Arial"/>
              </a:defRPr>
            </a:lvl2pPr>
            <a:lvl3pPr algn="l">
              <a:buNone/>
              <a:defRPr sz="1875" b="0">
                <a:solidFill>
                  <a:srgbClr val="526773"/>
                </a:solidFill>
                <a:latin typeface="Arial"/>
                <a:ea typeface="Arial"/>
                <a:cs typeface="Arial"/>
              </a:defRPr>
            </a:lvl3pPr>
            <a:lvl4pPr algn="l">
              <a:buNone/>
              <a:defRPr sz="1875" b="0">
                <a:solidFill>
                  <a:srgbClr val="526773"/>
                </a:solidFill>
                <a:latin typeface="Arial"/>
                <a:ea typeface="Arial"/>
                <a:cs typeface="Arial"/>
              </a:defRPr>
            </a:lvl4pPr>
            <a:lvl5pPr algn="l">
              <a:buNone/>
              <a:defRPr sz="1875" b="0">
                <a:solidFill>
                  <a:srgbClr val="526773"/>
                </a:solidFill>
                <a:latin typeface="Arial"/>
                <a:ea typeface="Arial"/>
                <a:cs typeface="Arial"/>
              </a:defRPr>
            </a:lvl5pPr>
            <a:lvl6pPr algn="l">
              <a:buNone/>
              <a:defRPr sz="1875" b="0">
                <a:solidFill>
                  <a:srgbClr val="526773"/>
                </a:solidFill>
                <a:latin typeface="Arial"/>
                <a:ea typeface="Arial"/>
                <a:cs typeface="Arial"/>
              </a:defRPr>
            </a:lvl6pPr>
            <a:lvl7pPr algn="l">
              <a:buNone/>
              <a:defRPr sz="1875" b="0">
                <a:solidFill>
                  <a:srgbClr val="526773"/>
                </a:solidFill>
                <a:latin typeface="Arial"/>
                <a:ea typeface="Arial"/>
                <a:cs typeface="Arial"/>
              </a:defRPr>
            </a:lvl7pPr>
            <a:lvl8pPr algn="l">
              <a:buNone/>
              <a:defRPr sz="1875" b="0">
                <a:solidFill>
                  <a:srgbClr val="526773"/>
                </a:solidFill>
                <a:latin typeface="Arial"/>
                <a:ea typeface="Arial"/>
                <a:cs typeface="Arial"/>
              </a:defRPr>
            </a:lvl8pPr>
            <a:lvl9pPr algn="l">
              <a:buNone/>
              <a:defRPr sz="1875"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Chọn tòa, tầng và mốc đang đứng.</a:t>
            </a:r>
          </a:p>
          <a:p>
            <a:pPr algn="l">
              <a:buNone/>
              <a:defRPr sz="1800" b="0">
                <a:solidFill>
                  <a:srgbClr val="526773"/>
                </a:solidFill>
                <a:latin typeface="Arial"/>
                <a:ea typeface="Arial"/>
                <a:cs typeface="Arial"/>
              </a:defRPr>
            </a:pPr>
            <a:r>
              <a:rPr sz="1800" b="0">
                <a:solidFill>
                  <a:srgbClr val="526773"/>
                </a:solidFill>
                <a:latin typeface="Arial"/>
                <a:ea typeface="Arial"/>
                <a:cs typeface="Arial"/>
              </a:rPr>
              <a:t>Giữ tiến độ, tính lại đường tới đích.</a:t>
            </a:r>
          </a:p>
        </p:txBody>
      </p:sp>
      <p:sp>
        <p:nvSpPr>
          <p:cNvPr id="10" name="diagram-127">
            <a:extLst>
              <a:ext uri="{FF2B5EF4-FFF2-40B4-BE49-F238E27FC236}">
                <ns2:creationId id="{72C52824-B3BD-4ED0-B757-5EB30396B0F7}"/>
              </a:ext>
            </a:extLst>
          </p:cNvPr>
          <p:cNvSpPr>
            <a:spLocks noGrp="1"/>
          </p:cNvSpPr>
          <p:nvPr/>
        </p:nvSpPr>
        <p:spPr>
          <a:xfrm>
            <a:off x="571500" y="6324600"/>
            <a:ext cx="9906000" cy="323850"/>
          </a:xfrm>
          <a:prstGeom prst="rect">
            <a:avLst/>
          </a:prstGeom>
          <a:noFill/>
          <a:ln w="0">
            <a:noFill/>
            <a:prstDash val="solid"/>
          </a:ln>
        </p:spPr>
        <p:txBody>
          <a:bodyPr wrap="square" lIns="0" tIns="0" rIns="0" bIns="0" anchor="ctr">
            <a:noAutofit/>
          </a:bodyPr>
          <a:lstStyle>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a:pPr algn="l">
              <a:buNone/>
              <a:defRPr sz="1125" b="0">
                <a:solidFill>
                  <a:srgbClr val="526773"/>
                </a:solidFill>
                <a:latin typeface="Arial"/>
                <a:ea typeface="Arial"/>
                <a:cs typeface="Arial"/>
              </a:defRPr>
            </a:pPr>
            <a:r>
              <a:rPr sz="1125" b="0">
                <a:solidFill>
                  <a:srgbClr val="526773"/>
                </a:solidFill>
                <a:latin typeface="Arial"/>
                <a:ea typeface="Arial"/>
                <a:cs typeface="Arial"/>
              </a:rPr>
              <a:t>Giọng Việt từ bản ghi hoặc Azure; vị trí do người dùng xác nhận.</a:t>
            </a:r>
          </a:p>
        </p:txBody>
      </p:sp>
      <p:sp>
        <p:nvSpPr>
          <p:cNvPr id="11" name="diagram-128">
            <a:extLst>
              <a:ext uri="{FF2B5EF4-FFF2-40B4-BE49-F238E27FC236}">
                <ns2:creationId id="{F21CF222-1090-4F26-B226-7C5DCF78C452}"/>
              </a:ext>
            </a:extLst>
          </p:cNvPr>
          <p:cNvSpPr>
            <a:spLocks noGrp="1"/>
          </p:cNvSpPr>
          <p:nvPr/>
        </p:nvSpPr>
        <p:spPr>
          <a:xfrm>
            <a:off x="11334750" y="6324600"/>
            <a:ext cx="381000" cy="323850"/>
          </a:xfrm>
          <a:prstGeom prst="rect">
            <a:avLst/>
          </a:prstGeom>
          <a:noFill/>
          <a:ln w="0">
            <a:noFill/>
            <a:prstDash val="solid"/>
          </a:ln>
        </p:spPr>
        <p:txBody>
          <a:bodyPr wrap="square" lIns="0" tIns="0" rIns="0" bIns="0" anchor="ctr">
            <a:noAutofit/>
          </a:bodyPr>
          <a:lstStyle>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a:pPr algn="r">
              <a:buNone/>
              <a:defRPr sz="1275" b="1">
                <a:solidFill>
                  <a:srgbClr val="246BCE"/>
                </a:solidFill>
                <a:latin typeface="Arial"/>
                <a:ea typeface="Arial"/>
                <a:cs typeface="Arial"/>
              </a:defRPr>
            </a:pPr>
            <a:r>
              <a:rPr sz="1275" b="1">
                <a:solidFill>
                  <a:srgbClr val="246BCE"/>
                </a:solidFill>
                <a:latin typeface="Arial"/>
                <a:ea typeface="Arial"/>
                <a:cs typeface="Arial"/>
              </a:rPr>
              <a:t>08</a:t>
            </a:r>
          </a:p>
        </p:txBody>
      </p:sp>
    </p:spTree>
    <p:extLst>
      <p:ext uri="{BB962C8B-B14F-4D97-AF65-F5344CB8AC3E}">
        <ns5:creationId val="381887026"/>
      </p:ext>
    </p:extLst>
  </p:cSld>
</p:sld>
</file>

<file path=ppt/slides/slide9.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F5F7FA"/>
        </a:solidFill>
      </p:bgPr>
    </p:bg>
    <p:spTree>
      <p:nvGrpSpPr>
        <p:cNvPr id="1" name=""/>
        <p:cNvGrpSpPr/>
        <p:nvPr/>
      </p:nvGrpSpPr>
      <p:grpSpPr>
        <a:xfrm/>
      </p:grpSpPr>
      <p:sp>
        <p:nvSpPr>
          <p:cNvPr id="26" name="diagram-129">
            <a:extLst>
              <a:ext uri="{FF2B5EF4-FFF2-40B4-BE49-F238E27FC236}">
                <ns2:creationId id="{0C03FAB8-AC79-44E3-8079-95824621805C}"/>
              </a:ext>
            </a:extLst>
          </p:cNvPr>
          <p:cNvSpPr>
            <a:spLocks noGrp="1"/>
          </p:cNvSpPr>
          <p:nvPr/>
        </p:nvSpPr>
        <p:spPr>
          <a:xfrm>
            <a:off x="571500" y="400050"/>
            <a:ext cx="11049000" cy="666750"/>
          </a:xfrm>
          <a:prstGeom prst="rect">
            <a:avLst/>
          </a:prstGeom>
          <a:noFill/>
          <a:ln w="0">
            <a:noFill/>
            <a:prstDash val="solid"/>
          </a:ln>
        </p:spPr>
        <p:txBody>
          <a:bodyPr wrap="square" lIns="0" tIns="0" rIns="0" bIns="0" anchor="ctr">
            <a:no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Rủi ro về an toàn và đạo đức</a:t>
            </a:r>
          </a:p>
        </p:txBody>
      </p:sp>
      <p:sp>
        <p:nvSpPr>
          <p:cNvPr id="2" name="diagram-130">
            <a:extLst>
              <a:ext uri="{FF2B5EF4-FFF2-40B4-BE49-F238E27FC236}">
                <ns2:creationId id="{178A8FF0-AEE0-4682-A254-375BE6E4A74F}"/>
              </a:ext>
            </a:extLst>
          </p:cNvPr>
          <p:cNvSpPr>
            <a:spLocks noGrp="1"/>
          </p:cNvSpPr>
          <p:nvPr/>
        </p:nvSpPr>
        <p:spPr>
          <a:xfrm>
            <a:off x="571500" y="1143000"/>
            <a:ext cx="11049000" cy="457200"/>
          </a:xfrm>
          <a:prstGeom prst="rect">
            <a:avLst/>
          </a:prstGeom>
          <a:noFill/>
          <a:ln w="0">
            <a:noFill/>
            <a:prstDash val="solid"/>
          </a:ln>
        </p:spPr>
        <p:txBody>
          <a:bodyPr wrap="square" lIns="0" tIns="0" rIns="0" bIns="0" anchor="ctr">
            <a:noAutofit/>
          </a:bodyPr>
          <a:lstStyle>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a:pPr algn="l">
              <a:buNone/>
              <a:defRPr sz="1725" b="0">
                <a:solidFill>
                  <a:srgbClr val="526773"/>
                </a:solidFill>
                <a:latin typeface="Arial"/>
                <a:ea typeface="Arial"/>
                <a:cs typeface="Arial"/>
              </a:defRPr>
            </a:pPr>
            <a:r>
              <a:rPr sz="1725" b="0">
                <a:solidFill>
                  <a:srgbClr val="526773"/>
                </a:solidFill>
                <a:latin typeface="Arial"/>
                <a:ea typeface="Arial"/>
                <a:cs typeface="Arial"/>
              </a:rPr>
              <a:t>Cách giảm thiểu trong prototype</a:t>
            </a:r>
          </a:p>
        </p:txBody>
      </p:sp>
      <p:sp>
        <p:nvSpPr>
          <p:cNvPr id="3" name="diagram-131">
            <a:extLst>
              <a:ext uri="{FF2B5EF4-FFF2-40B4-BE49-F238E27FC236}">
                <ns2:creationId id="{B1B255D0-A46F-417D-8697-2153845400AD}"/>
              </a:ext>
            </a:extLst>
          </p:cNvPr>
          <p:cNvSpPr>
            <a:spLocks noGrp="1"/>
          </p:cNvSpPr>
          <p:nvPr/>
        </p:nvSpPr>
        <p:spPr>
          <a:xfrm>
            <a:off x="1381125" y="1771650"/>
            <a:ext cx="4191000" cy="333375"/>
          </a:xfrm>
          <a:prstGeom prst="rect">
            <a:avLst/>
          </a:prstGeom>
          <a:noFill/>
          <a:ln w="0">
            <a:noFill/>
            <a:prstDash val="solid"/>
          </a:ln>
        </p:spPr>
        <p:txBody>
          <a:bodyPr wrap="square" lIns="0" tIns="0" rIns="0" bIns="0" anchor="ctr">
            <a:noAutofit/>
          </a:bodyPr>
          <a:lstStyle>
            <a:defPPr algn="l">
              <a:defRPr sz="1425" b="1">
                <a:solidFill>
                  <a:srgbClr val="D64D53"/>
                </a:solidFill>
                <a:latin typeface="Arial"/>
                <a:ea typeface="Arial"/>
                <a:cs typeface="Arial"/>
              </a:defRPr>
            </a:defPPr>
            <a:lvl1pPr algn="l">
              <a:buNone/>
              <a:defRPr sz="1425" b="1">
                <a:solidFill>
                  <a:srgbClr val="D64D53"/>
                </a:solidFill>
                <a:latin typeface="Arial"/>
                <a:ea typeface="Arial"/>
                <a:cs typeface="Arial"/>
              </a:defRPr>
            </a:lvl1pPr>
            <a:lvl2pPr algn="l">
              <a:buNone/>
              <a:defRPr sz="1425" b="1">
                <a:solidFill>
                  <a:srgbClr val="D64D53"/>
                </a:solidFill>
                <a:latin typeface="Arial"/>
                <a:ea typeface="Arial"/>
                <a:cs typeface="Arial"/>
              </a:defRPr>
            </a:lvl2pPr>
            <a:lvl3pPr algn="l">
              <a:buNone/>
              <a:defRPr sz="1425" b="1">
                <a:solidFill>
                  <a:srgbClr val="D64D53"/>
                </a:solidFill>
                <a:latin typeface="Arial"/>
                <a:ea typeface="Arial"/>
                <a:cs typeface="Arial"/>
              </a:defRPr>
            </a:lvl3pPr>
            <a:lvl4pPr algn="l">
              <a:buNone/>
              <a:defRPr sz="1425" b="1">
                <a:solidFill>
                  <a:srgbClr val="D64D53"/>
                </a:solidFill>
                <a:latin typeface="Arial"/>
                <a:ea typeface="Arial"/>
                <a:cs typeface="Arial"/>
              </a:defRPr>
            </a:lvl4pPr>
            <a:lvl5pPr algn="l">
              <a:buNone/>
              <a:defRPr sz="1425" b="1">
                <a:solidFill>
                  <a:srgbClr val="D64D53"/>
                </a:solidFill>
                <a:latin typeface="Arial"/>
                <a:ea typeface="Arial"/>
                <a:cs typeface="Arial"/>
              </a:defRPr>
            </a:lvl5pPr>
            <a:lvl6pPr algn="l">
              <a:buNone/>
              <a:defRPr sz="1425" b="1">
                <a:solidFill>
                  <a:srgbClr val="D64D53"/>
                </a:solidFill>
                <a:latin typeface="Arial"/>
                <a:ea typeface="Arial"/>
                <a:cs typeface="Arial"/>
              </a:defRPr>
            </a:lvl6pPr>
            <a:lvl7pPr algn="l">
              <a:buNone/>
              <a:defRPr sz="1425" b="1">
                <a:solidFill>
                  <a:srgbClr val="D64D53"/>
                </a:solidFill>
                <a:latin typeface="Arial"/>
                <a:ea typeface="Arial"/>
                <a:cs typeface="Arial"/>
              </a:defRPr>
            </a:lvl7pPr>
            <a:lvl8pPr algn="l">
              <a:buNone/>
              <a:defRPr sz="1425" b="1">
                <a:solidFill>
                  <a:srgbClr val="D64D53"/>
                </a:solidFill>
                <a:latin typeface="Arial"/>
                <a:ea typeface="Arial"/>
                <a:cs typeface="Arial"/>
              </a:defRPr>
            </a:lvl8pPr>
            <a:lvl9pPr algn="l">
              <a:buNone/>
              <a:defRPr sz="1425" b="1">
                <a:solidFill>
                  <a:srgbClr val="D64D53"/>
                </a:solidFill>
                <a:latin typeface="Arial"/>
                <a:ea typeface="Arial"/>
                <a:cs typeface="Arial"/>
              </a:defRPr>
            </a:lvl9pPr>
          </a:lstStyle>
          <a:p>
            <a:pPr algn="l">
              <a:buNone/>
              <a:defRPr sz="1425" b="1">
                <a:solidFill>
                  <a:srgbClr val="D64D53"/>
                </a:solidFill>
                <a:latin typeface="Arial"/>
                <a:ea typeface="Arial"/>
                <a:cs typeface="Arial"/>
              </a:defRPr>
            </a:pPr>
            <a:r>
              <a:rPr sz="1425" b="1">
                <a:solidFill>
                  <a:srgbClr val="D64D53"/>
                </a:solidFill>
                <a:latin typeface="Arial"/>
                <a:ea typeface="Arial"/>
                <a:cs typeface="Arial"/>
              </a:rPr>
              <a:t>RỦI RO</a:t>
            </a:r>
          </a:p>
        </p:txBody>
      </p:sp>
      <p:sp>
        <p:nvSpPr>
          <p:cNvPr id="4" name="diagram-132">
            <a:extLst>
              <a:ext uri="{FF2B5EF4-FFF2-40B4-BE49-F238E27FC236}">
                <ns2:creationId id="{B3987332-564B-4A49-B343-0A4F96941CF0}"/>
              </a:ext>
            </a:extLst>
          </p:cNvPr>
          <p:cNvSpPr>
            <a:spLocks noGrp="1"/>
          </p:cNvSpPr>
          <p:nvPr/>
        </p:nvSpPr>
        <p:spPr>
          <a:xfrm>
            <a:off x="6334125" y="1771650"/>
            <a:ext cx="5143500" cy="333375"/>
          </a:xfrm>
          <a:prstGeom prst="rect">
            <a:avLst/>
          </a:prstGeom>
          <a:noFill/>
          <a:ln w="0">
            <a:noFill/>
            <a:prstDash val="solid"/>
          </a:ln>
        </p:spPr>
        <p:txBody>
          <a:bodyPr wrap="square" lIns="0" tIns="0" rIns="0" bIns="0" anchor="ctr">
            <a:noAutofit/>
          </a:bodyPr>
          <a:lstStyle>
            <a:defPPr algn="l">
              <a:defRPr sz="1425" b="1">
                <a:solidFill>
                  <a:srgbClr val="246BCE"/>
                </a:solidFill>
                <a:latin typeface="Arial"/>
                <a:ea typeface="Arial"/>
                <a:cs typeface="Arial"/>
              </a:defRPr>
            </a:defPPr>
            <a:lvl1pPr algn="l">
              <a:buNone/>
              <a:defRPr sz="1425" b="1">
                <a:solidFill>
                  <a:srgbClr val="246BCE"/>
                </a:solidFill>
                <a:latin typeface="Arial"/>
                <a:ea typeface="Arial"/>
                <a:cs typeface="Arial"/>
              </a:defRPr>
            </a:lvl1pPr>
            <a:lvl2pPr algn="l">
              <a:buNone/>
              <a:defRPr sz="1425" b="1">
                <a:solidFill>
                  <a:srgbClr val="246BCE"/>
                </a:solidFill>
                <a:latin typeface="Arial"/>
                <a:ea typeface="Arial"/>
                <a:cs typeface="Arial"/>
              </a:defRPr>
            </a:lvl2pPr>
            <a:lvl3pPr algn="l">
              <a:buNone/>
              <a:defRPr sz="1425" b="1">
                <a:solidFill>
                  <a:srgbClr val="246BCE"/>
                </a:solidFill>
                <a:latin typeface="Arial"/>
                <a:ea typeface="Arial"/>
                <a:cs typeface="Arial"/>
              </a:defRPr>
            </a:lvl3pPr>
            <a:lvl4pPr algn="l">
              <a:buNone/>
              <a:defRPr sz="1425" b="1">
                <a:solidFill>
                  <a:srgbClr val="246BCE"/>
                </a:solidFill>
                <a:latin typeface="Arial"/>
                <a:ea typeface="Arial"/>
                <a:cs typeface="Arial"/>
              </a:defRPr>
            </a:lvl4pPr>
            <a:lvl5pPr algn="l">
              <a:buNone/>
              <a:defRPr sz="1425" b="1">
                <a:solidFill>
                  <a:srgbClr val="246BCE"/>
                </a:solidFill>
                <a:latin typeface="Arial"/>
                <a:ea typeface="Arial"/>
                <a:cs typeface="Arial"/>
              </a:defRPr>
            </a:lvl5pPr>
            <a:lvl6pPr algn="l">
              <a:buNone/>
              <a:defRPr sz="1425" b="1">
                <a:solidFill>
                  <a:srgbClr val="246BCE"/>
                </a:solidFill>
                <a:latin typeface="Arial"/>
                <a:ea typeface="Arial"/>
                <a:cs typeface="Arial"/>
              </a:defRPr>
            </a:lvl6pPr>
            <a:lvl7pPr algn="l">
              <a:buNone/>
              <a:defRPr sz="1425" b="1">
                <a:solidFill>
                  <a:srgbClr val="246BCE"/>
                </a:solidFill>
                <a:latin typeface="Arial"/>
                <a:ea typeface="Arial"/>
                <a:cs typeface="Arial"/>
              </a:defRPr>
            </a:lvl7pPr>
            <a:lvl8pPr algn="l">
              <a:buNone/>
              <a:defRPr sz="1425" b="1">
                <a:solidFill>
                  <a:srgbClr val="246BCE"/>
                </a:solidFill>
                <a:latin typeface="Arial"/>
                <a:ea typeface="Arial"/>
                <a:cs typeface="Arial"/>
              </a:defRPr>
            </a:lvl8pPr>
            <a:lvl9pPr algn="l">
              <a:buNone/>
              <a:defRPr sz="1425" b="1">
                <a:solidFill>
                  <a:srgbClr val="246BCE"/>
                </a:solidFill>
                <a:latin typeface="Arial"/>
                <a:ea typeface="Arial"/>
                <a:cs typeface="Arial"/>
              </a:defRPr>
            </a:lvl9pPr>
          </a:lstStyle>
          <a:p>
            <a:pPr algn="l">
              <a:buNone/>
              <a:defRPr sz="1425" b="1">
                <a:solidFill>
                  <a:srgbClr val="246BCE"/>
                </a:solidFill>
                <a:latin typeface="Arial"/>
                <a:ea typeface="Arial"/>
                <a:cs typeface="Arial"/>
              </a:defRPr>
            </a:pPr>
            <a:r>
              <a:rPr sz="1425" b="1">
                <a:solidFill>
                  <a:srgbClr val="246BCE"/>
                </a:solidFill>
                <a:latin typeface="Arial"/>
                <a:ea typeface="Arial"/>
                <a:cs typeface="Arial"/>
              </a:rPr>
              <a:t>CÁCH GIẢM THIỂU</a:t>
            </a:r>
          </a:p>
        </p:txBody>
      </p:sp>
      <p:pic>
        <p:nvPicPr>
          <p:cNvPr id="5" name="">
            <a:extLst>
              <a:ext uri="{FF2B5EF4-FFF2-40B4-BE49-F238E27FC236}">
                <ns2:creationId id="{540572F3-C12F-4082-AF4D-3389832E6CE4}"/>
              </a:ext>
            </a:extLst>
          </p:cNvPr>
          <p:cNvPicPr>
            <a:picLocks noChangeAspect="1"/>
          </p:cNvPicPr>
          <p:nvPr/>
        </p:nvPicPr>
        <p:blipFill>
          <a:blip r:embed="Rd5490770aadc44b4">
            <a:extLst>
              <a:ext uri="{96DAC541-7B7A-43D3-8B79-37D633B846F1}">
                <ns4:svgBlip r:embed="R2d2886be9bf24b6c"/>
              </a:ext>
            </a:extLst>
          </a:blip>
          <a:stretch/>
        </p:blipFill>
        <p:spPr>
          <a:xfrm>
            <a:off x="666750" y="2381250"/>
            <a:ext cx="381000" cy="381000"/>
          </a:xfrm>
          <a:prstGeom prst="rect">
            <a:avLst/>
          </a:prstGeom>
        </p:spPr>
      </p:pic>
      <p:sp>
        <p:nvSpPr>
          <p:cNvPr id="6" name="diagram-133">
            <a:extLst>
              <a:ext uri="{FF2B5EF4-FFF2-40B4-BE49-F238E27FC236}">
                <ns2:creationId id="{B4944C5F-C483-45FB-8F93-895658A08C07}"/>
              </a:ext>
            </a:extLst>
          </p:cNvPr>
          <p:cNvSpPr>
            <a:spLocks noGrp="1"/>
          </p:cNvSpPr>
          <p:nvPr/>
        </p:nvSpPr>
        <p:spPr>
          <a:xfrm>
            <a:off x="1381125" y="2305050"/>
            <a:ext cx="4286250" cy="571500"/>
          </a:xfrm>
          <a:prstGeom prst="rect">
            <a:avLst/>
          </a:prstGeom>
          <a:noFill/>
          <a:ln w="0">
            <a:noFill/>
            <a:prstDash val="solid"/>
          </a:ln>
        </p:spPr>
        <p:txBody>
          <a:bodyPr wrap="square" lIns="0" tIns="0" rIns="0" bIns="0" anchor="ctr">
            <a:no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Sai bước hoặc sai phòng</a:t>
            </a:r>
          </a:p>
        </p:txBody>
      </p:sp>
      <p:sp>
        <p:nvSpPr>
          <p:cNvPr id="7" name="diagram-134">
            <a:extLst>
              <a:ext uri="{FF2B5EF4-FFF2-40B4-BE49-F238E27FC236}">
                <ns2:creationId id="{56712C50-474D-437E-8344-5CD6270769C8}"/>
              </a:ext>
            </a:extLst>
          </p:cNvPr>
          <p:cNvSpPr>
            <a:spLocks noGrp="1"/>
          </p:cNvSpPr>
          <p:nvPr/>
        </p:nvSpPr>
        <p:spPr>
          <a:xfrm>
            <a:off x="6334125" y="2305050"/>
            <a:ext cx="5143500" cy="57150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Cập nhật vị trí; chưa rõ mốc thì nhờ nhân viên.</a:t>
            </a:r>
          </a:p>
        </p:txBody>
      </p:sp>
      <p:sp>
        <p:nvSpPr>
          <p:cNvPr id="8" name="diagram-135">
            <a:extLst>
              <a:ext uri="{FF2B5EF4-FFF2-40B4-BE49-F238E27FC236}">
                <ns2:creationId id="{4EEF31E1-4741-466A-895D-9E2D0070075F}"/>
              </a:ext>
            </a:extLst>
          </p:cNvPr>
          <p:cNvSpPr>
            <a:spLocks noGrp="1"/>
          </p:cNvSpPr>
          <p:nvPr/>
        </p:nvSpPr>
        <p:spPr>
          <a:xfrm>
            <a:off x="1381125" y="2952750"/>
            <a:ext cx="10096500" cy="19050"/>
          </a:xfrm>
          <a:prstGeom prst="rect">
            <a:avLst/>
          </a:prstGeom>
          <a:solidFill>
            <a:srgbClr val="E2E8E8"/>
          </a:solidFill>
          <a:ln w="0">
            <a:noFill/>
            <a:prstDash val="solid"/>
          </a:ln>
        </p:spPr>
      </p:sp>
      <p:pic>
        <p:nvPicPr>
          <p:cNvPr id="9" name="">
            <a:extLst>
              <a:ext uri="{FF2B5EF4-FFF2-40B4-BE49-F238E27FC236}">
                <ns2:creationId id="{5C74F205-B8C3-4541-B28E-213326C3D88F}"/>
              </a:ext>
            </a:extLst>
          </p:cNvPr>
          <p:cNvPicPr>
            <a:picLocks noChangeAspect="1"/>
          </p:cNvPicPr>
          <p:nvPr/>
        </p:nvPicPr>
        <p:blipFill>
          <a:blip r:embed="R98e8fef39c8942d3">
            <a:extLst>
              <a:ext uri="{96DAC541-7B7A-43D3-8B79-37D633B846F1}">
                <ns4:svgBlip r:embed="Rde8f0c4289d84545"/>
              </a:ext>
            </a:extLst>
          </a:blip>
          <a:stretch/>
        </p:blipFill>
        <p:spPr>
          <a:xfrm>
            <a:off x="666750" y="3114675"/>
            <a:ext cx="381000" cy="381000"/>
          </a:xfrm>
          <a:prstGeom prst="rect">
            <a:avLst/>
          </a:prstGeom>
        </p:spPr>
      </p:pic>
      <p:sp>
        <p:nvSpPr>
          <p:cNvPr id="10" name="diagram-136">
            <a:extLst>
              <a:ext uri="{FF2B5EF4-FFF2-40B4-BE49-F238E27FC236}">
                <ns2:creationId id="{3D752257-E869-4E68-8120-0F26811867A0}"/>
              </a:ext>
            </a:extLst>
          </p:cNvPr>
          <p:cNvSpPr>
            <a:spLocks noGrp="1"/>
          </p:cNvSpPr>
          <p:nvPr/>
        </p:nvSpPr>
        <p:spPr>
          <a:xfrm>
            <a:off x="1381125" y="3038475"/>
            <a:ext cx="4286250" cy="571500"/>
          </a:xfrm>
          <a:prstGeom prst="rect">
            <a:avLst/>
          </a:prstGeom>
          <a:noFill/>
          <a:ln w="0">
            <a:noFill/>
            <a:prstDash val="solid"/>
          </a:ln>
        </p:spPr>
        <p:txBody>
          <a:bodyPr wrap="square" lIns="0" tIns="0" rIns="0" bIns="0" anchor="ctr">
            <a:no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AI trả lời sai hoặc vượt phạm vi</a:t>
            </a:r>
          </a:p>
        </p:txBody>
      </p:sp>
      <p:sp>
        <p:nvSpPr>
          <p:cNvPr id="11" name="diagram-137">
            <a:extLst>
              <a:ext uri="{FF2B5EF4-FFF2-40B4-BE49-F238E27FC236}">
                <ns2:creationId id="{BD2CF02A-9975-4B31-8677-0AF486310368}"/>
              </a:ext>
            </a:extLst>
          </p:cNvPr>
          <p:cNvSpPr>
            <a:spLocks noGrp="1"/>
          </p:cNvSpPr>
          <p:nvPr/>
        </p:nvSpPr>
        <p:spPr>
          <a:xfrm>
            <a:off x="6334125" y="3038475"/>
            <a:ext cx="5143500" cy="57150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Dùng facts đã xác nhận, giới hạn hướng dẫn hành chính.</a:t>
            </a:r>
          </a:p>
        </p:txBody>
      </p:sp>
      <p:sp>
        <p:nvSpPr>
          <p:cNvPr id="12" name="diagram-138">
            <a:extLst>
              <a:ext uri="{FF2B5EF4-FFF2-40B4-BE49-F238E27FC236}">
                <ns2:creationId id="{3003DC01-1FC6-49EC-A3F2-41A69B10BAD5}"/>
              </a:ext>
            </a:extLst>
          </p:cNvPr>
          <p:cNvSpPr>
            <a:spLocks noGrp="1"/>
          </p:cNvSpPr>
          <p:nvPr/>
        </p:nvSpPr>
        <p:spPr>
          <a:xfrm>
            <a:off x="1381125" y="3686175"/>
            <a:ext cx="10096500" cy="19050"/>
          </a:xfrm>
          <a:prstGeom prst="rect">
            <a:avLst/>
          </a:prstGeom>
          <a:solidFill>
            <a:srgbClr val="E2E8E8"/>
          </a:solidFill>
          <a:ln w="0">
            <a:noFill/>
            <a:prstDash val="solid"/>
          </a:ln>
        </p:spPr>
      </p:sp>
      <p:pic>
        <p:nvPicPr>
          <p:cNvPr id="13" name="">
            <a:extLst>
              <a:ext uri="{FF2B5EF4-FFF2-40B4-BE49-F238E27FC236}">
                <ns2:creationId id="{F419E85E-077B-4D01-89E3-1BE72F4C10FD}"/>
              </a:ext>
            </a:extLst>
          </p:cNvPr>
          <p:cNvPicPr>
            <a:picLocks noChangeAspect="1"/>
          </p:cNvPicPr>
          <p:nvPr/>
        </p:nvPicPr>
        <p:blipFill>
          <a:blip r:embed="Rb30445d04cef45cd">
            <a:extLst>
              <a:ext uri="{96DAC541-7B7A-43D3-8B79-37D633B846F1}">
                <ns4:svgBlip r:embed="R9e6b3c2252b5477f"/>
              </a:ext>
            </a:extLst>
          </a:blip>
          <a:stretch/>
        </p:blipFill>
        <p:spPr>
          <a:xfrm>
            <a:off x="666750" y="3848100"/>
            <a:ext cx="381000" cy="381000"/>
          </a:xfrm>
          <a:prstGeom prst="rect">
            <a:avLst/>
          </a:prstGeom>
        </p:spPr>
      </p:pic>
      <p:sp>
        <p:nvSpPr>
          <p:cNvPr id="14" name="diagram-139">
            <a:extLst>
              <a:ext uri="{FF2B5EF4-FFF2-40B4-BE49-F238E27FC236}">
                <ns2:creationId id="{249FF6AD-F08B-4366-87BD-A1DDFB912A9D}"/>
              </a:ext>
            </a:extLst>
          </p:cNvPr>
          <p:cNvSpPr>
            <a:spLocks noGrp="1"/>
          </p:cNvSpPr>
          <p:nvPr/>
        </p:nvSpPr>
        <p:spPr>
          <a:xfrm>
            <a:off x="1381125" y="3771900"/>
            <a:ext cx="4286250" cy="571500"/>
          </a:xfrm>
          <a:prstGeom prst="rect">
            <a:avLst/>
          </a:prstGeom>
          <a:noFill/>
          <a:ln w="0">
            <a:noFill/>
            <a:prstDash val="solid"/>
          </a:ln>
        </p:spPr>
        <p:txBody>
          <a:bodyPr wrap="square" lIns="0" tIns="0" rIns="0" bIns="0" anchor="ctr">
            <a:no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Chậm tìm hỗ trợ khẩn cấp</a:t>
            </a:r>
          </a:p>
        </p:txBody>
      </p:sp>
      <p:sp>
        <p:nvSpPr>
          <p:cNvPr id="15" name="diagram-140">
            <a:extLst>
              <a:ext uri="{FF2B5EF4-FFF2-40B4-BE49-F238E27FC236}">
                <ns2:creationId id="{8211D2CC-253B-40DC-AC6B-2704D6A3C22F}"/>
              </a:ext>
            </a:extLst>
          </p:cNvPr>
          <p:cNvSpPr>
            <a:spLocks noGrp="1"/>
          </p:cNvSpPr>
          <p:nvPr/>
        </p:nvSpPr>
        <p:spPr>
          <a:xfrm>
            <a:off x="6334125" y="3771900"/>
            <a:ext cx="5143500" cy="57150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Lối tìm nhân viên trực tiếp, dừng hướng dẫn thường.</a:t>
            </a:r>
          </a:p>
        </p:txBody>
      </p:sp>
      <p:sp>
        <p:nvSpPr>
          <p:cNvPr id="16" name="diagram-141">
            <a:extLst>
              <a:ext uri="{FF2B5EF4-FFF2-40B4-BE49-F238E27FC236}">
                <ns2:creationId id="{9682FEE1-D19D-49BC-9AB2-0B03CF7CEA84}"/>
              </a:ext>
            </a:extLst>
          </p:cNvPr>
          <p:cNvSpPr>
            <a:spLocks noGrp="1"/>
          </p:cNvSpPr>
          <p:nvPr/>
        </p:nvSpPr>
        <p:spPr>
          <a:xfrm>
            <a:off x="1381125" y="4419600"/>
            <a:ext cx="10096500" cy="19050"/>
          </a:xfrm>
          <a:prstGeom prst="rect">
            <a:avLst/>
          </a:prstGeom>
          <a:solidFill>
            <a:srgbClr val="E2E8E8"/>
          </a:solidFill>
          <a:ln w="0">
            <a:noFill/>
            <a:prstDash val="solid"/>
          </a:ln>
        </p:spPr>
      </p:sp>
      <p:pic>
        <p:nvPicPr>
          <p:cNvPr id="17" name="">
            <a:extLst>
              <a:ext uri="{FF2B5EF4-FFF2-40B4-BE49-F238E27FC236}">
                <ns2:creationId id="{1B5293E8-3879-498B-9246-74444D48A4FA}"/>
              </a:ext>
            </a:extLst>
          </p:cNvPr>
          <p:cNvPicPr>
            <a:picLocks noChangeAspect="1"/>
          </p:cNvPicPr>
          <p:nvPr/>
        </p:nvPicPr>
        <p:blipFill>
          <a:blip r:embed="Rb7eaad8317ab4332">
            <a:extLst>
              <a:ext uri="{96DAC541-7B7A-43D3-8B79-37D633B846F1}">
                <ns4:svgBlip r:embed="Rdbd2494caba74d0a"/>
              </a:ext>
            </a:extLst>
          </a:blip>
          <a:stretch/>
        </p:blipFill>
        <p:spPr>
          <a:xfrm>
            <a:off x="666750" y="4581525"/>
            <a:ext cx="381000" cy="381000"/>
          </a:xfrm>
          <a:prstGeom prst="rect">
            <a:avLst/>
          </a:prstGeom>
        </p:spPr>
      </p:pic>
      <p:sp>
        <p:nvSpPr>
          <p:cNvPr id="18" name="diagram-142">
            <a:extLst>
              <a:ext uri="{FF2B5EF4-FFF2-40B4-BE49-F238E27FC236}">
                <ns2:creationId id="{5E21DFEF-16A0-48CA-856C-0FFAB6231A71}"/>
              </a:ext>
            </a:extLst>
          </p:cNvPr>
          <p:cNvSpPr>
            <a:spLocks noGrp="1"/>
          </p:cNvSpPr>
          <p:nvPr/>
        </p:nvSpPr>
        <p:spPr>
          <a:xfrm>
            <a:off x="1381125" y="4505325"/>
            <a:ext cx="4286250" cy="571500"/>
          </a:xfrm>
          <a:prstGeom prst="rect">
            <a:avLst/>
          </a:prstGeom>
          <a:noFill/>
          <a:ln w="0">
            <a:noFill/>
            <a:prstDash val="solid"/>
          </a:ln>
        </p:spPr>
        <p:txBody>
          <a:bodyPr wrap="square" lIns="0" tIns="0" rIns="0" bIns="0" anchor="ctr">
            <a:no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Lộ dữ liệu hoặc dùng sai mục đích</a:t>
            </a:r>
          </a:p>
        </p:txBody>
      </p:sp>
      <p:sp>
        <p:nvSpPr>
          <p:cNvPr id="19" name="diagram-143">
            <a:extLst>
              <a:ext uri="{FF2B5EF4-FFF2-40B4-BE49-F238E27FC236}">
                <ns2:creationId id="{D9B75ADD-F35D-4E99-B192-1E51D21C6BC6}"/>
              </a:ext>
            </a:extLst>
          </p:cNvPr>
          <p:cNvSpPr>
            <a:spLocks noGrp="1"/>
          </p:cNvSpPr>
          <p:nvPr/>
        </p:nvSpPr>
        <p:spPr>
          <a:xfrm>
            <a:off x="6334125" y="4505325"/>
            <a:ext cx="5143500" cy="57150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Ẩn danh, xin đồng ý, dùng dữ liệu giả, giữ khóa ở server.</a:t>
            </a:r>
          </a:p>
        </p:txBody>
      </p:sp>
      <p:sp>
        <p:nvSpPr>
          <p:cNvPr id="20" name="diagram-144">
            <a:extLst>
              <a:ext uri="{FF2B5EF4-FFF2-40B4-BE49-F238E27FC236}">
                <ns2:creationId id="{DB498AA8-73E4-4900-A441-3DFE4F7E0FBC}"/>
              </a:ext>
            </a:extLst>
          </p:cNvPr>
          <p:cNvSpPr>
            <a:spLocks noGrp="1"/>
          </p:cNvSpPr>
          <p:nvPr/>
        </p:nvSpPr>
        <p:spPr>
          <a:xfrm>
            <a:off x="1381125" y="5153025"/>
            <a:ext cx="10096500" cy="19050"/>
          </a:xfrm>
          <a:prstGeom prst="rect">
            <a:avLst/>
          </a:prstGeom>
          <a:solidFill>
            <a:srgbClr val="E2E8E8"/>
          </a:solidFill>
          <a:ln w="0">
            <a:noFill/>
            <a:prstDash val="solid"/>
          </a:ln>
        </p:spPr>
      </p:sp>
      <p:pic>
        <p:nvPicPr>
          <p:cNvPr id="21" name="">
            <a:extLst>
              <a:ext uri="{FF2B5EF4-FFF2-40B4-BE49-F238E27FC236}">
                <ns2:creationId id="{FED346B9-89FD-42DC-95B3-7B6836C5939C}"/>
              </a:ext>
            </a:extLst>
          </p:cNvPr>
          <p:cNvPicPr>
            <a:picLocks noChangeAspect="1"/>
          </p:cNvPicPr>
          <p:nvPr/>
        </p:nvPicPr>
        <p:blipFill>
          <a:blip r:embed="Ra1e932118fac4a74">
            <a:extLst>
              <a:ext uri="{96DAC541-7B7A-43D3-8B79-37D633B846F1}">
                <ns4:svgBlip r:embed="R1ff56e8fcf0e4cc7"/>
              </a:ext>
            </a:extLst>
          </a:blip>
          <a:stretch/>
        </p:blipFill>
        <p:spPr>
          <a:xfrm>
            <a:off x="666750" y="5314950"/>
            <a:ext cx="381000" cy="381000"/>
          </a:xfrm>
          <a:prstGeom prst="rect">
            <a:avLst/>
          </a:prstGeom>
        </p:spPr>
      </p:pic>
      <p:sp>
        <p:nvSpPr>
          <p:cNvPr id="22" name="diagram-145">
            <a:extLst>
              <a:ext uri="{FF2B5EF4-FFF2-40B4-BE49-F238E27FC236}">
                <ns2:creationId id="{8BE2E713-A33A-4B82-AB72-1EBCAACD018E}"/>
              </a:ext>
            </a:extLst>
          </p:cNvPr>
          <p:cNvSpPr>
            <a:spLocks noGrp="1"/>
          </p:cNvSpPr>
          <p:nvPr/>
        </p:nvSpPr>
        <p:spPr>
          <a:xfrm>
            <a:off x="1381125" y="5238750"/>
            <a:ext cx="4286250" cy="571500"/>
          </a:xfrm>
          <a:prstGeom prst="rect">
            <a:avLst/>
          </a:prstGeom>
          <a:noFill/>
          <a:ln w="0">
            <a:noFill/>
            <a:prstDash val="solid"/>
          </a:ln>
        </p:spPr>
        <p:txBody>
          <a:bodyPr wrap="square" lIns="0" tIns="0" rIns="0" bIns="0" anchor="ctr">
            <a:no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Khó dùng app hoặc mất kết nối</a:t>
            </a:r>
          </a:p>
        </p:txBody>
      </p:sp>
      <p:sp>
        <p:nvSpPr>
          <p:cNvPr id="23" name="diagram-146">
            <a:extLst>
              <a:ext uri="{FF2B5EF4-FFF2-40B4-BE49-F238E27FC236}">
                <ns2:creationId id="{4CC55FE7-E0ED-4F80-BEAF-41FCFCF8A2D2}"/>
              </a:ext>
            </a:extLst>
          </p:cNvPr>
          <p:cNvSpPr>
            <a:spLocks noGrp="1"/>
          </p:cNvSpPr>
          <p:nvPr/>
        </p:nvSpPr>
        <p:spPr>
          <a:xfrm>
            <a:off x="6334125" y="5238750"/>
            <a:ext cx="5143500" cy="571500"/>
          </a:xfrm>
          <a:prstGeom prst="rect">
            <a:avLst/>
          </a:prstGeom>
          <a:noFill/>
          <a:ln w="0">
            <a:noFill/>
            <a:prstDash val="solid"/>
          </a:ln>
        </p:spPr>
        <p:txBody>
          <a:bodyPr wrap="square" lIns="0" tIns="0" rIns="0" bIns="0" anchor="ctr">
            <a:noAutofit/>
          </a:bodyPr>
          <a:lstStyle>
            <a:defPPr algn="l">
              <a:defRPr sz="1800" b="0">
                <a:solidFill>
                  <a:srgbClr val="526773"/>
                </a:solidFill>
                <a:latin typeface="Arial"/>
                <a:ea typeface="Arial"/>
                <a:cs typeface="Arial"/>
              </a:defRPr>
            </a:defPPr>
            <a:lvl1pPr algn="l">
              <a:buNone/>
              <a:defRPr sz="1800" b="0">
                <a:solidFill>
                  <a:srgbClr val="526773"/>
                </a:solidFill>
                <a:latin typeface="Arial"/>
                <a:ea typeface="Arial"/>
                <a:cs typeface="Arial"/>
              </a:defRPr>
            </a:lvl1pPr>
            <a:lvl2pPr algn="l">
              <a:buNone/>
              <a:defRPr sz="1800" b="0">
                <a:solidFill>
                  <a:srgbClr val="526773"/>
                </a:solidFill>
                <a:latin typeface="Arial"/>
                <a:ea typeface="Arial"/>
                <a:cs typeface="Arial"/>
              </a:defRPr>
            </a:lvl2pPr>
            <a:lvl3pPr algn="l">
              <a:buNone/>
              <a:defRPr sz="1800" b="0">
                <a:solidFill>
                  <a:srgbClr val="526773"/>
                </a:solidFill>
                <a:latin typeface="Arial"/>
                <a:ea typeface="Arial"/>
                <a:cs typeface="Arial"/>
              </a:defRPr>
            </a:lvl3pPr>
            <a:lvl4pPr algn="l">
              <a:buNone/>
              <a:defRPr sz="1800" b="0">
                <a:solidFill>
                  <a:srgbClr val="526773"/>
                </a:solidFill>
                <a:latin typeface="Arial"/>
                <a:ea typeface="Arial"/>
                <a:cs typeface="Arial"/>
              </a:defRPr>
            </a:lvl4pPr>
            <a:lvl5pPr algn="l">
              <a:buNone/>
              <a:defRPr sz="1800" b="0">
                <a:solidFill>
                  <a:srgbClr val="526773"/>
                </a:solidFill>
                <a:latin typeface="Arial"/>
                <a:ea typeface="Arial"/>
                <a:cs typeface="Arial"/>
              </a:defRPr>
            </a:lvl5pPr>
            <a:lvl6pPr algn="l">
              <a:buNone/>
              <a:defRPr sz="1800" b="0">
                <a:solidFill>
                  <a:srgbClr val="526773"/>
                </a:solidFill>
                <a:latin typeface="Arial"/>
                <a:ea typeface="Arial"/>
                <a:cs typeface="Arial"/>
              </a:defRPr>
            </a:lvl6pPr>
            <a:lvl7pPr algn="l">
              <a:buNone/>
              <a:defRPr sz="1800" b="0">
                <a:solidFill>
                  <a:srgbClr val="526773"/>
                </a:solidFill>
                <a:latin typeface="Arial"/>
                <a:ea typeface="Arial"/>
                <a:cs typeface="Arial"/>
              </a:defRPr>
            </a:lvl7pPr>
            <a:lvl8pPr algn="l">
              <a:buNone/>
              <a:defRPr sz="1800" b="0">
                <a:solidFill>
                  <a:srgbClr val="526773"/>
                </a:solidFill>
                <a:latin typeface="Arial"/>
                <a:ea typeface="Arial"/>
                <a:cs typeface="Arial"/>
              </a:defRPr>
            </a:lvl8pPr>
            <a:lvl9pPr algn="l">
              <a:buNone/>
              <a:defRPr sz="1800" b="0">
                <a:solidFill>
                  <a:srgbClr val="526773"/>
                </a:solidFill>
                <a:latin typeface="Arial"/>
                <a:ea typeface="Arial"/>
                <a:cs typeface="Arial"/>
              </a:defRPr>
            </a:lvl9pPr>
          </a:lstStyle>
          <a:p>
            <a:pPr algn="l">
              <a:buNone/>
              <a:defRPr sz="1800" b="0">
                <a:solidFill>
                  <a:srgbClr val="526773"/>
                </a:solidFill>
                <a:latin typeface="Arial"/>
                <a:ea typeface="Arial"/>
                <a:cs typeface="Arial"/>
              </a:defRPr>
            </a:pPr>
            <a:r>
              <a:rPr sz="1800" b="0">
                <a:solidFill>
                  <a:srgbClr val="526773"/>
                </a:solidFill>
                <a:latin typeface="Arial"/>
                <a:ea typeface="Arial"/>
                <a:cs typeface="Arial"/>
              </a:rPr>
              <a:t>Báo mất kết nối, hiện lần đồng bộ; dùng giấy/nhân viên.</a:t>
            </a:r>
          </a:p>
        </p:txBody>
      </p:sp>
      <p:sp>
        <p:nvSpPr>
          <p:cNvPr id="24" name="diagram-147">
            <a:extLst>
              <a:ext uri="{FF2B5EF4-FFF2-40B4-BE49-F238E27FC236}">
                <ns2:creationId id="{A34118AB-6A9E-4FE5-8311-35AC5D83F041}"/>
              </a:ext>
            </a:extLst>
          </p:cNvPr>
          <p:cNvSpPr>
            <a:spLocks noGrp="1"/>
          </p:cNvSpPr>
          <p:nvPr/>
        </p:nvSpPr>
        <p:spPr>
          <a:xfrm>
            <a:off x="571500" y="6324600"/>
            <a:ext cx="9906000" cy="323850"/>
          </a:xfrm>
          <a:prstGeom prst="rect">
            <a:avLst/>
          </a:prstGeom>
          <a:noFill/>
          <a:ln w="0">
            <a:noFill/>
            <a:prstDash val="solid"/>
          </a:ln>
        </p:spPr>
        <p:txBody>
          <a:bodyPr wrap="square" lIns="0" tIns="0" rIns="0" bIns="0" anchor="ctr">
            <a:noAutofit/>
          </a:bodyPr>
          <a:lstStyle>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a:pPr algn="l">
              <a:buNone/>
              <a:defRPr sz="1125" b="0">
                <a:solidFill>
                  <a:srgbClr val="526773"/>
                </a:solidFill>
                <a:latin typeface="Arial"/>
                <a:ea typeface="Arial"/>
                <a:cs typeface="Arial"/>
              </a:defRPr>
            </a:pPr>
            <a:r>
              <a:rPr sz="1125" b="0">
                <a:solidFill>
                  <a:srgbClr val="526773"/>
                </a:solidFill>
                <a:latin typeface="Arial"/>
                <a:ea typeface="Arial"/>
                <a:cs typeface="Arial"/>
              </a:rPr>
              <a:t>Biện pháp đề xuất. Luồng khẩn cấp còn cần hoàn thiện và kiểm chứng với cơ sở.</a:t>
            </a:r>
          </a:p>
        </p:txBody>
      </p:sp>
      <p:sp>
        <p:nvSpPr>
          <p:cNvPr id="25" name="diagram-148">
            <a:extLst>
              <a:ext uri="{FF2B5EF4-FFF2-40B4-BE49-F238E27FC236}">
                <ns2:creationId id="{0FD9D730-FBDF-4E2A-B25E-9764471B9A57}"/>
              </a:ext>
            </a:extLst>
          </p:cNvPr>
          <p:cNvSpPr>
            <a:spLocks noGrp="1"/>
          </p:cNvSpPr>
          <p:nvPr/>
        </p:nvSpPr>
        <p:spPr>
          <a:xfrm>
            <a:off x="11334750" y="6324600"/>
            <a:ext cx="381000" cy="323850"/>
          </a:xfrm>
          <a:prstGeom prst="rect">
            <a:avLst/>
          </a:prstGeom>
          <a:noFill/>
          <a:ln w="0">
            <a:noFill/>
            <a:prstDash val="solid"/>
          </a:ln>
        </p:spPr>
        <p:txBody>
          <a:bodyPr wrap="square" lIns="0" tIns="0" rIns="0" bIns="0" anchor="ctr">
            <a:noAutofit/>
          </a:bodyPr>
          <a:lstStyle>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a:pPr algn="r">
              <a:buNone/>
              <a:defRPr sz="1275" b="1">
                <a:solidFill>
                  <a:srgbClr val="246BCE"/>
                </a:solidFill>
                <a:latin typeface="Arial"/>
                <a:ea typeface="Arial"/>
                <a:cs typeface="Arial"/>
              </a:defRPr>
            </a:pPr>
            <a:r>
              <a:rPr sz="1275" b="1">
                <a:solidFill>
                  <a:srgbClr val="246BCE"/>
                </a:solidFill>
                <a:latin typeface="Arial"/>
                <a:ea typeface="Arial"/>
                <a:cs typeface="Arial"/>
              </a:rPr>
              <a:t>09</a:t>
            </a:r>
          </a:p>
        </p:txBody>
      </p:sp>
    </p:spTree>
    <p:extLst>
      <p:ext uri="{BB962C8B-B14F-4D97-AF65-F5344CB8AC3E}">
        <ns5:creationId val="896908393"/>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5" name="diagram-149">
            <a:extLst xmlns:a="http://schemas.openxmlformats.org/drawingml/2006/main">
              <a:ext uri="{FF2B5EF4-FFF2-40B4-BE49-F238E27FC236}">
                <a16:creationId xmlns:a16="http://schemas.microsoft.com/office/drawing/2014/main" id="{780734B7-72A5-44B3-8190-51FAF47496AA}"/>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xmlns:a="http://schemas.openxmlformats.org/drawingml/2006/main">
            <a:pPr algn="l">
              <a:buNone/>
              <a:defRPr sz="3150" b="1">
                <a:solidFill>
                  <a:srgbClr val="102A43"/>
                </a:solidFill>
                <a:latin typeface="Arial"/>
                <a:ea typeface="Arial"/>
                <a:cs typeface="Arial"/>
              </a:defRPr>
            </a:pPr>
            <a:r>
              <a:rPr sz="3150" b="1">
                <a:solidFill>
                  <a:srgbClr val="102A43"/>
                </a:solidFill>
                <a:latin typeface="Arial"/>
                <a:ea typeface="Arial"/>
                <a:cs typeface="Arial"/>
              </a:rPr>
              <a:t>Kế hoạch coach nhóm K4</a:t>
            </a:r>
          </a:p>
        </p:txBody>
      </p:sp>
      <p:sp>
        <p:nvSpPr>
          <p:cNvPr id="2" name="diagram-150">
            <a:extLst xmlns:a="http://schemas.openxmlformats.org/drawingml/2006/main">
              <a:ext uri="{FF2B5EF4-FFF2-40B4-BE49-F238E27FC236}">
                <a16:creationId xmlns:a16="http://schemas.microsoft.com/office/drawing/2014/main" id="{27807D63-1F5E-43DE-8CBE-2E91126E8A61}"/>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buNone/>
              <a:defRPr sz="1725" b="0">
                <a:solidFill>
                  <a:srgbClr val="526773"/>
                </a:solidFill>
                <a:latin typeface="Arial"/>
                <a:ea typeface="Arial"/>
                <a:cs typeface="Arial"/>
              </a:defRPr>
            </a:lvl1pPr>
            <a:lvl2pPr algn="l">
              <a:buNone/>
              <a:defRPr sz="1725" b="0">
                <a:solidFill>
                  <a:srgbClr val="526773"/>
                </a:solidFill>
                <a:latin typeface="Arial"/>
                <a:ea typeface="Arial"/>
                <a:cs typeface="Arial"/>
              </a:defRPr>
            </a:lvl2pPr>
            <a:lvl3pPr algn="l">
              <a:buNone/>
              <a:defRPr sz="1725" b="0">
                <a:solidFill>
                  <a:srgbClr val="526773"/>
                </a:solidFill>
                <a:latin typeface="Arial"/>
                <a:ea typeface="Arial"/>
                <a:cs typeface="Arial"/>
              </a:defRPr>
            </a:lvl3pPr>
            <a:lvl4pPr algn="l">
              <a:buNone/>
              <a:defRPr sz="1725" b="0">
                <a:solidFill>
                  <a:srgbClr val="526773"/>
                </a:solidFill>
                <a:latin typeface="Arial"/>
                <a:ea typeface="Arial"/>
                <a:cs typeface="Arial"/>
              </a:defRPr>
            </a:lvl4pPr>
            <a:lvl5pPr algn="l">
              <a:buNone/>
              <a:defRPr sz="1725" b="0">
                <a:solidFill>
                  <a:srgbClr val="526773"/>
                </a:solidFill>
                <a:latin typeface="Arial"/>
                <a:ea typeface="Arial"/>
                <a:cs typeface="Arial"/>
              </a:defRPr>
            </a:lvl5pPr>
            <a:lvl6pPr algn="l">
              <a:buNone/>
              <a:defRPr sz="1725" b="0">
                <a:solidFill>
                  <a:srgbClr val="526773"/>
                </a:solidFill>
                <a:latin typeface="Arial"/>
                <a:ea typeface="Arial"/>
                <a:cs typeface="Arial"/>
              </a:defRPr>
            </a:lvl6pPr>
            <a:lvl7pPr algn="l">
              <a:buNone/>
              <a:defRPr sz="1725" b="0">
                <a:solidFill>
                  <a:srgbClr val="526773"/>
                </a:solidFill>
                <a:latin typeface="Arial"/>
                <a:ea typeface="Arial"/>
                <a:cs typeface="Arial"/>
              </a:defRPr>
            </a:lvl7pPr>
            <a:lvl8pPr algn="l">
              <a:buNone/>
              <a:defRPr sz="1725" b="0">
                <a:solidFill>
                  <a:srgbClr val="526773"/>
                </a:solidFill>
                <a:latin typeface="Arial"/>
                <a:ea typeface="Arial"/>
                <a:cs typeface="Arial"/>
              </a:defRPr>
            </a:lvl8pPr>
            <a:lvl9pPr algn="l">
              <a:buNone/>
              <a:defRPr sz="1725" b="0">
                <a:solidFill>
                  <a:srgbClr val="526773"/>
                </a:solidFill>
                <a:latin typeface="Arial"/>
                <a:ea typeface="Arial"/>
                <a:cs typeface="Arial"/>
              </a:defRPr>
            </a:lvl9pPr>
          </a:lstStyle>
          <a:p xmlns:a="http://schemas.openxmlformats.org/drawingml/2006/main">
            <a:pPr algn="l">
              <a:buNone/>
              <a:defRPr sz="1725" b="0">
                <a:solidFill>
                  <a:srgbClr val="526773"/>
                </a:solidFill>
                <a:latin typeface="Arial"/>
                <a:ea typeface="Arial"/>
                <a:cs typeface="Arial"/>
              </a:defRPr>
            </a:pPr>
            <a:r>
              <a:rPr sz="1725" b="0">
                <a:solidFill>
                  <a:srgbClr val="526773"/>
                </a:solidFill>
                <a:latin typeface="Arial"/>
                <a:ea typeface="Arial"/>
                <a:cs typeface="Arial"/>
              </a:rPr>
              <a:t>Em muốn cả nhóm hiểu quy trình và pain point trước khi chia việc</a:t>
            </a:r>
          </a:p>
        </p:txBody>
      </p:sp>
      <p:pic>
        <p:nvPicPr>
          <p:cNvPr id="3" name="">
            <a:extLst xmlns:a="http://schemas.openxmlformats.org/drawingml/2006/main">
              <a:ext uri="{FF2B5EF4-FFF2-40B4-BE49-F238E27FC236}">
                <a16:creationId xmlns:a16="http://schemas.microsoft.com/office/drawing/2014/main" id="{ACDB7CDB-1CE3-43F8-9A56-EDD524C11853}"/>
              </a:ext>
            </a:extLst>
          </p:cNvPr>
          <p:cNvPicPr>
            <a:picLocks xmlns:a="http://schemas.openxmlformats.org/drawingml/2006/main" noChangeAspect="1"/>
          </p:cNvPicPr>
          <p:nvPr/>
        </p:nvPicPr>
        <p:blipFill>
          <a:blip xmlns:r="http://schemas.openxmlformats.org/officeDocument/2006/relationships" xmlns:a="http://schemas.openxmlformats.org/drawingml/2006/main" r:embed="Re3c4bba70e214d11">
            <a:extLst>
              <a:ext uri="{96DAC541-7B7A-43D3-8B79-37D633B846F1}">
                <asvg:svgBlip xmlns:asvg="http://schemas.microsoft.com/office/drawing/2016/SVG/main" r:embed="Rab6ff5b276ae470c"/>
              </a:ext>
            </a:extLst>
          </a:blip>
          <a:stretch xmlns:a="http://schemas.openxmlformats.org/drawingml/2006/main"/>
        </p:blipFill>
        <p:spPr>
          <a:xfrm xmlns:a="http://schemas.openxmlformats.org/drawingml/2006/main">
            <a:off x="10763250" y="476250"/>
            <a:ext cx="533400" cy="533400"/>
          </a:xfrm>
          <a:prstGeom xmlns:a="http://schemas.openxmlformats.org/drawingml/2006/main" prst="rect">
            <a:avLst/>
          </a:prstGeom>
        </p:spPr>
      </p:pic>
      <p:sp>
        <p:nvSpPr>
          <p:cNvPr id="4" name="diagram-151">
            <a:extLst xmlns:a="http://schemas.openxmlformats.org/drawingml/2006/main">
              <a:ext uri="{FF2B5EF4-FFF2-40B4-BE49-F238E27FC236}">
                <a16:creationId xmlns:a16="http://schemas.microsoft.com/office/drawing/2014/main" id="{D76C8501-FB26-4A96-BBC6-EECF9038646A}"/>
              </a:ext>
            </a:extLst>
          </p:cNvPr>
          <p:cNvSpPr>
            <a:spLocks xmlns:a="http://schemas.openxmlformats.org/drawingml/2006/main" noGrp="1"/>
          </p:cNvSpPr>
          <p:nvPr/>
        </p:nvSpPr>
        <p:spPr>
          <a:xfrm xmlns:a="http://schemas.openxmlformats.org/drawingml/2006/main">
            <a:off x="1190625" y="2762250"/>
            <a:ext cx="9763125" cy="47625"/>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5" name="diagram-152">
            <a:extLst xmlns:a="http://schemas.openxmlformats.org/drawingml/2006/main">
              <a:ext uri="{FF2B5EF4-FFF2-40B4-BE49-F238E27FC236}">
                <a16:creationId xmlns:a16="http://schemas.microsoft.com/office/drawing/2014/main" id="{5F90C26D-6B29-4A6F-A5C9-D1F1473C11CA}"/>
              </a:ext>
            </a:extLst>
          </p:cNvPr>
          <p:cNvSpPr>
            <a:spLocks xmlns:a="http://schemas.openxmlformats.org/drawingml/2006/main" noGrp="1"/>
          </p:cNvSpPr>
          <p:nvPr/>
        </p:nvSpPr>
        <p:spPr>
          <a:xfrm xmlns:a="http://schemas.openxmlformats.org/drawingml/2006/main">
            <a:off x="80962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6" name="diagram-153">
            <a:extLst xmlns:a="http://schemas.openxmlformats.org/drawingml/2006/main">
              <a:ext uri="{FF2B5EF4-FFF2-40B4-BE49-F238E27FC236}">
                <a16:creationId xmlns:a16="http://schemas.microsoft.com/office/drawing/2014/main" id="{2278D065-F49D-4780-B42B-6CB00CD74915}"/>
              </a:ext>
            </a:extLst>
          </p:cNvPr>
          <p:cNvSpPr>
            <a:spLocks xmlns:a="http://schemas.openxmlformats.org/drawingml/2006/main" noGrp="1"/>
          </p:cNvSpPr>
          <p:nvPr/>
        </p:nvSpPr>
        <p:spPr>
          <a:xfrm xmlns:a="http://schemas.openxmlformats.org/drawingml/2006/main">
            <a:off x="80962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buNone/>
              <a:defRPr sz="2175" b="1">
                <a:solidFill>
                  <a:srgbClr val="246BCE"/>
                </a:solidFill>
                <a:latin typeface="Arial"/>
                <a:ea typeface="Arial"/>
                <a:cs typeface="Arial"/>
              </a:defRPr>
            </a:lvl1pPr>
            <a:lvl2pPr algn="ctr">
              <a:buNone/>
              <a:defRPr sz="2175" b="1">
                <a:solidFill>
                  <a:srgbClr val="246BCE"/>
                </a:solidFill>
                <a:latin typeface="Arial"/>
                <a:ea typeface="Arial"/>
                <a:cs typeface="Arial"/>
              </a:defRPr>
            </a:lvl2pPr>
            <a:lvl3pPr algn="ctr">
              <a:buNone/>
              <a:defRPr sz="2175" b="1">
                <a:solidFill>
                  <a:srgbClr val="246BCE"/>
                </a:solidFill>
                <a:latin typeface="Arial"/>
                <a:ea typeface="Arial"/>
                <a:cs typeface="Arial"/>
              </a:defRPr>
            </a:lvl3pPr>
            <a:lvl4pPr algn="ctr">
              <a:buNone/>
              <a:defRPr sz="2175" b="1">
                <a:solidFill>
                  <a:srgbClr val="246BCE"/>
                </a:solidFill>
                <a:latin typeface="Arial"/>
                <a:ea typeface="Arial"/>
                <a:cs typeface="Arial"/>
              </a:defRPr>
            </a:lvl4pPr>
            <a:lvl5pPr algn="ctr">
              <a:buNone/>
              <a:defRPr sz="2175" b="1">
                <a:solidFill>
                  <a:srgbClr val="246BCE"/>
                </a:solidFill>
                <a:latin typeface="Arial"/>
                <a:ea typeface="Arial"/>
                <a:cs typeface="Arial"/>
              </a:defRPr>
            </a:lvl5pPr>
            <a:lvl6pPr algn="ctr">
              <a:buNone/>
              <a:defRPr sz="2175" b="1">
                <a:solidFill>
                  <a:srgbClr val="246BCE"/>
                </a:solidFill>
                <a:latin typeface="Arial"/>
                <a:ea typeface="Arial"/>
                <a:cs typeface="Arial"/>
              </a:defRPr>
            </a:lvl6pPr>
            <a:lvl7pPr algn="ctr">
              <a:buNone/>
              <a:defRPr sz="2175" b="1">
                <a:solidFill>
                  <a:srgbClr val="246BCE"/>
                </a:solidFill>
                <a:latin typeface="Arial"/>
                <a:ea typeface="Arial"/>
                <a:cs typeface="Arial"/>
              </a:defRPr>
            </a:lvl7pPr>
            <a:lvl8pPr algn="ctr">
              <a:buNone/>
              <a:defRPr sz="2175" b="1">
                <a:solidFill>
                  <a:srgbClr val="246BCE"/>
                </a:solidFill>
                <a:latin typeface="Arial"/>
                <a:ea typeface="Arial"/>
                <a:cs typeface="Arial"/>
              </a:defRPr>
            </a:lvl8pPr>
            <a:lvl9pPr algn="ctr">
              <a:buNone/>
              <a:defRPr sz="2175" b="1">
                <a:solidFill>
                  <a:srgbClr val="246BCE"/>
                </a:solidFill>
                <a:latin typeface="Arial"/>
                <a:ea typeface="Arial"/>
                <a:cs typeface="Arial"/>
              </a:defRPr>
            </a:lvl9pPr>
          </a:lstStyle>
          <a:p xmlns:a="http://schemas.openxmlformats.org/drawingml/2006/main">
            <a:pPr algn="ctr">
              <a:buNone/>
              <a:defRPr sz="2175" b="1">
                <a:solidFill>
                  <a:srgbClr val="246BCE"/>
                </a:solidFill>
                <a:latin typeface="Arial"/>
                <a:ea typeface="Arial"/>
                <a:cs typeface="Arial"/>
              </a:defRPr>
            </a:pPr>
            <a:r>
              <a:rPr sz="2175" b="1">
                <a:solidFill>
                  <a:srgbClr val="246BCE"/>
                </a:solidFill>
                <a:latin typeface="Arial"/>
                <a:ea typeface="Arial"/>
                <a:cs typeface="Arial"/>
              </a:rPr>
              <a:t>1</a:t>
            </a:r>
          </a:p>
        </p:txBody>
      </p:sp>
      <p:sp>
        <p:nvSpPr>
          <p:cNvPr id="7" name="diagram-154">
            <a:extLst xmlns:a="http://schemas.openxmlformats.org/drawingml/2006/main">
              <a:ext uri="{FF2B5EF4-FFF2-40B4-BE49-F238E27FC236}">
                <a16:creationId xmlns:a16="http://schemas.microsoft.com/office/drawing/2014/main" id="{79C0D2B3-EE3C-49A5-8045-50832E5DC2D1}"/>
              </a:ext>
            </a:extLst>
          </p:cNvPr>
          <p:cNvSpPr>
            <a:spLocks xmlns:a="http://schemas.openxmlformats.org/drawingml/2006/main" noGrp="1"/>
          </p:cNvSpPr>
          <p:nvPr/>
        </p:nvSpPr>
        <p:spPr>
          <a:xfrm xmlns:a="http://schemas.openxmlformats.org/drawingml/2006/main">
            <a:off x="38100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buNone/>
              <a:defRPr sz="1800" b="1">
                <a:solidFill>
                  <a:srgbClr val="246BCE"/>
                </a:solidFill>
                <a:latin typeface="Arial"/>
                <a:ea typeface="Arial"/>
                <a:cs typeface="Arial"/>
              </a:defRPr>
            </a:lvl1pPr>
            <a:lvl2pPr algn="ctr">
              <a:buNone/>
              <a:defRPr sz="1800" b="1">
                <a:solidFill>
                  <a:srgbClr val="246BCE"/>
                </a:solidFill>
                <a:latin typeface="Arial"/>
                <a:ea typeface="Arial"/>
                <a:cs typeface="Arial"/>
              </a:defRPr>
            </a:lvl2pPr>
            <a:lvl3pPr algn="ctr">
              <a:buNone/>
              <a:defRPr sz="1800" b="1">
                <a:solidFill>
                  <a:srgbClr val="246BCE"/>
                </a:solidFill>
                <a:latin typeface="Arial"/>
                <a:ea typeface="Arial"/>
                <a:cs typeface="Arial"/>
              </a:defRPr>
            </a:lvl3pPr>
            <a:lvl4pPr algn="ctr">
              <a:buNone/>
              <a:defRPr sz="1800" b="1">
                <a:solidFill>
                  <a:srgbClr val="246BCE"/>
                </a:solidFill>
                <a:latin typeface="Arial"/>
                <a:ea typeface="Arial"/>
                <a:cs typeface="Arial"/>
              </a:defRPr>
            </a:lvl4pPr>
            <a:lvl5pPr algn="ctr">
              <a:buNone/>
              <a:defRPr sz="1800" b="1">
                <a:solidFill>
                  <a:srgbClr val="246BCE"/>
                </a:solidFill>
                <a:latin typeface="Arial"/>
                <a:ea typeface="Arial"/>
                <a:cs typeface="Arial"/>
              </a:defRPr>
            </a:lvl5pPr>
            <a:lvl6pPr algn="ctr">
              <a:buNone/>
              <a:defRPr sz="1800" b="1">
                <a:solidFill>
                  <a:srgbClr val="246BCE"/>
                </a:solidFill>
                <a:latin typeface="Arial"/>
                <a:ea typeface="Arial"/>
                <a:cs typeface="Arial"/>
              </a:defRPr>
            </a:lvl6pPr>
            <a:lvl7pPr algn="ctr">
              <a:buNone/>
              <a:defRPr sz="1800" b="1">
                <a:solidFill>
                  <a:srgbClr val="246BCE"/>
                </a:solidFill>
                <a:latin typeface="Arial"/>
                <a:ea typeface="Arial"/>
                <a:cs typeface="Arial"/>
              </a:defRPr>
            </a:lvl7pPr>
            <a:lvl8pPr algn="ctr">
              <a:buNone/>
              <a:defRPr sz="1800" b="1">
                <a:solidFill>
                  <a:srgbClr val="246BCE"/>
                </a:solidFill>
                <a:latin typeface="Arial"/>
                <a:ea typeface="Arial"/>
                <a:cs typeface="Arial"/>
              </a:defRPr>
            </a:lvl8pPr>
            <a:lvl9pPr algn="ctr">
              <a:buNone/>
              <a:defRPr sz="1800" b="1">
                <a:solidFill>
                  <a:srgbClr val="246BCE"/>
                </a:solidFill>
                <a:latin typeface="Arial"/>
                <a:ea typeface="Arial"/>
                <a:cs typeface="Arial"/>
              </a:defRPr>
            </a:lvl9pPr>
          </a:lstStyle>
          <a:p xmlns:a="http://schemas.openxmlformats.org/drawingml/2006/main">
            <a:pPr algn="ctr">
              <a:buNone/>
              <a:defRPr sz="1800" b="1">
                <a:solidFill>
                  <a:srgbClr val="246BCE"/>
                </a:solidFill>
                <a:latin typeface="Arial"/>
                <a:ea typeface="Arial"/>
                <a:cs typeface="Arial"/>
              </a:defRPr>
            </a:pPr>
            <a:r>
              <a:rPr sz="1800" b="1">
                <a:solidFill>
                  <a:srgbClr val="246BCE"/>
                </a:solidFill>
                <a:latin typeface="Arial"/>
                <a:ea typeface="Arial"/>
                <a:cs typeface="Arial"/>
              </a:rPr>
              <a:t>Tuần 0-1</a:t>
            </a:r>
          </a:p>
        </p:txBody>
      </p:sp>
      <p:sp>
        <p:nvSpPr>
          <p:cNvPr id="8" name="diagram-155">
            <a:extLst xmlns:a="http://schemas.openxmlformats.org/drawingml/2006/main">
              <a:ext uri="{FF2B5EF4-FFF2-40B4-BE49-F238E27FC236}">
                <a16:creationId xmlns:a16="http://schemas.microsoft.com/office/drawing/2014/main" id="{4C1CB04C-A274-40AA-A28A-07B73A76A4B2}"/>
              </a:ext>
            </a:extLst>
          </p:cNvPr>
          <p:cNvSpPr>
            <a:spLocks xmlns:a="http://schemas.openxmlformats.org/drawingml/2006/main" noGrp="1"/>
          </p:cNvSpPr>
          <p:nvPr/>
        </p:nvSpPr>
        <p:spPr>
          <a:xfrm xmlns:a="http://schemas.openxmlformats.org/drawingml/2006/main">
            <a:off x="31432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Soạn câu hỏi</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và phỏng vấn</a:t>
            </a:r>
          </a:p>
        </p:txBody>
      </p:sp>
      <p:sp>
        <p:nvSpPr>
          <p:cNvPr id="9" name="diagram-156">
            <a:extLst xmlns:a="http://schemas.openxmlformats.org/drawingml/2006/main">
              <a:ext uri="{FF2B5EF4-FFF2-40B4-BE49-F238E27FC236}">
                <a16:creationId xmlns:a16="http://schemas.microsoft.com/office/drawing/2014/main" id="{78F7E5A1-60FE-483C-B479-64605C72CC93}"/>
              </a:ext>
            </a:extLst>
          </p:cNvPr>
          <p:cNvSpPr>
            <a:spLocks xmlns:a="http://schemas.openxmlformats.org/drawingml/2006/main" noGrp="1"/>
          </p:cNvSpPr>
          <p:nvPr/>
        </p:nvSpPr>
        <p:spPr>
          <a:xfrm xmlns:a="http://schemas.openxmlformats.org/drawingml/2006/main">
            <a:off x="276225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0" name="diagram-157">
            <a:extLst xmlns:a="http://schemas.openxmlformats.org/drawingml/2006/main">
              <a:ext uri="{FF2B5EF4-FFF2-40B4-BE49-F238E27FC236}">
                <a16:creationId xmlns:a16="http://schemas.microsoft.com/office/drawing/2014/main" id="{12FF60CB-1201-4546-AE5B-41DCB80CA00D}"/>
              </a:ext>
            </a:extLst>
          </p:cNvPr>
          <p:cNvSpPr>
            <a:spLocks xmlns:a="http://schemas.openxmlformats.org/drawingml/2006/main" noGrp="1"/>
          </p:cNvSpPr>
          <p:nvPr/>
        </p:nvSpPr>
        <p:spPr>
          <a:xfrm xmlns:a="http://schemas.openxmlformats.org/drawingml/2006/main">
            <a:off x="276225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buNone/>
              <a:defRPr sz="2175" b="1">
                <a:solidFill>
                  <a:srgbClr val="246BCE"/>
                </a:solidFill>
                <a:latin typeface="Arial"/>
                <a:ea typeface="Arial"/>
                <a:cs typeface="Arial"/>
              </a:defRPr>
            </a:lvl1pPr>
            <a:lvl2pPr algn="ctr">
              <a:buNone/>
              <a:defRPr sz="2175" b="1">
                <a:solidFill>
                  <a:srgbClr val="246BCE"/>
                </a:solidFill>
                <a:latin typeface="Arial"/>
                <a:ea typeface="Arial"/>
                <a:cs typeface="Arial"/>
              </a:defRPr>
            </a:lvl2pPr>
            <a:lvl3pPr algn="ctr">
              <a:buNone/>
              <a:defRPr sz="2175" b="1">
                <a:solidFill>
                  <a:srgbClr val="246BCE"/>
                </a:solidFill>
                <a:latin typeface="Arial"/>
                <a:ea typeface="Arial"/>
                <a:cs typeface="Arial"/>
              </a:defRPr>
            </a:lvl3pPr>
            <a:lvl4pPr algn="ctr">
              <a:buNone/>
              <a:defRPr sz="2175" b="1">
                <a:solidFill>
                  <a:srgbClr val="246BCE"/>
                </a:solidFill>
                <a:latin typeface="Arial"/>
                <a:ea typeface="Arial"/>
                <a:cs typeface="Arial"/>
              </a:defRPr>
            </a:lvl4pPr>
            <a:lvl5pPr algn="ctr">
              <a:buNone/>
              <a:defRPr sz="2175" b="1">
                <a:solidFill>
                  <a:srgbClr val="246BCE"/>
                </a:solidFill>
                <a:latin typeface="Arial"/>
                <a:ea typeface="Arial"/>
                <a:cs typeface="Arial"/>
              </a:defRPr>
            </a:lvl5pPr>
            <a:lvl6pPr algn="ctr">
              <a:buNone/>
              <a:defRPr sz="2175" b="1">
                <a:solidFill>
                  <a:srgbClr val="246BCE"/>
                </a:solidFill>
                <a:latin typeface="Arial"/>
                <a:ea typeface="Arial"/>
                <a:cs typeface="Arial"/>
              </a:defRPr>
            </a:lvl6pPr>
            <a:lvl7pPr algn="ctr">
              <a:buNone/>
              <a:defRPr sz="2175" b="1">
                <a:solidFill>
                  <a:srgbClr val="246BCE"/>
                </a:solidFill>
                <a:latin typeface="Arial"/>
                <a:ea typeface="Arial"/>
                <a:cs typeface="Arial"/>
              </a:defRPr>
            </a:lvl7pPr>
            <a:lvl8pPr algn="ctr">
              <a:buNone/>
              <a:defRPr sz="2175" b="1">
                <a:solidFill>
                  <a:srgbClr val="246BCE"/>
                </a:solidFill>
                <a:latin typeface="Arial"/>
                <a:ea typeface="Arial"/>
                <a:cs typeface="Arial"/>
              </a:defRPr>
            </a:lvl8pPr>
            <a:lvl9pPr algn="ctr">
              <a:buNone/>
              <a:defRPr sz="2175" b="1">
                <a:solidFill>
                  <a:srgbClr val="246BCE"/>
                </a:solidFill>
                <a:latin typeface="Arial"/>
                <a:ea typeface="Arial"/>
                <a:cs typeface="Arial"/>
              </a:defRPr>
            </a:lvl9pPr>
          </a:lstStyle>
          <a:p xmlns:a="http://schemas.openxmlformats.org/drawingml/2006/main">
            <a:pPr algn="ctr">
              <a:buNone/>
              <a:defRPr sz="2175" b="1">
                <a:solidFill>
                  <a:srgbClr val="246BCE"/>
                </a:solidFill>
                <a:latin typeface="Arial"/>
                <a:ea typeface="Arial"/>
                <a:cs typeface="Arial"/>
              </a:defRPr>
            </a:pPr>
            <a:r>
              <a:rPr sz="2175" b="1">
                <a:solidFill>
                  <a:srgbClr val="246BCE"/>
                </a:solidFill>
                <a:latin typeface="Arial"/>
                <a:ea typeface="Arial"/>
                <a:cs typeface="Arial"/>
              </a:rPr>
              <a:t>2</a:t>
            </a:r>
          </a:p>
        </p:txBody>
      </p:sp>
      <p:sp>
        <p:nvSpPr>
          <p:cNvPr id="11" name="diagram-158">
            <a:extLst xmlns:a="http://schemas.openxmlformats.org/drawingml/2006/main">
              <a:ext uri="{FF2B5EF4-FFF2-40B4-BE49-F238E27FC236}">
                <a16:creationId xmlns:a16="http://schemas.microsoft.com/office/drawing/2014/main" id="{D1F0836B-470D-4D15-8740-00F78CF0F119}"/>
              </a:ext>
            </a:extLst>
          </p:cNvPr>
          <p:cNvSpPr>
            <a:spLocks xmlns:a="http://schemas.openxmlformats.org/drawingml/2006/main" noGrp="1"/>
          </p:cNvSpPr>
          <p:nvPr/>
        </p:nvSpPr>
        <p:spPr>
          <a:xfrm xmlns:a="http://schemas.openxmlformats.org/drawingml/2006/main">
            <a:off x="233362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buNone/>
              <a:defRPr sz="1800" b="1">
                <a:solidFill>
                  <a:srgbClr val="246BCE"/>
                </a:solidFill>
                <a:latin typeface="Arial"/>
                <a:ea typeface="Arial"/>
                <a:cs typeface="Arial"/>
              </a:defRPr>
            </a:lvl1pPr>
            <a:lvl2pPr algn="ctr">
              <a:buNone/>
              <a:defRPr sz="1800" b="1">
                <a:solidFill>
                  <a:srgbClr val="246BCE"/>
                </a:solidFill>
                <a:latin typeface="Arial"/>
                <a:ea typeface="Arial"/>
                <a:cs typeface="Arial"/>
              </a:defRPr>
            </a:lvl2pPr>
            <a:lvl3pPr algn="ctr">
              <a:buNone/>
              <a:defRPr sz="1800" b="1">
                <a:solidFill>
                  <a:srgbClr val="246BCE"/>
                </a:solidFill>
                <a:latin typeface="Arial"/>
                <a:ea typeface="Arial"/>
                <a:cs typeface="Arial"/>
              </a:defRPr>
            </a:lvl3pPr>
            <a:lvl4pPr algn="ctr">
              <a:buNone/>
              <a:defRPr sz="1800" b="1">
                <a:solidFill>
                  <a:srgbClr val="246BCE"/>
                </a:solidFill>
                <a:latin typeface="Arial"/>
                <a:ea typeface="Arial"/>
                <a:cs typeface="Arial"/>
              </a:defRPr>
            </a:lvl4pPr>
            <a:lvl5pPr algn="ctr">
              <a:buNone/>
              <a:defRPr sz="1800" b="1">
                <a:solidFill>
                  <a:srgbClr val="246BCE"/>
                </a:solidFill>
                <a:latin typeface="Arial"/>
                <a:ea typeface="Arial"/>
                <a:cs typeface="Arial"/>
              </a:defRPr>
            </a:lvl5pPr>
            <a:lvl6pPr algn="ctr">
              <a:buNone/>
              <a:defRPr sz="1800" b="1">
                <a:solidFill>
                  <a:srgbClr val="246BCE"/>
                </a:solidFill>
                <a:latin typeface="Arial"/>
                <a:ea typeface="Arial"/>
                <a:cs typeface="Arial"/>
              </a:defRPr>
            </a:lvl6pPr>
            <a:lvl7pPr algn="ctr">
              <a:buNone/>
              <a:defRPr sz="1800" b="1">
                <a:solidFill>
                  <a:srgbClr val="246BCE"/>
                </a:solidFill>
                <a:latin typeface="Arial"/>
                <a:ea typeface="Arial"/>
                <a:cs typeface="Arial"/>
              </a:defRPr>
            </a:lvl7pPr>
            <a:lvl8pPr algn="ctr">
              <a:buNone/>
              <a:defRPr sz="1800" b="1">
                <a:solidFill>
                  <a:srgbClr val="246BCE"/>
                </a:solidFill>
                <a:latin typeface="Arial"/>
                <a:ea typeface="Arial"/>
                <a:cs typeface="Arial"/>
              </a:defRPr>
            </a:lvl8pPr>
            <a:lvl9pPr algn="ctr">
              <a:buNone/>
              <a:defRPr sz="1800" b="1">
                <a:solidFill>
                  <a:srgbClr val="246BCE"/>
                </a:solidFill>
                <a:latin typeface="Arial"/>
                <a:ea typeface="Arial"/>
                <a:cs typeface="Arial"/>
              </a:defRPr>
            </a:lvl9pPr>
          </a:lstStyle>
          <a:p xmlns:a="http://schemas.openxmlformats.org/drawingml/2006/main">
            <a:pPr algn="ctr">
              <a:buNone/>
              <a:defRPr sz="1800" b="1">
                <a:solidFill>
                  <a:srgbClr val="246BCE"/>
                </a:solidFill>
                <a:latin typeface="Arial"/>
                <a:ea typeface="Arial"/>
                <a:cs typeface="Arial"/>
              </a:defRPr>
            </a:pPr>
            <a:r>
              <a:rPr sz="1800" b="1">
                <a:solidFill>
                  <a:srgbClr val="246BCE"/>
                </a:solidFill>
                <a:latin typeface="Arial"/>
                <a:ea typeface="Arial"/>
                <a:cs typeface="Arial"/>
              </a:rPr>
              <a:t>Cuối tuần 1</a:t>
            </a:r>
          </a:p>
        </p:txBody>
      </p:sp>
      <p:sp>
        <p:nvSpPr>
          <p:cNvPr id="12" name="diagram-159">
            <a:extLst xmlns:a="http://schemas.openxmlformats.org/drawingml/2006/main">
              <a:ext uri="{FF2B5EF4-FFF2-40B4-BE49-F238E27FC236}">
                <a16:creationId xmlns:a16="http://schemas.microsoft.com/office/drawing/2014/main" id="{C1C67E15-D3D2-48F6-B0AD-59E07CBCD91E}"/>
              </a:ext>
            </a:extLst>
          </p:cNvPr>
          <p:cNvSpPr>
            <a:spLocks xmlns:a="http://schemas.openxmlformats.org/drawingml/2006/main" noGrp="1"/>
          </p:cNvSpPr>
          <p:nvPr/>
        </p:nvSpPr>
        <p:spPr>
          <a:xfrm xmlns:a="http://schemas.openxmlformats.org/drawingml/2006/main">
            <a:off x="226695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Tổng hợp</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chọn hướng</a:t>
            </a:r>
          </a:p>
        </p:txBody>
      </p:sp>
      <p:sp>
        <p:nvSpPr>
          <p:cNvPr id="13" name="diagram-160">
            <a:extLst xmlns:a="http://schemas.openxmlformats.org/drawingml/2006/main">
              <a:ext uri="{FF2B5EF4-FFF2-40B4-BE49-F238E27FC236}">
                <a16:creationId xmlns:a16="http://schemas.microsoft.com/office/drawing/2014/main" id="{57D3E7F6-CCDD-45F1-B3A6-13C951B87B9E}"/>
              </a:ext>
            </a:extLst>
          </p:cNvPr>
          <p:cNvSpPr>
            <a:spLocks xmlns:a="http://schemas.openxmlformats.org/drawingml/2006/main" noGrp="1"/>
          </p:cNvSpPr>
          <p:nvPr/>
        </p:nvSpPr>
        <p:spPr>
          <a:xfrm xmlns:a="http://schemas.openxmlformats.org/drawingml/2006/main">
            <a:off x="471487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4" name="diagram-161">
            <a:extLst xmlns:a="http://schemas.openxmlformats.org/drawingml/2006/main">
              <a:ext uri="{FF2B5EF4-FFF2-40B4-BE49-F238E27FC236}">
                <a16:creationId xmlns:a16="http://schemas.microsoft.com/office/drawing/2014/main" id="{0B0B13D6-2640-47A2-9382-C548FA6967C6}"/>
              </a:ext>
            </a:extLst>
          </p:cNvPr>
          <p:cNvSpPr>
            <a:spLocks xmlns:a="http://schemas.openxmlformats.org/drawingml/2006/main" noGrp="1"/>
          </p:cNvSpPr>
          <p:nvPr/>
        </p:nvSpPr>
        <p:spPr>
          <a:xfrm xmlns:a="http://schemas.openxmlformats.org/drawingml/2006/main">
            <a:off x="471487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buNone/>
              <a:defRPr sz="2175" b="1">
                <a:solidFill>
                  <a:srgbClr val="246BCE"/>
                </a:solidFill>
                <a:latin typeface="Arial"/>
                <a:ea typeface="Arial"/>
                <a:cs typeface="Arial"/>
              </a:defRPr>
            </a:lvl1pPr>
            <a:lvl2pPr algn="ctr">
              <a:buNone/>
              <a:defRPr sz="2175" b="1">
                <a:solidFill>
                  <a:srgbClr val="246BCE"/>
                </a:solidFill>
                <a:latin typeface="Arial"/>
                <a:ea typeface="Arial"/>
                <a:cs typeface="Arial"/>
              </a:defRPr>
            </a:lvl2pPr>
            <a:lvl3pPr algn="ctr">
              <a:buNone/>
              <a:defRPr sz="2175" b="1">
                <a:solidFill>
                  <a:srgbClr val="246BCE"/>
                </a:solidFill>
                <a:latin typeface="Arial"/>
                <a:ea typeface="Arial"/>
                <a:cs typeface="Arial"/>
              </a:defRPr>
            </a:lvl3pPr>
            <a:lvl4pPr algn="ctr">
              <a:buNone/>
              <a:defRPr sz="2175" b="1">
                <a:solidFill>
                  <a:srgbClr val="246BCE"/>
                </a:solidFill>
                <a:latin typeface="Arial"/>
                <a:ea typeface="Arial"/>
                <a:cs typeface="Arial"/>
              </a:defRPr>
            </a:lvl4pPr>
            <a:lvl5pPr algn="ctr">
              <a:buNone/>
              <a:defRPr sz="2175" b="1">
                <a:solidFill>
                  <a:srgbClr val="246BCE"/>
                </a:solidFill>
                <a:latin typeface="Arial"/>
                <a:ea typeface="Arial"/>
                <a:cs typeface="Arial"/>
              </a:defRPr>
            </a:lvl5pPr>
            <a:lvl6pPr algn="ctr">
              <a:buNone/>
              <a:defRPr sz="2175" b="1">
                <a:solidFill>
                  <a:srgbClr val="246BCE"/>
                </a:solidFill>
                <a:latin typeface="Arial"/>
                <a:ea typeface="Arial"/>
                <a:cs typeface="Arial"/>
              </a:defRPr>
            </a:lvl6pPr>
            <a:lvl7pPr algn="ctr">
              <a:buNone/>
              <a:defRPr sz="2175" b="1">
                <a:solidFill>
                  <a:srgbClr val="246BCE"/>
                </a:solidFill>
                <a:latin typeface="Arial"/>
                <a:ea typeface="Arial"/>
                <a:cs typeface="Arial"/>
              </a:defRPr>
            </a:lvl7pPr>
            <a:lvl8pPr algn="ctr">
              <a:buNone/>
              <a:defRPr sz="2175" b="1">
                <a:solidFill>
                  <a:srgbClr val="246BCE"/>
                </a:solidFill>
                <a:latin typeface="Arial"/>
                <a:ea typeface="Arial"/>
                <a:cs typeface="Arial"/>
              </a:defRPr>
            </a:lvl8pPr>
            <a:lvl9pPr algn="ctr">
              <a:buNone/>
              <a:defRPr sz="2175" b="1">
                <a:solidFill>
                  <a:srgbClr val="246BCE"/>
                </a:solidFill>
                <a:latin typeface="Arial"/>
                <a:ea typeface="Arial"/>
                <a:cs typeface="Arial"/>
              </a:defRPr>
            </a:lvl9pPr>
          </a:lstStyle>
          <a:p xmlns:a="http://schemas.openxmlformats.org/drawingml/2006/main">
            <a:pPr algn="ctr">
              <a:buNone/>
              <a:defRPr sz="2175" b="1">
                <a:solidFill>
                  <a:srgbClr val="246BCE"/>
                </a:solidFill>
                <a:latin typeface="Arial"/>
                <a:ea typeface="Arial"/>
                <a:cs typeface="Arial"/>
              </a:defRPr>
            </a:pPr>
            <a:r>
              <a:rPr sz="2175" b="1">
                <a:solidFill>
                  <a:srgbClr val="246BCE"/>
                </a:solidFill>
                <a:latin typeface="Arial"/>
                <a:ea typeface="Arial"/>
                <a:cs typeface="Arial"/>
              </a:rPr>
              <a:t>3</a:t>
            </a:r>
          </a:p>
        </p:txBody>
      </p:sp>
      <p:sp>
        <p:nvSpPr>
          <p:cNvPr id="15" name="diagram-162">
            <a:extLst xmlns:a="http://schemas.openxmlformats.org/drawingml/2006/main">
              <a:ext uri="{FF2B5EF4-FFF2-40B4-BE49-F238E27FC236}">
                <a16:creationId xmlns:a16="http://schemas.microsoft.com/office/drawing/2014/main" id="{80310459-700B-48B5-BAA0-214E8DDC983E}"/>
              </a:ext>
            </a:extLst>
          </p:cNvPr>
          <p:cNvSpPr>
            <a:spLocks xmlns:a="http://schemas.openxmlformats.org/drawingml/2006/main" noGrp="1"/>
          </p:cNvSpPr>
          <p:nvPr/>
        </p:nvSpPr>
        <p:spPr>
          <a:xfrm xmlns:a="http://schemas.openxmlformats.org/drawingml/2006/main">
            <a:off x="428625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buNone/>
              <a:defRPr sz="1800" b="1">
                <a:solidFill>
                  <a:srgbClr val="246BCE"/>
                </a:solidFill>
                <a:latin typeface="Arial"/>
                <a:ea typeface="Arial"/>
                <a:cs typeface="Arial"/>
              </a:defRPr>
            </a:lvl1pPr>
            <a:lvl2pPr algn="ctr">
              <a:buNone/>
              <a:defRPr sz="1800" b="1">
                <a:solidFill>
                  <a:srgbClr val="246BCE"/>
                </a:solidFill>
                <a:latin typeface="Arial"/>
                <a:ea typeface="Arial"/>
                <a:cs typeface="Arial"/>
              </a:defRPr>
            </a:lvl2pPr>
            <a:lvl3pPr algn="ctr">
              <a:buNone/>
              <a:defRPr sz="1800" b="1">
                <a:solidFill>
                  <a:srgbClr val="246BCE"/>
                </a:solidFill>
                <a:latin typeface="Arial"/>
                <a:ea typeface="Arial"/>
                <a:cs typeface="Arial"/>
              </a:defRPr>
            </a:lvl3pPr>
            <a:lvl4pPr algn="ctr">
              <a:buNone/>
              <a:defRPr sz="1800" b="1">
                <a:solidFill>
                  <a:srgbClr val="246BCE"/>
                </a:solidFill>
                <a:latin typeface="Arial"/>
                <a:ea typeface="Arial"/>
                <a:cs typeface="Arial"/>
              </a:defRPr>
            </a:lvl4pPr>
            <a:lvl5pPr algn="ctr">
              <a:buNone/>
              <a:defRPr sz="1800" b="1">
                <a:solidFill>
                  <a:srgbClr val="246BCE"/>
                </a:solidFill>
                <a:latin typeface="Arial"/>
                <a:ea typeface="Arial"/>
                <a:cs typeface="Arial"/>
              </a:defRPr>
            </a:lvl5pPr>
            <a:lvl6pPr algn="ctr">
              <a:buNone/>
              <a:defRPr sz="1800" b="1">
                <a:solidFill>
                  <a:srgbClr val="246BCE"/>
                </a:solidFill>
                <a:latin typeface="Arial"/>
                <a:ea typeface="Arial"/>
                <a:cs typeface="Arial"/>
              </a:defRPr>
            </a:lvl6pPr>
            <a:lvl7pPr algn="ctr">
              <a:buNone/>
              <a:defRPr sz="1800" b="1">
                <a:solidFill>
                  <a:srgbClr val="246BCE"/>
                </a:solidFill>
                <a:latin typeface="Arial"/>
                <a:ea typeface="Arial"/>
                <a:cs typeface="Arial"/>
              </a:defRPr>
            </a:lvl7pPr>
            <a:lvl8pPr algn="ctr">
              <a:buNone/>
              <a:defRPr sz="1800" b="1">
                <a:solidFill>
                  <a:srgbClr val="246BCE"/>
                </a:solidFill>
                <a:latin typeface="Arial"/>
                <a:ea typeface="Arial"/>
                <a:cs typeface="Arial"/>
              </a:defRPr>
            </a:lvl8pPr>
            <a:lvl9pPr algn="ctr">
              <a:buNone/>
              <a:defRPr sz="1800" b="1">
                <a:solidFill>
                  <a:srgbClr val="246BCE"/>
                </a:solidFill>
                <a:latin typeface="Arial"/>
                <a:ea typeface="Arial"/>
                <a:cs typeface="Arial"/>
              </a:defRPr>
            </a:lvl9pPr>
          </a:lstStyle>
          <a:p xmlns:a="http://schemas.openxmlformats.org/drawingml/2006/main">
            <a:pPr algn="ctr">
              <a:buNone/>
              <a:defRPr sz="1800" b="1">
                <a:solidFill>
                  <a:srgbClr val="246BCE"/>
                </a:solidFill>
                <a:latin typeface="Arial"/>
                <a:ea typeface="Arial"/>
                <a:cs typeface="Arial"/>
              </a:defRPr>
            </a:pPr>
            <a:r>
              <a:rPr sz="1800" b="1">
                <a:solidFill>
                  <a:srgbClr val="246BCE"/>
                </a:solidFill>
                <a:latin typeface="Arial"/>
                <a:ea typeface="Arial"/>
                <a:cs typeface="Arial"/>
              </a:rPr>
              <a:t>Tuần 2</a:t>
            </a:r>
          </a:p>
        </p:txBody>
      </p:sp>
      <p:sp>
        <p:nvSpPr>
          <p:cNvPr id="16" name="diagram-163">
            <a:extLst xmlns:a="http://schemas.openxmlformats.org/drawingml/2006/main">
              <a:ext uri="{FF2B5EF4-FFF2-40B4-BE49-F238E27FC236}">
                <a16:creationId xmlns:a16="http://schemas.microsoft.com/office/drawing/2014/main" id="{048CDB6D-900D-4ABB-A9AA-F0EC7CC96E5B}"/>
              </a:ext>
            </a:extLst>
          </p:cNvPr>
          <p:cNvSpPr>
            <a:spLocks xmlns:a="http://schemas.openxmlformats.org/drawingml/2006/main" noGrp="1"/>
          </p:cNvSpPr>
          <p:nvPr/>
        </p:nvSpPr>
        <p:spPr>
          <a:xfrm xmlns:a="http://schemas.openxmlformats.org/drawingml/2006/main">
            <a:off x="421957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Chia việc</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theo thế mạnh</a:t>
            </a:r>
          </a:p>
        </p:txBody>
      </p:sp>
      <p:sp>
        <p:nvSpPr>
          <p:cNvPr id="17" name="diagram-164">
            <a:extLst xmlns:a="http://schemas.openxmlformats.org/drawingml/2006/main">
              <a:ext uri="{FF2B5EF4-FFF2-40B4-BE49-F238E27FC236}">
                <a16:creationId xmlns:a16="http://schemas.microsoft.com/office/drawing/2014/main" id="{C9749B0F-3B3B-4A8D-83F0-F0BE9F446236}"/>
              </a:ext>
            </a:extLst>
          </p:cNvPr>
          <p:cNvSpPr>
            <a:spLocks xmlns:a="http://schemas.openxmlformats.org/drawingml/2006/main" noGrp="1"/>
          </p:cNvSpPr>
          <p:nvPr/>
        </p:nvSpPr>
        <p:spPr>
          <a:xfrm xmlns:a="http://schemas.openxmlformats.org/drawingml/2006/main">
            <a:off x="666750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8" name="diagram-165">
            <a:extLst xmlns:a="http://schemas.openxmlformats.org/drawingml/2006/main">
              <a:ext uri="{FF2B5EF4-FFF2-40B4-BE49-F238E27FC236}">
                <a16:creationId xmlns:a16="http://schemas.microsoft.com/office/drawing/2014/main" id="{D0C5AD05-1CAC-4754-A080-F630EC0C0516}"/>
              </a:ext>
            </a:extLst>
          </p:cNvPr>
          <p:cNvSpPr>
            <a:spLocks xmlns:a="http://schemas.openxmlformats.org/drawingml/2006/main" noGrp="1"/>
          </p:cNvSpPr>
          <p:nvPr/>
        </p:nvSpPr>
        <p:spPr>
          <a:xfrm xmlns:a="http://schemas.openxmlformats.org/drawingml/2006/main">
            <a:off x="666750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buNone/>
              <a:defRPr sz="2175" b="1">
                <a:solidFill>
                  <a:srgbClr val="246BCE"/>
                </a:solidFill>
                <a:latin typeface="Arial"/>
                <a:ea typeface="Arial"/>
                <a:cs typeface="Arial"/>
              </a:defRPr>
            </a:lvl1pPr>
            <a:lvl2pPr algn="ctr">
              <a:buNone/>
              <a:defRPr sz="2175" b="1">
                <a:solidFill>
                  <a:srgbClr val="246BCE"/>
                </a:solidFill>
                <a:latin typeface="Arial"/>
                <a:ea typeface="Arial"/>
                <a:cs typeface="Arial"/>
              </a:defRPr>
            </a:lvl2pPr>
            <a:lvl3pPr algn="ctr">
              <a:buNone/>
              <a:defRPr sz="2175" b="1">
                <a:solidFill>
                  <a:srgbClr val="246BCE"/>
                </a:solidFill>
                <a:latin typeface="Arial"/>
                <a:ea typeface="Arial"/>
                <a:cs typeface="Arial"/>
              </a:defRPr>
            </a:lvl3pPr>
            <a:lvl4pPr algn="ctr">
              <a:buNone/>
              <a:defRPr sz="2175" b="1">
                <a:solidFill>
                  <a:srgbClr val="246BCE"/>
                </a:solidFill>
                <a:latin typeface="Arial"/>
                <a:ea typeface="Arial"/>
                <a:cs typeface="Arial"/>
              </a:defRPr>
            </a:lvl4pPr>
            <a:lvl5pPr algn="ctr">
              <a:buNone/>
              <a:defRPr sz="2175" b="1">
                <a:solidFill>
                  <a:srgbClr val="246BCE"/>
                </a:solidFill>
                <a:latin typeface="Arial"/>
                <a:ea typeface="Arial"/>
                <a:cs typeface="Arial"/>
              </a:defRPr>
            </a:lvl5pPr>
            <a:lvl6pPr algn="ctr">
              <a:buNone/>
              <a:defRPr sz="2175" b="1">
                <a:solidFill>
                  <a:srgbClr val="246BCE"/>
                </a:solidFill>
                <a:latin typeface="Arial"/>
                <a:ea typeface="Arial"/>
                <a:cs typeface="Arial"/>
              </a:defRPr>
            </a:lvl6pPr>
            <a:lvl7pPr algn="ctr">
              <a:buNone/>
              <a:defRPr sz="2175" b="1">
                <a:solidFill>
                  <a:srgbClr val="246BCE"/>
                </a:solidFill>
                <a:latin typeface="Arial"/>
                <a:ea typeface="Arial"/>
                <a:cs typeface="Arial"/>
              </a:defRPr>
            </a:lvl7pPr>
            <a:lvl8pPr algn="ctr">
              <a:buNone/>
              <a:defRPr sz="2175" b="1">
                <a:solidFill>
                  <a:srgbClr val="246BCE"/>
                </a:solidFill>
                <a:latin typeface="Arial"/>
                <a:ea typeface="Arial"/>
                <a:cs typeface="Arial"/>
              </a:defRPr>
            </a:lvl8pPr>
            <a:lvl9pPr algn="ctr">
              <a:buNone/>
              <a:defRPr sz="2175" b="1">
                <a:solidFill>
                  <a:srgbClr val="246BCE"/>
                </a:solidFill>
                <a:latin typeface="Arial"/>
                <a:ea typeface="Arial"/>
                <a:cs typeface="Arial"/>
              </a:defRPr>
            </a:lvl9pPr>
          </a:lstStyle>
          <a:p xmlns:a="http://schemas.openxmlformats.org/drawingml/2006/main">
            <a:pPr algn="ctr">
              <a:buNone/>
              <a:defRPr sz="2175" b="1">
                <a:solidFill>
                  <a:srgbClr val="246BCE"/>
                </a:solidFill>
                <a:latin typeface="Arial"/>
                <a:ea typeface="Arial"/>
                <a:cs typeface="Arial"/>
              </a:defRPr>
            </a:pPr>
            <a:r>
              <a:rPr sz="2175" b="1">
                <a:solidFill>
                  <a:srgbClr val="246BCE"/>
                </a:solidFill>
                <a:latin typeface="Arial"/>
                <a:ea typeface="Arial"/>
                <a:cs typeface="Arial"/>
              </a:rPr>
              <a:t>4</a:t>
            </a:r>
          </a:p>
        </p:txBody>
      </p:sp>
      <p:sp>
        <p:nvSpPr>
          <p:cNvPr id="19" name="diagram-166">
            <a:extLst xmlns:a="http://schemas.openxmlformats.org/drawingml/2006/main">
              <a:ext uri="{FF2B5EF4-FFF2-40B4-BE49-F238E27FC236}">
                <a16:creationId xmlns:a16="http://schemas.microsoft.com/office/drawing/2014/main" id="{BCAEC455-EFC0-4456-AC3F-BFE6AFA86625}"/>
              </a:ext>
            </a:extLst>
          </p:cNvPr>
          <p:cNvSpPr>
            <a:spLocks xmlns:a="http://schemas.openxmlformats.org/drawingml/2006/main" noGrp="1"/>
          </p:cNvSpPr>
          <p:nvPr/>
        </p:nvSpPr>
        <p:spPr>
          <a:xfrm xmlns:a="http://schemas.openxmlformats.org/drawingml/2006/main">
            <a:off x="623887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buNone/>
              <a:defRPr sz="1800" b="1">
                <a:solidFill>
                  <a:srgbClr val="246BCE"/>
                </a:solidFill>
                <a:latin typeface="Arial"/>
                <a:ea typeface="Arial"/>
                <a:cs typeface="Arial"/>
              </a:defRPr>
            </a:lvl1pPr>
            <a:lvl2pPr algn="ctr">
              <a:buNone/>
              <a:defRPr sz="1800" b="1">
                <a:solidFill>
                  <a:srgbClr val="246BCE"/>
                </a:solidFill>
                <a:latin typeface="Arial"/>
                <a:ea typeface="Arial"/>
                <a:cs typeface="Arial"/>
              </a:defRPr>
            </a:lvl2pPr>
            <a:lvl3pPr algn="ctr">
              <a:buNone/>
              <a:defRPr sz="1800" b="1">
                <a:solidFill>
                  <a:srgbClr val="246BCE"/>
                </a:solidFill>
                <a:latin typeface="Arial"/>
                <a:ea typeface="Arial"/>
                <a:cs typeface="Arial"/>
              </a:defRPr>
            </a:lvl3pPr>
            <a:lvl4pPr algn="ctr">
              <a:buNone/>
              <a:defRPr sz="1800" b="1">
                <a:solidFill>
                  <a:srgbClr val="246BCE"/>
                </a:solidFill>
                <a:latin typeface="Arial"/>
                <a:ea typeface="Arial"/>
                <a:cs typeface="Arial"/>
              </a:defRPr>
            </a:lvl4pPr>
            <a:lvl5pPr algn="ctr">
              <a:buNone/>
              <a:defRPr sz="1800" b="1">
                <a:solidFill>
                  <a:srgbClr val="246BCE"/>
                </a:solidFill>
                <a:latin typeface="Arial"/>
                <a:ea typeface="Arial"/>
                <a:cs typeface="Arial"/>
              </a:defRPr>
            </a:lvl5pPr>
            <a:lvl6pPr algn="ctr">
              <a:buNone/>
              <a:defRPr sz="1800" b="1">
                <a:solidFill>
                  <a:srgbClr val="246BCE"/>
                </a:solidFill>
                <a:latin typeface="Arial"/>
                <a:ea typeface="Arial"/>
                <a:cs typeface="Arial"/>
              </a:defRPr>
            </a:lvl6pPr>
            <a:lvl7pPr algn="ctr">
              <a:buNone/>
              <a:defRPr sz="1800" b="1">
                <a:solidFill>
                  <a:srgbClr val="246BCE"/>
                </a:solidFill>
                <a:latin typeface="Arial"/>
                <a:ea typeface="Arial"/>
                <a:cs typeface="Arial"/>
              </a:defRPr>
            </a:lvl7pPr>
            <a:lvl8pPr algn="ctr">
              <a:buNone/>
              <a:defRPr sz="1800" b="1">
                <a:solidFill>
                  <a:srgbClr val="246BCE"/>
                </a:solidFill>
                <a:latin typeface="Arial"/>
                <a:ea typeface="Arial"/>
                <a:cs typeface="Arial"/>
              </a:defRPr>
            </a:lvl8pPr>
            <a:lvl9pPr algn="ctr">
              <a:buNone/>
              <a:defRPr sz="1800" b="1">
                <a:solidFill>
                  <a:srgbClr val="246BCE"/>
                </a:solidFill>
                <a:latin typeface="Arial"/>
                <a:ea typeface="Arial"/>
                <a:cs typeface="Arial"/>
              </a:defRPr>
            </a:lvl9pPr>
          </a:lstStyle>
          <a:p xmlns:a="http://schemas.openxmlformats.org/drawingml/2006/main">
            <a:pPr algn="ctr">
              <a:buNone/>
              <a:defRPr sz="1800" b="1">
                <a:solidFill>
                  <a:srgbClr val="246BCE"/>
                </a:solidFill>
                <a:latin typeface="Arial"/>
                <a:ea typeface="Arial"/>
                <a:cs typeface="Arial"/>
              </a:defRPr>
            </a:pPr>
            <a:r>
              <a:rPr sz="1800" b="1">
                <a:solidFill>
                  <a:srgbClr val="246BCE"/>
                </a:solidFill>
                <a:latin typeface="Arial"/>
                <a:ea typeface="Arial"/>
                <a:cs typeface="Arial"/>
              </a:rPr>
              <a:t>Tuần 3-4</a:t>
            </a:r>
          </a:p>
        </p:txBody>
      </p:sp>
      <p:sp>
        <p:nvSpPr>
          <p:cNvPr id="20" name="diagram-167">
            <a:extLst xmlns:a="http://schemas.openxmlformats.org/drawingml/2006/main">
              <a:ext uri="{FF2B5EF4-FFF2-40B4-BE49-F238E27FC236}">
                <a16:creationId xmlns:a16="http://schemas.microsoft.com/office/drawing/2014/main" id="{90C47289-8450-4A12-BB4C-E3DE52D8BF1B}"/>
              </a:ext>
            </a:extLst>
          </p:cNvPr>
          <p:cNvSpPr>
            <a:spLocks xmlns:a="http://schemas.openxmlformats.org/drawingml/2006/main" noGrp="1"/>
          </p:cNvSpPr>
          <p:nvPr/>
        </p:nvSpPr>
        <p:spPr>
          <a:xfrm xmlns:a="http://schemas.openxmlformats.org/drawingml/2006/main">
            <a:off x="617220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Ghép luồng</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và thử sớm</a:t>
            </a:r>
          </a:p>
        </p:txBody>
      </p:sp>
      <p:sp>
        <p:nvSpPr>
          <p:cNvPr id="21" name="diagram-168">
            <a:extLst xmlns:a="http://schemas.openxmlformats.org/drawingml/2006/main">
              <a:ext uri="{FF2B5EF4-FFF2-40B4-BE49-F238E27FC236}">
                <a16:creationId xmlns:a16="http://schemas.microsoft.com/office/drawing/2014/main" id="{10245D22-BDB0-4594-8D9C-048945B750EF}"/>
              </a:ext>
            </a:extLst>
          </p:cNvPr>
          <p:cNvSpPr>
            <a:spLocks xmlns:a="http://schemas.openxmlformats.org/drawingml/2006/main" noGrp="1"/>
          </p:cNvSpPr>
          <p:nvPr/>
        </p:nvSpPr>
        <p:spPr>
          <a:xfrm xmlns:a="http://schemas.openxmlformats.org/drawingml/2006/main">
            <a:off x="862012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22" name="diagram-169">
            <a:extLst xmlns:a="http://schemas.openxmlformats.org/drawingml/2006/main">
              <a:ext uri="{FF2B5EF4-FFF2-40B4-BE49-F238E27FC236}">
                <a16:creationId xmlns:a16="http://schemas.microsoft.com/office/drawing/2014/main" id="{E750B242-21AA-4497-8C9E-799B99A45E0C}"/>
              </a:ext>
            </a:extLst>
          </p:cNvPr>
          <p:cNvSpPr>
            <a:spLocks xmlns:a="http://schemas.openxmlformats.org/drawingml/2006/main" noGrp="1"/>
          </p:cNvSpPr>
          <p:nvPr/>
        </p:nvSpPr>
        <p:spPr>
          <a:xfrm xmlns:a="http://schemas.openxmlformats.org/drawingml/2006/main">
            <a:off x="862012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buNone/>
              <a:defRPr sz="2175" b="1">
                <a:solidFill>
                  <a:srgbClr val="246BCE"/>
                </a:solidFill>
                <a:latin typeface="Arial"/>
                <a:ea typeface="Arial"/>
                <a:cs typeface="Arial"/>
              </a:defRPr>
            </a:lvl1pPr>
            <a:lvl2pPr algn="ctr">
              <a:buNone/>
              <a:defRPr sz="2175" b="1">
                <a:solidFill>
                  <a:srgbClr val="246BCE"/>
                </a:solidFill>
                <a:latin typeface="Arial"/>
                <a:ea typeface="Arial"/>
                <a:cs typeface="Arial"/>
              </a:defRPr>
            </a:lvl2pPr>
            <a:lvl3pPr algn="ctr">
              <a:buNone/>
              <a:defRPr sz="2175" b="1">
                <a:solidFill>
                  <a:srgbClr val="246BCE"/>
                </a:solidFill>
                <a:latin typeface="Arial"/>
                <a:ea typeface="Arial"/>
                <a:cs typeface="Arial"/>
              </a:defRPr>
            </a:lvl3pPr>
            <a:lvl4pPr algn="ctr">
              <a:buNone/>
              <a:defRPr sz="2175" b="1">
                <a:solidFill>
                  <a:srgbClr val="246BCE"/>
                </a:solidFill>
                <a:latin typeface="Arial"/>
                <a:ea typeface="Arial"/>
                <a:cs typeface="Arial"/>
              </a:defRPr>
            </a:lvl4pPr>
            <a:lvl5pPr algn="ctr">
              <a:buNone/>
              <a:defRPr sz="2175" b="1">
                <a:solidFill>
                  <a:srgbClr val="246BCE"/>
                </a:solidFill>
                <a:latin typeface="Arial"/>
                <a:ea typeface="Arial"/>
                <a:cs typeface="Arial"/>
              </a:defRPr>
            </a:lvl5pPr>
            <a:lvl6pPr algn="ctr">
              <a:buNone/>
              <a:defRPr sz="2175" b="1">
                <a:solidFill>
                  <a:srgbClr val="246BCE"/>
                </a:solidFill>
                <a:latin typeface="Arial"/>
                <a:ea typeface="Arial"/>
                <a:cs typeface="Arial"/>
              </a:defRPr>
            </a:lvl6pPr>
            <a:lvl7pPr algn="ctr">
              <a:buNone/>
              <a:defRPr sz="2175" b="1">
                <a:solidFill>
                  <a:srgbClr val="246BCE"/>
                </a:solidFill>
                <a:latin typeface="Arial"/>
                <a:ea typeface="Arial"/>
                <a:cs typeface="Arial"/>
              </a:defRPr>
            </a:lvl7pPr>
            <a:lvl8pPr algn="ctr">
              <a:buNone/>
              <a:defRPr sz="2175" b="1">
                <a:solidFill>
                  <a:srgbClr val="246BCE"/>
                </a:solidFill>
                <a:latin typeface="Arial"/>
                <a:ea typeface="Arial"/>
                <a:cs typeface="Arial"/>
              </a:defRPr>
            </a:lvl8pPr>
            <a:lvl9pPr algn="ctr">
              <a:buNone/>
              <a:defRPr sz="2175" b="1">
                <a:solidFill>
                  <a:srgbClr val="246BCE"/>
                </a:solidFill>
                <a:latin typeface="Arial"/>
                <a:ea typeface="Arial"/>
                <a:cs typeface="Arial"/>
              </a:defRPr>
            </a:lvl9pPr>
          </a:lstStyle>
          <a:p xmlns:a="http://schemas.openxmlformats.org/drawingml/2006/main">
            <a:pPr algn="ctr">
              <a:buNone/>
              <a:defRPr sz="2175" b="1">
                <a:solidFill>
                  <a:srgbClr val="246BCE"/>
                </a:solidFill>
                <a:latin typeface="Arial"/>
                <a:ea typeface="Arial"/>
                <a:cs typeface="Arial"/>
              </a:defRPr>
            </a:pPr>
            <a:r>
              <a:rPr sz="2175" b="1">
                <a:solidFill>
                  <a:srgbClr val="246BCE"/>
                </a:solidFill>
                <a:latin typeface="Arial"/>
                <a:ea typeface="Arial"/>
                <a:cs typeface="Arial"/>
              </a:rPr>
              <a:t>5</a:t>
            </a:r>
          </a:p>
        </p:txBody>
      </p:sp>
      <p:sp>
        <p:nvSpPr>
          <p:cNvPr id="23" name="diagram-170">
            <a:extLst xmlns:a="http://schemas.openxmlformats.org/drawingml/2006/main">
              <a:ext uri="{FF2B5EF4-FFF2-40B4-BE49-F238E27FC236}">
                <a16:creationId xmlns:a16="http://schemas.microsoft.com/office/drawing/2014/main" id="{43532047-7F38-4573-AE02-978B32D09956}"/>
              </a:ext>
            </a:extLst>
          </p:cNvPr>
          <p:cNvSpPr>
            <a:spLocks xmlns:a="http://schemas.openxmlformats.org/drawingml/2006/main" noGrp="1"/>
          </p:cNvSpPr>
          <p:nvPr/>
        </p:nvSpPr>
        <p:spPr>
          <a:xfrm xmlns:a="http://schemas.openxmlformats.org/drawingml/2006/main">
            <a:off x="819150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buNone/>
              <a:defRPr sz="1800" b="1">
                <a:solidFill>
                  <a:srgbClr val="246BCE"/>
                </a:solidFill>
                <a:latin typeface="Arial"/>
                <a:ea typeface="Arial"/>
                <a:cs typeface="Arial"/>
              </a:defRPr>
            </a:lvl1pPr>
            <a:lvl2pPr algn="ctr">
              <a:buNone/>
              <a:defRPr sz="1800" b="1">
                <a:solidFill>
                  <a:srgbClr val="246BCE"/>
                </a:solidFill>
                <a:latin typeface="Arial"/>
                <a:ea typeface="Arial"/>
                <a:cs typeface="Arial"/>
              </a:defRPr>
            </a:lvl2pPr>
            <a:lvl3pPr algn="ctr">
              <a:buNone/>
              <a:defRPr sz="1800" b="1">
                <a:solidFill>
                  <a:srgbClr val="246BCE"/>
                </a:solidFill>
                <a:latin typeface="Arial"/>
                <a:ea typeface="Arial"/>
                <a:cs typeface="Arial"/>
              </a:defRPr>
            </a:lvl3pPr>
            <a:lvl4pPr algn="ctr">
              <a:buNone/>
              <a:defRPr sz="1800" b="1">
                <a:solidFill>
                  <a:srgbClr val="246BCE"/>
                </a:solidFill>
                <a:latin typeface="Arial"/>
                <a:ea typeface="Arial"/>
                <a:cs typeface="Arial"/>
              </a:defRPr>
            </a:lvl4pPr>
            <a:lvl5pPr algn="ctr">
              <a:buNone/>
              <a:defRPr sz="1800" b="1">
                <a:solidFill>
                  <a:srgbClr val="246BCE"/>
                </a:solidFill>
                <a:latin typeface="Arial"/>
                <a:ea typeface="Arial"/>
                <a:cs typeface="Arial"/>
              </a:defRPr>
            </a:lvl5pPr>
            <a:lvl6pPr algn="ctr">
              <a:buNone/>
              <a:defRPr sz="1800" b="1">
                <a:solidFill>
                  <a:srgbClr val="246BCE"/>
                </a:solidFill>
                <a:latin typeface="Arial"/>
                <a:ea typeface="Arial"/>
                <a:cs typeface="Arial"/>
              </a:defRPr>
            </a:lvl6pPr>
            <a:lvl7pPr algn="ctr">
              <a:buNone/>
              <a:defRPr sz="1800" b="1">
                <a:solidFill>
                  <a:srgbClr val="246BCE"/>
                </a:solidFill>
                <a:latin typeface="Arial"/>
                <a:ea typeface="Arial"/>
                <a:cs typeface="Arial"/>
              </a:defRPr>
            </a:lvl7pPr>
            <a:lvl8pPr algn="ctr">
              <a:buNone/>
              <a:defRPr sz="1800" b="1">
                <a:solidFill>
                  <a:srgbClr val="246BCE"/>
                </a:solidFill>
                <a:latin typeface="Arial"/>
                <a:ea typeface="Arial"/>
                <a:cs typeface="Arial"/>
              </a:defRPr>
            </a:lvl8pPr>
            <a:lvl9pPr algn="ctr">
              <a:buNone/>
              <a:defRPr sz="1800" b="1">
                <a:solidFill>
                  <a:srgbClr val="246BCE"/>
                </a:solidFill>
                <a:latin typeface="Arial"/>
                <a:ea typeface="Arial"/>
                <a:cs typeface="Arial"/>
              </a:defRPr>
            </a:lvl9pPr>
          </a:lstStyle>
          <a:p xmlns:a="http://schemas.openxmlformats.org/drawingml/2006/main">
            <a:pPr algn="ctr">
              <a:buNone/>
              <a:defRPr sz="1800" b="1">
                <a:solidFill>
                  <a:srgbClr val="246BCE"/>
                </a:solidFill>
                <a:latin typeface="Arial"/>
                <a:ea typeface="Arial"/>
                <a:cs typeface="Arial"/>
              </a:defRPr>
            </a:pPr>
            <a:r>
              <a:rPr sz="1800" b="1">
                <a:solidFill>
                  <a:srgbClr val="246BCE"/>
                </a:solidFill>
                <a:latin typeface="Arial"/>
                <a:ea typeface="Arial"/>
                <a:cs typeface="Arial"/>
              </a:rPr>
              <a:t>Tuần 5</a:t>
            </a:r>
          </a:p>
        </p:txBody>
      </p:sp>
      <p:sp>
        <p:nvSpPr>
          <p:cNvPr id="24" name="diagram-171">
            <a:extLst xmlns:a="http://schemas.openxmlformats.org/drawingml/2006/main">
              <a:ext uri="{FF2B5EF4-FFF2-40B4-BE49-F238E27FC236}">
                <a16:creationId xmlns:a16="http://schemas.microsoft.com/office/drawing/2014/main" id="{98CAF656-9809-497C-8866-0A316E8029FF}"/>
              </a:ext>
            </a:extLst>
          </p:cNvPr>
          <p:cNvSpPr>
            <a:spLocks xmlns:a="http://schemas.openxmlformats.org/drawingml/2006/main" noGrp="1"/>
          </p:cNvSpPr>
          <p:nvPr/>
        </p:nvSpPr>
        <p:spPr>
          <a:xfrm xmlns:a="http://schemas.openxmlformats.org/drawingml/2006/main">
            <a:off x="812482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Sửa theo</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phản hồi</a:t>
            </a:r>
          </a:p>
        </p:txBody>
      </p:sp>
      <p:sp>
        <p:nvSpPr>
          <p:cNvPr id="25" name="diagram-172">
            <a:extLst xmlns:a="http://schemas.openxmlformats.org/drawingml/2006/main">
              <a:ext uri="{FF2B5EF4-FFF2-40B4-BE49-F238E27FC236}">
                <a16:creationId xmlns:a16="http://schemas.microsoft.com/office/drawing/2014/main" id="{50D4A30B-836D-4A6E-A986-54BD5B52273E}"/>
              </a:ext>
            </a:extLst>
          </p:cNvPr>
          <p:cNvSpPr>
            <a:spLocks xmlns:a="http://schemas.openxmlformats.org/drawingml/2006/main" noGrp="1"/>
          </p:cNvSpPr>
          <p:nvPr/>
        </p:nvSpPr>
        <p:spPr>
          <a:xfrm xmlns:a="http://schemas.openxmlformats.org/drawingml/2006/main">
            <a:off x="1057275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26" name="diagram-173">
            <a:extLst xmlns:a="http://schemas.openxmlformats.org/drawingml/2006/main">
              <a:ext uri="{FF2B5EF4-FFF2-40B4-BE49-F238E27FC236}">
                <a16:creationId xmlns:a16="http://schemas.microsoft.com/office/drawing/2014/main" id="{77A6312A-BF72-4506-A2E6-E80C619AD56A}"/>
              </a:ext>
            </a:extLst>
          </p:cNvPr>
          <p:cNvSpPr>
            <a:spLocks xmlns:a="http://schemas.openxmlformats.org/drawingml/2006/main" noGrp="1"/>
          </p:cNvSpPr>
          <p:nvPr/>
        </p:nvSpPr>
        <p:spPr>
          <a:xfrm xmlns:a="http://schemas.openxmlformats.org/drawingml/2006/main">
            <a:off x="1057275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buNone/>
              <a:defRPr sz="2175" b="1">
                <a:solidFill>
                  <a:srgbClr val="246BCE"/>
                </a:solidFill>
                <a:latin typeface="Arial"/>
                <a:ea typeface="Arial"/>
                <a:cs typeface="Arial"/>
              </a:defRPr>
            </a:lvl1pPr>
            <a:lvl2pPr algn="ctr">
              <a:buNone/>
              <a:defRPr sz="2175" b="1">
                <a:solidFill>
                  <a:srgbClr val="246BCE"/>
                </a:solidFill>
                <a:latin typeface="Arial"/>
                <a:ea typeface="Arial"/>
                <a:cs typeface="Arial"/>
              </a:defRPr>
            </a:lvl2pPr>
            <a:lvl3pPr algn="ctr">
              <a:buNone/>
              <a:defRPr sz="2175" b="1">
                <a:solidFill>
                  <a:srgbClr val="246BCE"/>
                </a:solidFill>
                <a:latin typeface="Arial"/>
                <a:ea typeface="Arial"/>
                <a:cs typeface="Arial"/>
              </a:defRPr>
            </a:lvl3pPr>
            <a:lvl4pPr algn="ctr">
              <a:buNone/>
              <a:defRPr sz="2175" b="1">
                <a:solidFill>
                  <a:srgbClr val="246BCE"/>
                </a:solidFill>
                <a:latin typeface="Arial"/>
                <a:ea typeface="Arial"/>
                <a:cs typeface="Arial"/>
              </a:defRPr>
            </a:lvl4pPr>
            <a:lvl5pPr algn="ctr">
              <a:buNone/>
              <a:defRPr sz="2175" b="1">
                <a:solidFill>
                  <a:srgbClr val="246BCE"/>
                </a:solidFill>
                <a:latin typeface="Arial"/>
                <a:ea typeface="Arial"/>
                <a:cs typeface="Arial"/>
              </a:defRPr>
            </a:lvl5pPr>
            <a:lvl6pPr algn="ctr">
              <a:buNone/>
              <a:defRPr sz="2175" b="1">
                <a:solidFill>
                  <a:srgbClr val="246BCE"/>
                </a:solidFill>
                <a:latin typeface="Arial"/>
                <a:ea typeface="Arial"/>
                <a:cs typeface="Arial"/>
              </a:defRPr>
            </a:lvl6pPr>
            <a:lvl7pPr algn="ctr">
              <a:buNone/>
              <a:defRPr sz="2175" b="1">
                <a:solidFill>
                  <a:srgbClr val="246BCE"/>
                </a:solidFill>
                <a:latin typeface="Arial"/>
                <a:ea typeface="Arial"/>
                <a:cs typeface="Arial"/>
              </a:defRPr>
            </a:lvl7pPr>
            <a:lvl8pPr algn="ctr">
              <a:buNone/>
              <a:defRPr sz="2175" b="1">
                <a:solidFill>
                  <a:srgbClr val="246BCE"/>
                </a:solidFill>
                <a:latin typeface="Arial"/>
                <a:ea typeface="Arial"/>
                <a:cs typeface="Arial"/>
              </a:defRPr>
            </a:lvl8pPr>
            <a:lvl9pPr algn="ctr">
              <a:buNone/>
              <a:defRPr sz="2175" b="1">
                <a:solidFill>
                  <a:srgbClr val="246BCE"/>
                </a:solidFill>
                <a:latin typeface="Arial"/>
                <a:ea typeface="Arial"/>
                <a:cs typeface="Arial"/>
              </a:defRPr>
            </a:lvl9pPr>
          </a:lstStyle>
          <a:p xmlns:a="http://schemas.openxmlformats.org/drawingml/2006/main">
            <a:pPr algn="ctr">
              <a:buNone/>
              <a:defRPr sz="2175" b="1">
                <a:solidFill>
                  <a:srgbClr val="246BCE"/>
                </a:solidFill>
                <a:latin typeface="Arial"/>
                <a:ea typeface="Arial"/>
                <a:cs typeface="Arial"/>
              </a:defRPr>
            </a:pPr>
            <a:r>
              <a:rPr sz="2175" b="1">
                <a:solidFill>
                  <a:srgbClr val="246BCE"/>
                </a:solidFill>
                <a:latin typeface="Arial"/>
                <a:ea typeface="Arial"/>
                <a:cs typeface="Arial"/>
              </a:rPr>
              <a:t>6</a:t>
            </a:r>
          </a:p>
        </p:txBody>
      </p:sp>
      <p:sp>
        <p:nvSpPr>
          <p:cNvPr id="27" name="diagram-174">
            <a:extLst xmlns:a="http://schemas.openxmlformats.org/drawingml/2006/main">
              <a:ext uri="{FF2B5EF4-FFF2-40B4-BE49-F238E27FC236}">
                <a16:creationId xmlns:a16="http://schemas.microsoft.com/office/drawing/2014/main" id="{E9CE791F-9B88-4D71-87B4-0ADD714C620F}"/>
              </a:ext>
            </a:extLst>
          </p:cNvPr>
          <p:cNvSpPr>
            <a:spLocks xmlns:a="http://schemas.openxmlformats.org/drawingml/2006/main" noGrp="1"/>
          </p:cNvSpPr>
          <p:nvPr/>
        </p:nvSpPr>
        <p:spPr>
          <a:xfrm xmlns:a="http://schemas.openxmlformats.org/drawingml/2006/main">
            <a:off x="1014412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buNone/>
              <a:defRPr sz="1800" b="1">
                <a:solidFill>
                  <a:srgbClr val="246BCE"/>
                </a:solidFill>
                <a:latin typeface="Arial"/>
                <a:ea typeface="Arial"/>
                <a:cs typeface="Arial"/>
              </a:defRPr>
            </a:lvl1pPr>
            <a:lvl2pPr algn="ctr">
              <a:buNone/>
              <a:defRPr sz="1800" b="1">
                <a:solidFill>
                  <a:srgbClr val="246BCE"/>
                </a:solidFill>
                <a:latin typeface="Arial"/>
                <a:ea typeface="Arial"/>
                <a:cs typeface="Arial"/>
              </a:defRPr>
            </a:lvl2pPr>
            <a:lvl3pPr algn="ctr">
              <a:buNone/>
              <a:defRPr sz="1800" b="1">
                <a:solidFill>
                  <a:srgbClr val="246BCE"/>
                </a:solidFill>
                <a:latin typeface="Arial"/>
                <a:ea typeface="Arial"/>
                <a:cs typeface="Arial"/>
              </a:defRPr>
            </a:lvl3pPr>
            <a:lvl4pPr algn="ctr">
              <a:buNone/>
              <a:defRPr sz="1800" b="1">
                <a:solidFill>
                  <a:srgbClr val="246BCE"/>
                </a:solidFill>
                <a:latin typeface="Arial"/>
                <a:ea typeface="Arial"/>
                <a:cs typeface="Arial"/>
              </a:defRPr>
            </a:lvl4pPr>
            <a:lvl5pPr algn="ctr">
              <a:buNone/>
              <a:defRPr sz="1800" b="1">
                <a:solidFill>
                  <a:srgbClr val="246BCE"/>
                </a:solidFill>
                <a:latin typeface="Arial"/>
                <a:ea typeface="Arial"/>
                <a:cs typeface="Arial"/>
              </a:defRPr>
            </a:lvl5pPr>
            <a:lvl6pPr algn="ctr">
              <a:buNone/>
              <a:defRPr sz="1800" b="1">
                <a:solidFill>
                  <a:srgbClr val="246BCE"/>
                </a:solidFill>
                <a:latin typeface="Arial"/>
                <a:ea typeface="Arial"/>
                <a:cs typeface="Arial"/>
              </a:defRPr>
            </a:lvl6pPr>
            <a:lvl7pPr algn="ctr">
              <a:buNone/>
              <a:defRPr sz="1800" b="1">
                <a:solidFill>
                  <a:srgbClr val="246BCE"/>
                </a:solidFill>
                <a:latin typeface="Arial"/>
                <a:ea typeface="Arial"/>
                <a:cs typeface="Arial"/>
              </a:defRPr>
            </a:lvl7pPr>
            <a:lvl8pPr algn="ctr">
              <a:buNone/>
              <a:defRPr sz="1800" b="1">
                <a:solidFill>
                  <a:srgbClr val="246BCE"/>
                </a:solidFill>
                <a:latin typeface="Arial"/>
                <a:ea typeface="Arial"/>
                <a:cs typeface="Arial"/>
              </a:defRPr>
            </a:lvl8pPr>
            <a:lvl9pPr algn="ctr">
              <a:buNone/>
              <a:defRPr sz="1800" b="1">
                <a:solidFill>
                  <a:srgbClr val="246BCE"/>
                </a:solidFill>
                <a:latin typeface="Arial"/>
                <a:ea typeface="Arial"/>
                <a:cs typeface="Arial"/>
              </a:defRPr>
            </a:lvl9pPr>
          </a:lstStyle>
          <a:p xmlns:a="http://schemas.openxmlformats.org/drawingml/2006/main">
            <a:pPr algn="ctr">
              <a:buNone/>
              <a:defRPr sz="1800" b="1">
                <a:solidFill>
                  <a:srgbClr val="246BCE"/>
                </a:solidFill>
                <a:latin typeface="Arial"/>
                <a:ea typeface="Arial"/>
                <a:cs typeface="Arial"/>
              </a:defRPr>
            </a:pPr>
            <a:r>
              <a:rPr sz="1800" b="1">
                <a:solidFill>
                  <a:srgbClr val="246BCE"/>
                </a:solidFill>
                <a:latin typeface="Arial"/>
                <a:ea typeface="Arial"/>
                <a:cs typeface="Arial"/>
              </a:rPr>
              <a:t>Tuần 6</a:t>
            </a:r>
          </a:p>
        </p:txBody>
      </p:sp>
      <p:sp>
        <p:nvSpPr>
          <p:cNvPr id="28" name="diagram-175">
            <a:extLst xmlns:a="http://schemas.openxmlformats.org/drawingml/2006/main">
              <a:ext uri="{FF2B5EF4-FFF2-40B4-BE49-F238E27FC236}">
                <a16:creationId xmlns:a16="http://schemas.microsoft.com/office/drawing/2014/main" id="{AB85CA77-9E4E-47F0-B885-1D94DABAC45D}"/>
              </a:ext>
            </a:extLst>
          </p:cNvPr>
          <p:cNvSpPr>
            <a:spLocks xmlns:a="http://schemas.openxmlformats.org/drawingml/2006/main" noGrp="1"/>
          </p:cNvSpPr>
          <p:nvPr/>
        </p:nvSpPr>
        <p:spPr>
          <a:xfrm xmlns:a="http://schemas.openxmlformats.org/drawingml/2006/main">
            <a:off x="1007745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buNone/>
              <a:defRPr sz="1800" b="1">
                <a:solidFill>
                  <a:srgbClr val="102A43"/>
                </a:solidFill>
                <a:latin typeface="Arial"/>
                <a:ea typeface="Arial"/>
                <a:cs typeface="Arial"/>
              </a:defRPr>
            </a:lvl1pPr>
            <a:lvl2pPr algn="ctr">
              <a:buNone/>
              <a:defRPr sz="1800" b="1">
                <a:solidFill>
                  <a:srgbClr val="102A43"/>
                </a:solidFill>
                <a:latin typeface="Arial"/>
                <a:ea typeface="Arial"/>
                <a:cs typeface="Arial"/>
              </a:defRPr>
            </a:lvl2pPr>
            <a:lvl3pPr algn="ctr">
              <a:buNone/>
              <a:defRPr sz="1800" b="1">
                <a:solidFill>
                  <a:srgbClr val="102A43"/>
                </a:solidFill>
                <a:latin typeface="Arial"/>
                <a:ea typeface="Arial"/>
                <a:cs typeface="Arial"/>
              </a:defRPr>
            </a:lvl3pPr>
            <a:lvl4pPr algn="ctr">
              <a:buNone/>
              <a:defRPr sz="1800" b="1">
                <a:solidFill>
                  <a:srgbClr val="102A43"/>
                </a:solidFill>
                <a:latin typeface="Arial"/>
                <a:ea typeface="Arial"/>
                <a:cs typeface="Arial"/>
              </a:defRPr>
            </a:lvl4pPr>
            <a:lvl5pPr algn="ctr">
              <a:buNone/>
              <a:defRPr sz="1800" b="1">
                <a:solidFill>
                  <a:srgbClr val="102A43"/>
                </a:solidFill>
                <a:latin typeface="Arial"/>
                <a:ea typeface="Arial"/>
                <a:cs typeface="Arial"/>
              </a:defRPr>
            </a:lvl5pPr>
            <a:lvl6pPr algn="ctr">
              <a:buNone/>
              <a:defRPr sz="1800" b="1">
                <a:solidFill>
                  <a:srgbClr val="102A43"/>
                </a:solidFill>
                <a:latin typeface="Arial"/>
                <a:ea typeface="Arial"/>
                <a:cs typeface="Arial"/>
              </a:defRPr>
            </a:lvl6pPr>
            <a:lvl7pPr algn="ctr">
              <a:buNone/>
              <a:defRPr sz="1800" b="1">
                <a:solidFill>
                  <a:srgbClr val="102A43"/>
                </a:solidFill>
                <a:latin typeface="Arial"/>
                <a:ea typeface="Arial"/>
                <a:cs typeface="Arial"/>
              </a:defRPr>
            </a:lvl7pPr>
            <a:lvl8pPr algn="ctr">
              <a:buNone/>
              <a:defRPr sz="1800" b="1">
                <a:solidFill>
                  <a:srgbClr val="102A43"/>
                </a:solidFill>
                <a:latin typeface="Arial"/>
                <a:ea typeface="Arial"/>
                <a:cs typeface="Arial"/>
              </a:defRPr>
            </a:lvl8pPr>
            <a:lvl9pPr algn="ctr">
              <a:buNone/>
              <a:defRPr sz="1800" b="1">
                <a:solidFill>
                  <a:srgbClr val="102A43"/>
                </a:solidFill>
                <a:latin typeface="Arial"/>
                <a:ea typeface="Arial"/>
                <a:cs typeface="Arial"/>
              </a:defRPr>
            </a:lvl9pPr>
          </a:lstStyle>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Hoàn thiện</a:t>
            </a:r>
          </a:p>
          <a:p xmlns:a="http://schemas.openxmlformats.org/drawingml/2006/main">
            <a:pPr algn="ctr">
              <a:buNone/>
              <a:defRPr sz="1800" b="1">
                <a:solidFill>
                  <a:srgbClr val="102A43"/>
                </a:solidFill>
                <a:latin typeface="Arial"/>
                <a:ea typeface="Arial"/>
                <a:cs typeface="Arial"/>
              </a:defRPr>
            </a:pPr>
            <a:r>
              <a:rPr sz="1800" b="1">
                <a:solidFill>
                  <a:srgbClr val="102A43"/>
                </a:solidFill>
                <a:latin typeface="Arial"/>
                <a:ea typeface="Arial"/>
                <a:cs typeface="Arial"/>
              </a:rPr>
              <a:t>và demo</a:t>
            </a:r>
          </a:p>
        </p:txBody>
      </p:sp>
      <p:pic>
        <p:nvPicPr>
          <p:cNvPr id="29" name="">
            <a:extLst xmlns:a="http://schemas.openxmlformats.org/drawingml/2006/main">
              <a:ext uri="{FF2B5EF4-FFF2-40B4-BE49-F238E27FC236}">
                <a16:creationId xmlns:a16="http://schemas.microsoft.com/office/drawing/2014/main" id="{ABB62DDE-B5F1-4906-949D-79FD2B104050}"/>
              </a:ext>
            </a:extLst>
          </p:cNvPr>
          <p:cNvPicPr>
            <a:picLocks xmlns:a="http://schemas.openxmlformats.org/drawingml/2006/main" noChangeAspect="1"/>
          </p:cNvPicPr>
          <p:nvPr/>
        </p:nvPicPr>
        <p:blipFill>
          <a:blip xmlns:r="http://schemas.openxmlformats.org/officeDocument/2006/relationships" xmlns:a="http://schemas.openxmlformats.org/drawingml/2006/main" r:embed="R2ecb438185644e2c"/>
          <a:stretch xmlns:a="http://schemas.openxmlformats.org/drawingml/2006/main"/>
        </p:blipFill>
        <p:spPr>
          <a:xfrm xmlns:a="http://schemas.openxmlformats.org/drawingml/2006/main">
            <a:off x="1509713" y="4410075"/>
            <a:ext cx="2600325" cy="1733550"/>
          </a:xfrm>
          <a:prstGeom xmlns:a="http://schemas.openxmlformats.org/drawingml/2006/main" prst="rect">
            <a:avLst/>
          </a:prstGeom>
        </p:spPr>
      </p:pic>
      <p:sp>
        <p:nvSpPr>
          <p:cNvPr id="30" name="diagram-176">
            <a:extLst xmlns:a="http://schemas.openxmlformats.org/drawingml/2006/main">
              <a:ext uri="{FF2B5EF4-FFF2-40B4-BE49-F238E27FC236}">
                <a16:creationId xmlns:a16="http://schemas.microsoft.com/office/drawing/2014/main" id="{0B71302F-B11C-4914-A17F-B4B27E2CD6F9}"/>
              </a:ext>
            </a:extLst>
          </p:cNvPr>
          <p:cNvSpPr>
            <a:spLocks xmlns:a="http://schemas.openxmlformats.org/drawingml/2006/main" noGrp="1"/>
          </p:cNvSpPr>
          <p:nvPr/>
        </p:nvSpPr>
        <p:spPr>
          <a:xfrm xmlns:a="http://schemas.openxmlformats.org/drawingml/2006/main">
            <a:off x="5715000" y="451485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246BCE"/>
                </a:solidFill>
                <a:latin typeface="Arial"/>
                <a:ea typeface="Arial"/>
                <a:cs typeface="Arial"/>
              </a:defRPr>
            </a:defPPr>
            <a:lvl1pPr algn="l">
              <a:buNone/>
              <a:defRPr sz="1950" b="1">
                <a:solidFill>
                  <a:srgbClr val="246BCE"/>
                </a:solidFill>
                <a:latin typeface="Arial"/>
                <a:ea typeface="Arial"/>
                <a:cs typeface="Arial"/>
              </a:defRPr>
            </a:lvl1pPr>
            <a:lvl2pPr algn="l">
              <a:buNone/>
              <a:defRPr sz="1950" b="1">
                <a:solidFill>
                  <a:srgbClr val="246BCE"/>
                </a:solidFill>
                <a:latin typeface="Arial"/>
                <a:ea typeface="Arial"/>
                <a:cs typeface="Arial"/>
              </a:defRPr>
            </a:lvl2pPr>
            <a:lvl3pPr algn="l">
              <a:buNone/>
              <a:defRPr sz="1950" b="1">
                <a:solidFill>
                  <a:srgbClr val="246BCE"/>
                </a:solidFill>
                <a:latin typeface="Arial"/>
                <a:ea typeface="Arial"/>
                <a:cs typeface="Arial"/>
              </a:defRPr>
            </a:lvl3pPr>
            <a:lvl4pPr algn="l">
              <a:buNone/>
              <a:defRPr sz="1950" b="1">
                <a:solidFill>
                  <a:srgbClr val="246BCE"/>
                </a:solidFill>
                <a:latin typeface="Arial"/>
                <a:ea typeface="Arial"/>
                <a:cs typeface="Arial"/>
              </a:defRPr>
            </a:lvl4pPr>
            <a:lvl5pPr algn="l">
              <a:buNone/>
              <a:defRPr sz="1950" b="1">
                <a:solidFill>
                  <a:srgbClr val="246BCE"/>
                </a:solidFill>
                <a:latin typeface="Arial"/>
                <a:ea typeface="Arial"/>
                <a:cs typeface="Arial"/>
              </a:defRPr>
            </a:lvl5pPr>
            <a:lvl6pPr algn="l">
              <a:buNone/>
              <a:defRPr sz="1950" b="1">
                <a:solidFill>
                  <a:srgbClr val="246BCE"/>
                </a:solidFill>
                <a:latin typeface="Arial"/>
                <a:ea typeface="Arial"/>
                <a:cs typeface="Arial"/>
              </a:defRPr>
            </a:lvl6pPr>
            <a:lvl7pPr algn="l">
              <a:buNone/>
              <a:defRPr sz="1950" b="1">
                <a:solidFill>
                  <a:srgbClr val="246BCE"/>
                </a:solidFill>
                <a:latin typeface="Arial"/>
                <a:ea typeface="Arial"/>
                <a:cs typeface="Arial"/>
              </a:defRPr>
            </a:lvl7pPr>
            <a:lvl8pPr algn="l">
              <a:buNone/>
              <a:defRPr sz="1950" b="1">
                <a:solidFill>
                  <a:srgbClr val="246BCE"/>
                </a:solidFill>
                <a:latin typeface="Arial"/>
                <a:ea typeface="Arial"/>
                <a:cs typeface="Arial"/>
              </a:defRPr>
            </a:lvl8pPr>
            <a:lvl9pPr algn="l">
              <a:buNone/>
              <a:defRPr sz="1950" b="1">
                <a:solidFill>
                  <a:srgbClr val="246BCE"/>
                </a:solidFill>
                <a:latin typeface="Arial"/>
                <a:ea typeface="Arial"/>
                <a:cs typeface="Arial"/>
              </a:defRPr>
            </a:lvl9pPr>
          </a:lstStyle>
          <a:p xmlns:a="http://schemas.openxmlformats.org/drawingml/2006/main">
            <a:pPr algn="l">
              <a:buNone/>
              <a:defRPr sz="1950" b="1">
                <a:solidFill>
                  <a:srgbClr val="246BCE"/>
                </a:solidFill>
                <a:latin typeface="Arial"/>
                <a:ea typeface="Arial"/>
                <a:cs typeface="Arial"/>
              </a:defRPr>
            </a:pPr>
            <a:r>
              <a:rPr sz="1800" b="1">
                <a:solidFill>
                  <a:srgbClr val="246BCE"/>
                </a:solidFill>
                <a:latin typeface="Arial"/>
                <a:ea typeface="Arial"/>
                <a:cs typeface="Arial"/>
              </a:rPr>
              <a:t>Chia việc: rõ người, hạn và đầu ra</a:t>
            </a:r>
          </a:p>
        </p:txBody>
      </p:sp>
      <p:sp>
        <p:nvSpPr>
          <p:cNvPr id="31" name="diagram-177">
            <a:extLst xmlns:a="http://schemas.openxmlformats.org/drawingml/2006/main">
              <a:ext uri="{FF2B5EF4-FFF2-40B4-BE49-F238E27FC236}">
                <a16:creationId xmlns:a16="http://schemas.microsoft.com/office/drawing/2014/main" id="{24ECDCAB-218D-4493-B6D5-422120B2BAEB}"/>
              </a:ext>
            </a:extLst>
          </p:cNvPr>
          <p:cNvSpPr>
            <a:spLocks xmlns:a="http://schemas.openxmlformats.org/drawingml/2006/main" noGrp="1"/>
          </p:cNvSpPr>
          <p:nvPr/>
        </p:nvSpPr>
        <p:spPr>
          <a:xfrm xmlns:a="http://schemas.openxmlformats.org/drawingml/2006/main">
            <a:off x="5715000" y="506730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02A43"/>
                </a:solidFill>
                <a:latin typeface="Arial"/>
                <a:ea typeface="Arial"/>
                <a:cs typeface="Arial"/>
              </a:defRPr>
            </a:defPPr>
            <a:lvl1pPr algn="l">
              <a:buNone/>
              <a:defRPr sz="1950" b="1">
                <a:solidFill>
                  <a:srgbClr val="102A43"/>
                </a:solidFill>
                <a:latin typeface="Arial"/>
                <a:ea typeface="Arial"/>
                <a:cs typeface="Arial"/>
              </a:defRPr>
            </a:lvl1pPr>
            <a:lvl2pPr algn="l">
              <a:buNone/>
              <a:defRPr sz="1950" b="1">
                <a:solidFill>
                  <a:srgbClr val="102A43"/>
                </a:solidFill>
                <a:latin typeface="Arial"/>
                <a:ea typeface="Arial"/>
                <a:cs typeface="Arial"/>
              </a:defRPr>
            </a:lvl2pPr>
            <a:lvl3pPr algn="l">
              <a:buNone/>
              <a:defRPr sz="1950" b="1">
                <a:solidFill>
                  <a:srgbClr val="102A43"/>
                </a:solidFill>
                <a:latin typeface="Arial"/>
                <a:ea typeface="Arial"/>
                <a:cs typeface="Arial"/>
              </a:defRPr>
            </a:lvl3pPr>
            <a:lvl4pPr algn="l">
              <a:buNone/>
              <a:defRPr sz="1950" b="1">
                <a:solidFill>
                  <a:srgbClr val="102A43"/>
                </a:solidFill>
                <a:latin typeface="Arial"/>
                <a:ea typeface="Arial"/>
                <a:cs typeface="Arial"/>
              </a:defRPr>
            </a:lvl4pPr>
            <a:lvl5pPr algn="l">
              <a:buNone/>
              <a:defRPr sz="1950" b="1">
                <a:solidFill>
                  <a:srgbClr val="102A43"/>
                </a:solidFill>
                <a:latin typeface="Arial"/>
                <a:ea typeface="Arial"/>
                <a:cs typeface="Arial"/>
              </a:defRPr>
            </a:lvl5pPr>
            <a:lvl6pPr algn="l">
              <a:buNone/>
              <a:defRPr sz="1950" b="1">
                <a:solidFill>
                  <a:srgbClr val="102A43"/>
                </a:solidFill>
                <a:latin typeface="Arial"/>
                <a:ea typeface="Arial"/>
                <a:cs typeface="Arial"/>
              </a:defRPr>
            </a:lvl6pPr>
            <a:lvl7pPr algn="l">
              <a:buNone/>
              <a:defRPr sz="1950" b="1">
                <a:solidFill>
                  <a:srgbClr val="102A43"/>
                </a:solidFill>
                <a:latin typeface="Arial"/>
                <a:ea typeface="Arial"/>
                <a:cs typeface="Arial"/>
              </a:defRPr>
            </a:lvl7pPr>
            <a:lvl8pPr algn="l">
              <a:buNone/>
              <a:defRPr sz="1950" b="1">
                <a:solidFill>
                  <a:srgbClr val="102A43"/>
                </a:solidFill>
                <a:latin typeface="Arial"/>
                <a:ea typeface="Arial"/>
                <a:cs typeface="Arial"/>
              </a:defRPr>
            </a:lvl8pPr>
            <a:lvl9pPr algn="l">
              <a:buNone/>
              <a:defRPr sz="1950" b="1">
                <a:solidFill>
                  <a:srgbClr val="102A43"/>
                </a:solidFill>
                <a:latin typeface="Arial"/>
                <a:ea typeface="Arial"/>
                <a:cs typeface="Arial"/>
              </a:defRPr>
            </a:lvl9pPr>
          </a:lstStyle>
          <a:p xmlns:a="http://schemas.openxmlformats.org/drawingml/2006/main">
            <a:pPr algn="l">
              <a:buNone/>
              <a:defRPr sz="1950" b="1">
                <a:solidFill>
                  <a:srgbClr val="102A43"/>
                </a:solidFill>
                <a:latin typeface="Arial"/>
                <a:ea typeface="Arial"/>
                <a:cs typeface="Arial"/>
              </a:defRPr>
            </a:pPr>
            <a:r>
              <a:rPr sz="1800" b="1">
                <a:solidFill>
                  <a:srgbClr val="102A43"/>
                </a:solidFill>
                <a:latin typeface="Arial"/>
                <a:ea typeface="Arial"/>
                <a:cs typeface="Arial"/>
              </a:rPr>
              <a:t>Gỡ kẹt: hỗ trợ hoặc phân bổ lại việc</a:t>
            </a:r>
          </a:p>
        </p:txBody>
      </p:sp>
      <p:sp>
        <p:nvSpPr>
          <p:cNvPr id="32" name="diagram-178">
            <a:extLst xmlns:a="http://schemas.openxmlformats.org/drawingml/2006/main">
              <a:ext uri="{FF2B5EF4-FFF2-40B4-BE49-F238E27FC236}">
                <a16:creationId xmlns:a16="http://schemas.microsoft.com/office/drawing/2014/main" id="{380855E9-3AA2-4FF9-911E-DBB81121C269}"/>
              </a:ext>
            </a:extLst>
          </p:cNvPr>
          <p:cNvSpPr>
            <a:spLocks xmlns:a="http://schemas.openxmlformats.org/drawingml/2006/main" noGrp="1"/>
          </p:cNvSpPr>
          <p:nvPr/>
        </p:nvSpPr>
        <p:spPr>
          <a:xfrm xmlns:a="http://schemas.openxmlformats.org/drawingml/2006/main">
            <a:off x="5715000" y="561975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buNone/>
              <a:defRPr sz="1950" b="0">
                <a:solidFill>
                  <a:srgbClr val="526773"/>
                </a:solidFill>
                <a:latin typeface="Arial"/>
                <a:ea typeface="Arial"/>
                <a:cs typeface="Arial"/>
              </a:defRPr>
            </a:lvl1pPr>
            <a:lvl2pPr algn="l">
              <a:buNone/>
              <a:defRPr sz="1950" b="0">
                <a:solidFill>
                  <a:srgbClr val="526773"/>
                </a:solidFill>
                <a:latin typeface="Arial"/>
                <a:ea typeface="Arial"/>
                <a:cs typeface="Arial"/>
              </a:defRPr>
            </a:lvl2pPr>
            <a:lvl3pPr algn="l">
              <a:buNone/>
              <a:defRPr sz="1950" b="0">
                <a:solidFill>
                  <a:srgbClr val="526773"/>
                </a:solidFill>
                <a:latin typeface="Arial"/>
                <a:ea typeface="Arial"/>
                <a:cs typeface="Arial"/>
              </a:defRPr>
            </a:lvl3pPr>
            <a:lvl4pPr algn="l">
              <a:buNone/>
              <a:defRPr sz="1950" b="0">
                <a:solidFill>
                  <a:srgbClr val="526773"/>
                </a:solidFill>
                <a:latin typeface="Arial"/>
                <a:ea typeface="Arial"/>
                <a:cs typeface="Arial"/>
              </a:defRPr>
            </a:lvl4pPr>
            <a:lvl5pPr algn="l">
              <a:buNone/>
              <a:defRPr sz="1950" b="0">
                <a:solidFill>
                  <a:srgbClr val="526773"/>
                </a:solidFill>
                <a:latin typeface="Arial"/>
                <a:ea typeface="Arial"/>
                <a:cs typeface="Arial"/>
              </a:defRPr>
            </a:lvl5pPr>
            <a:lvl6pPr algn="l">
              <a:buNone/>
              <a:defRPr sz="1950" b="0">
                <a:solidFill>
                  <a:srgbClr val="526773"/>
                </a:solidFill>
                <a:latin typeface="Arial"/>
                <a:ea typeface="Arial"/>
                <a:cs typeface="Arial"/>
              </a:defRPr>
            </a:lvl6pPr>
            <a:lvl7pPr algn="l">
              <a:buNone/>
              <a:defRPr sz="1950" b="0">
                <a:solidFill>
                  <a:srgbClr val="526773"/>
                </a:solidFill>
                <a:latin typeface="Arial"/>
                <a:ea typeface="Arial"/>
                <a:cs typeface="Arial"/>
              </a:defRPr>
            </a:lvl7pPr>
            <a:lvl8pPr algn="l">
              <a:buNone/>
              <a:defRPr sz="1950" b="0">
                <a:solidFill>
                  <a:srgbClr val="526773"/>
                </a:solidFill>
                <a:latin typeface="Arial"/>
                <a:ea typeface="Arial"/>
                <a:cs typeface="Arial"/>
              </a:defRPr>
            </a:lvl8pPr>
            <a:lvl9pPr algn="l">
              <a:buNone/>
              <a:defRPr sz="1950" b="0">
                <a:solidFill>
                  <a:srgbClr val="526773"/>
                </a:solidFill>
                <a:latin typeface="Arial"/>
                <a:ea typeface="Arial"/>
                <a:cs typeface="Arial"/>
              </a:defRPr>
            </a:lvl9pPr>
          </a:lstStyle>
          <a:p xmlns:a="http://schemas.openxmlformats.org/drawingml/2006/main">
            <a:pPr algn="l">
              <a:buNone/>
              <a:defRPr sz="1950" b="0">
                <a:solidFill>
                  <a:srgbClr val="526773"/>
                </a:solidFill>
                <a:latin typeface="Arial"/>
                <a:ea typeface="Arial"/>
                <a:cs typeface="Arial"/>
              </a:defRPr>
            </a:pPr>
            <a:r>
              <a:rPr sz="1800" b="0">
                <a:solidFill>
                  <a:srgbClr val="526773"/>
                </a:solidFill>
                <a:latin typeface="Arial"/>
                <a:ea typeface="Arial"/>
                <a:cs typeface="Arial"/>
              </a:rPr>
              <a:t>Chất lượng: đọc chéo và thử người dùng</a:t>
            </a:r>
          </a:p>
        </p:txBody>
      </p:sp>
      <p:sp>
        <p:nvSpPr>
          <p:cNvPr id="33" name="diagram-179">
            <a:extLst xmlns:a="http://schemas.openxmlformats.org/drawingml/2006/main">
              <a:ext uri="{FF2B5EF4-FFF2-40B4-BE49-F238E27FC236}">
                <a16:creationId xmlns:a16="http://schemas.microsoft.com/office/drawing/2014/main" id="{6238ED2C-9EC7-4E50-BBA4-A55852100112}"/>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buNone/>
              <a:defRPr sz="1125" b="0">
                <a:solidFill>
                  <a:srgbClr val="526773"/>
                </a:solidFill>
                <a:latin typeface="Arial"/>
                <a:ea typeface="Arial"/>
                <a:cs typeface="Arial"/>
              </a:defRPr>
            </a:lvl1pPr>
            <a:lvl2pPr algn="l">
              <a:buNone/>
              <a:defRPr sz="1125" b="0">
                <a:solidFill>
                  <a:srgbClr val="526773"/>
                </a:solidFill>
                <a:latin typeface="Arial"/>
                <a:ea typeface="Arial"/>
                <a:cs typeface="Arial"/>
              </a:defRPr>
            </a:lvl2pPr>
            <a:lvl3pPr algn="l">
              <a:buNone/>
              <a:defRPr sz="1125" b="0">
                <a:solidFill>
                  <a:srgbClr val="526773"/>
                </a:solidFill>
                <a:latin typeface="Arial"/>
                <a:ea typeface="Arial"/>
                <a:cs typeface="Arial"/>
              </a:defRPr>
            </a:lvl3pPr>
            <a:lvl4pPr algn="l">
              <a:buNone/>
              <a:defRPr sz="1125" b="0">
                <a:solidFill>
                  <a:srgbClr val="526773"/>
                </a:solidFill>
                <a:latin typeface="Arial"/>
                <a:ea typeface="Arial"/>
                <a:cs typeface="Arial"/>
              </a:defRPr>
            </a:lvl4pPr>
            <a:lvl5pPr algn="l">
              <a:buNone/>
              <a:defRPr sz="1125" b="0">
                <a:solidFill>
                  <a:srgbClr val="526773"/>
                </a:solidFill>
                <a:latin typeface="Arial"/>
                <a:ea typeface="Arial"/>
                <a:cs typeface="Arial"/>
              </a:defRPr>
            </a:lvl5pPr>
            <a:lvl6pPr algn="l">
              <a:buNone/>
              <a:defRPr sz="1125" b="0">
                <a:solidFill>
                  <a:srgbClr val="526773"/>
                </a:solidFill>
                <a:latin typeface="Arial"/>
                <a:ea typeface="Arial"/>
                <a:cs typeface="Arial"/>
              </a:defRPr>
            </a:lvl6pPr>
            <a:lvl7pPr algn="l">
              <a:buNone/>
              <a:defRPr sz="1125" b="0">
                <a:solidFill>
                  <a:srgbClr val="526773"/>
                </a:solidFill>
                <a:latin typeface="Arial"/>
                <a:ea typeface="Arial"/>
                <a:cs typeface="Arial"/>
              </a:defRPr>
            </a:lvl7pPr>
            <a:lvl8pPr algn="l">
              <a:buNone/>
              <a:defRPr sz="1125" b="0">
                <a:solidFill>
                  <a:srgbClr val="526773"/>
                </a:solidFill>
                <a:latin typeface="Arial"/>
                <a:ea typeface="Arial"/>
                <a:cs typeface="Arial"/>
              </a:defRPr>
            </a:lvl8pPr>
            <a:lvl9pPr algn="l">
              <a:buNone/>
              <a:defRPr sz="1125" b="0">
                <a:solidFill>
                  <a:srgbClr val="526773"/>
                </a:solidFill>
                <a:latin typeface="Arial"/>
                <a:ea typeface="Arial"/>
                <a:cs typeface="Arial"/>
              </a:defRPr>
            </a:lvl9pPr>
          </a:lstStyle>
          <a:p xmlns:a="http://schemas.openxmlformats.org/drawingml/2006/main">
            <a:pPr algn="l">
              <a:buNone/>
              <a:defRPr sz="1125" b="0">
                <a:solidFill>
                  <a:srgbClr val="526773"/>
                </a:solidFill>
                <a:latin typeface="Arial"/>
                <a:ea typeface="Arial"/>
                <a:cs typeface="Arial"/>
              </a:defRPr>
            </a:pPr>
            <a:r>
              <a:rPr sz="1125" b="0">
                <a:solidFill>
                  <a:srgbClr val="526773"/>
                </a:solidFill>
                <a:latin typeface="Arial"/>
                <a:ea typeface="Arial"/>
                <a:cs typeface="Arial"/>
              </a:rPr>
              <a:t>Nhóm 5-10 bạn. Cập nhật hằng ngày, họp 2 buổi/tuần và review thứ Sáu.</a:t>
            </a:r>
          </a:p>
        </p:txBody>
      </p:sp>
      <p:sp>
        <p:nvSpPr>
          <p:cNvPr id="34" name="diagram-180">
            <a:extLst xmlns:a="http://schemas.openxmlformats.org/drawingml/2006/main">
              <a:ext uri="{FF2B5EF4-FFF2-40B4-BE49-F238E27FC236}">
                <a16:creationId xmlns:a16="http://schemas.microsoft.com/office/drawing/2014/main" id="{C776098F-882F-4E9A-907E-4705EC160A24}"/>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buNone/>
              <a:defRPr sz="1275" b="1">
                <a:solidFill>
                  <a:srgbClr val="246BCE"/>
                </a:solidFill>
                <a:latin typeface="Arial"/>
                <a:ea typeface="Arial"/>
                <a:cs typeface="Arial"/>
              </a:defRPr>
            </a:lvl1pPr>
            <a:lvl2pPr algn="r">
              <a:buNone/>
              <a:defRPr sz="1275" b="1">
                <a:solidFill>
                  <a:srgbClr val="246BCE"/>
                </a:solidFill>
                <a:latin typeface="Arial"/>
                <a:ea typeface="Arial"/>
                <a:cs typeface="Arial"/>
              </a:defRPr>
            </a:lvl2pPr>
            <a:lvl3pPr algn="r">
              <a:buNone/>
              <a:defRPr sz="1275" b="1">
                <a:solidFill>
                  <a:srgbClr val="246BCE"/>
                </a:solidFill>
                <a:latin typeface="Arial"/>
                <a:ea typeface="Arial"/>
                <a:cs typeface="Arial"/>
              </a:defRPr>
            </a:lvl3pPr>
            <a:lvl4pPr algn="r">
              <a:buNone/>
              <a:defRPr sz="1275" b="1">
                <a:solidFill>
                  <a:srgbClr val="246BCE"/>
                </a:solidFill>
                <a:latin typeface="Arial"/>
                <a:ea typeface="Arial"/>
                <a:cs typeface="Arial"/>
              </a:defRPr>
            </a:lvl4pPr>
            <a:lvl5pPr algn="r">
              <a:buNone/>
              <a:defRPr sz="1275" b="1">
                <a:solidFill>
                  <a:srgbClr val="246BCE"/>
                </a:solidFill>
                <a:latin typeface="Arial"/>
                <a:ea typeface="Arial"/>
                <a:cs typeface="Arial"/>
              </a:defRPr>
            </a:lvl5pPr>
            <a:lvl6pPr algn="r">
              <a:buNone/>
              <a:defRPr sz="1275" b="1">
                <a:solidFill>
                  <a:srgbClr val="246BCE"/>
                </a:solidFill>
                <a:latin typeface="Arial"/>
                <a:ea typeface="Arial"/>
                <a:cs typeface="Arial"/>
              </a:defRPr>
            </a:lvl6pPr>
            <a:lvl7pPr algn="r">
              <a:buNone/>
              <a:defRPr sz="1275" b="1">
                <a:solidFill>
                  <a:srgbClr val="246BCE"/>
                </a:solidFill>
                <a:latin typeface="Arial"/>
                <a:ea typeface="Arial"/>
                <a:cs typeface="Arial"/>
              </a:defRPr>
            </a:lvl7pPr>
            <a:lvl8pPr algn="r">
              <a:buNone/>
              <a:defRPr sz="1275" b="1">
                <a:solidFill>
                  <a:srgbClr val="246BCE"/>
                </a:solidFill>
                <a:latin typeface="Arial"/>
                <a:ea typeface="Arial"/>
                <a:cs typeface="Arial"/>
              </a:defRPr>
            </a:lvl8pPr>
            <a:lvl9pPr algn="r">
              <a:buNone/>
              <a:defRPr sz="1275" b="1">
                <a:solidFill>
                  <a:srgbClr val="246BCE"/>
                </a:solidFill>
                <a:latin typeface="Arial"/>
                <a:ea typeface="Arial"/>
                <a:cs typeface="Arial"/>
              </a:defRPr>
            </a:lvl9pPr>
          </a:lstStyle>
          <a:p xmlns:a="http://schemas.openxmlformats.org/drawingml/2006/main">
            <a:pPr algn="r">
              <a:buNone/>
              <a:defRPr sz="1275" b="1">
                <a:solidFill>
                  <a:srgbClr val="246BCE"/>
                </a:solidFill>
                <a:latin typeface="Arial"/>
                <a:ea typeface="Arial"/>
                <a:cs typeface="Arial"/>
              </a:defRPr>
            </a:pPr>
            <a:r>
              <a:rPr sz="1275" b="1">
                <a:solidFill>
                  <a:srgbClr val="246BCE"/>
                </a:solidFill>
                <a:latin typeface="Arial"/>
                <a:ea typeface="Arial"/>
                <a:cs typeface="Arial"/>
              </a:rPr>
              <a:t>10</a:t>
            </a:r>
          </a:p>
        </p:txBody>
      </p:sp>
    </p:spTree>
    <p:extLst>
      <p:ext uri="{BB962C8B-B14F-4D97-AF65-F5344CB8AC3E}">
        <p14:creationId xmlns:p14="http://schemas.microsoft.com/office/powerpoint/2010/main" val="3568177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2026-10-19T19:00:58.9700000Z</dcterms:created>
  <dcterms:modified xsi:type="dcterms:W3CDTF">2026-10-19T19:00:58.9700000Z</dcterms:modified>
</coreProperties>
</file>